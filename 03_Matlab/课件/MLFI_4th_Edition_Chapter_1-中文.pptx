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handoutMasterIdLst>
    <p:handoutMasterId r:id="rId36"/>
  </p:handoutMasterIdLst>
  <p:sldIdLst>
    <p:sldId id="257" r:id="rId2"/>
    <p:sldId id="258" r:id="rId3"/>
    <p:sldId id="259" r:id="rId4"/>
    <p:sldId id="282" r:id="rId5"/>
    <p:sldId id="283" r:id="rId6"/>
    <p:sldId id="260" r:id="rId7"/>
    <p:sldId id="261" r:id="rId8"/>
    <p:sldId id="284" r:id="rId9"/>
    <p:sldId id="262" r:id="rId10"/>
    <p:sldId id="286" r:id="rId11"/>
    <p:sldId id="263" r:id="rId12"/>
    <p:sldId id="270" r:id="rId13"/>
    <p:sldId id="271" r:id="rId14"/>
    <p:sldId id="272" r:id="rId15"/>
    <p:sldId id="273" r:id="rId16"/>
    <p:sldId id="274" r:id="rId17"/>
    <p:sldId id="275" r:id="rId18"/>
    <p:sldId id="265" r:id="rId19"/>
    <p:sldId id="276" r:id="rId20"/>
    <p:sldId id="277" r:id="rId21"/>
    <p:sldId id="278" r:id="rId22"/>
    <p:sldId id="264" r:id="rId23"/>
    <p:sldId id="280" r:id="rId24"/>
    <p:sldId id="285" r:id="rId25"/>
    <p:sldId id="281" r:id="rId26"/>
    <p:sldId id="266" r:id="rId27"/>
    <p:sldId id="287" r:id="rId28"/>
    <p:sldId id="288" r:id="rId29"/>
    <p:sldId id="289" r:id="rId30"/>
    <p:sldId id="290" r:id="rId31"/>
    <p:sldId id="291" r:id="rId32"/>
    <p:sldId id="268" r:id="rId33"/>
    <p:sldId id="279"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E32733-7C20-4F35-B66E-CD1AB985DA5F}" v="5" dt="2025-03-23T19:30:55.0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215" y="36"/>
      </p:cViewPr>
      <p:guideLst>
        <p:guide orient="horz" pos="2160"/>
        <p:guide pos="2880"/>
      </p:guideLst>
    </p:cSldViewPr>
  </p:slideViewPr>
  <p:notesTextViewPr>
    <p:cViewPr>
      <p:scale>
        <a:sx n="1" d="1"/>
        <a:sy n="1" d="1"/>
      </p:scale>
      <p:origin x="0" y="0"/>
    </p:cViewPr>
  </p:notesTextViewPr>
  <p:sorterViewPr>
    <p:cViewPr>
      <p:scale>
        <a:sx n="100" d="100"/>
        <a:sy n="100" d="100"/>
      </p:scale>
      <p:origin x="0" y="162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y Chen" userId="f978b6c0472ffe45" providerId="LiveId" clId="{15E32733-7C20-4F35-B66E-CD1AB985DA5F}"/>
    <pc:docChg chg="undo custSel addSld delSld modSld modMainMaster">
      <pc:chgData name="Jacky Chen" userId="f978b6c0472ffe45" providerId="LiveId" clId="{15E32733-7C20-4F35-B66E-CD1AB985DA5F}" dt="2025-04-06T15:38:07.960" v="296" actId="20577"/>
      <pc:docMkLst>
        <pc:docMk/>
      </pc:docMkLst>
      <pc:sldChg chg="modSp mod">
        <pc:chgData name="Jacky Chen" userId="f978b6c0472ffe45" providerId="LiveId" clId="{15E32733-7C20-4F35-B66E-CD1AB985DA5F}" dt="2025-03-23T19:21:55.320" v="74"/>
        <pc:sldMkLst>
          <pc:docMk/>
          <pc:sldMk cId="1070417923" sldId="257"/>
        </pc:sldMkLst>
        <pc:spChg chg="mod">
          <ac:chgData name="Jacky Chen" userId="f978b6c0472ffe45" providerId="LiveId" clId="{15E32733-7C20-4F35-B66E-CD1AB985DA5F}" dt="2025-03-23T19:14:40.225" v="5" actId="20577"/>
          <ac:spMkLst>
            <pc:docMk/>
            <pc:sldMk cId="1070417923" sldId="257"/>
            <ac:spMk id="2" creationId="{00000000-0000-0000-0000-000000000000}"/>
          </ac:spMkLst>
        </pc:spChg>
        <pc:spChg chg="mod">
          <ac:chgData name="Jacky Chen" userId="f978b6c0472ffe45" providerId="LiveId" clId="{15E32733-7C20-4F35-B66E-CD1AB985DA5F}" dt="2025-03-23T19:21:55.320" v="74"/>
          <ac:spMkLst>
            <pc:docMk/>
            <pc:sldMk cId="1070417923" sldId="257"/>
            <ac:spMk id="4" creationId="{00000000-0000-0000-0000-000000000000}"/>
          </ac:spMkLst>
        </pc:spChg>
        <pc:spChg chg="mod">
          <ac:chgData name="Jacky Chen" userId="f978b6c0472ffe45" providerId="LiveId" clId="{15E32733-7C20-4F35-B66E-CD1AB985DA5F}" dt="2025-03-23T19:21:55.320" v="74"/>
          <ac:spMkLst>
            <pc:docMk/>
            <pc:sldMk cId="1070417923" sldId="257"/>
            <ac:spMk id="5" creationId="{00000000-0000-0000-0000-000000000000}"/>
          </ac:spMkLst>
        </pc:spChg>
      </pc:sldChg>
      <pc:sldChg chg="modSp mod">
        <pc:chgData name="Jacky Chen" userId="f978b6c0472ffe45" providerId="LiveId" clId="{15E32733-7C20-4F35-B66E-CD1AB985DA5F}" dt="2025-03-23T19:21:55.320" v="74"/>
        <pc:sldMkLst>
          <pc:docMk/>
          <pc:sldMk cId="1211245717" sldId="258"/>
        </pc:sldMkLst>
        <pc:spChg chg="mod">
          <ac:chgData name="Jacky Chen" userId="f978b6c0472ffe45" providerId="LiveId" clId="{15E32733-7C20-4F35-B66E-CD1AB985DA5F}" dt="2025-03-23T19:21:55.320" v="74"/>
          <ac:spMkLst>
            <pc:docMk/>
            <pc:sldMk cId="1211245717" sldId="258"/>
            <ac:spMk id="2" creationId="{00000000-0000-0000-0000-000000000000}"/>
          </ac:spMkLst>
        </pc:spChg>
        <pc:spChg chg="mod">
          <ac:chgData name="Jacky Chen" userId="f978b6c0472ffe45" providerId="LiveId" clId="{15E32733-7C20-4F35-B66E-CD1AB985DA5F}" dt="2025-03-23T19:21:55.320" v="74"/>
          <ac:spMkLst>
            <pc:docMk/>
            <pc:sldMk cId="1211245717" sldId="258"/>
            <ac:spMk id="3" creationId="{00000000-0000-0000-0000-000000000000}"/>
          </ac:spMkLst>
        </pc:spChg>
        <pc:spChg chg="mod">
          <ac:chgData name="Jacky Chen" userId="f978b6c0472ffe45" providerId="LiveId" clId="{15E32733-7C20-4F35-B66E-CD1AB985DA5F}" dt="2025-03-23T19:21:55.320" v="74"/>
          <ac:spMkLst>
            <pc:docMk/>
            <pc:sldMk cId="1211245717" sldId="258"/>
            <ac:spMk id="4" creationId="{00000000-0000-0000-0000-000000000000}"/>
          </ac:spMkLst>
        </pc:spChg>
        <pc:spChg chg="mod">
          <ac:chgData name="Jacky Chen" userId="f978b6c0472ffe45" providerId="LiveId" clId="{15E32733-7C20-4F35-B66E-CD1AB985DA5F}" dt="2025-03-23T19:21:55.320" v="74"/>
          <ac:spMkLst>
            <pc:docMk/>
            <pc:sldMk cId="1211245717" sldId="258"/>
            <ac:spMk id="5" creationId="{00000000-0000-0000-0000-000000000000}"/>
          </ac:spMkLst>
        </pc:spChg>
      </pc:sldChg>
      <pc:sldChg chg="modSp mod">
        <pc:chgData name="Jacky Chen" userId="f978b6c0472ffe45" providerId="LiveId" clId="{15E32733-7C20-4F35-B66E-CD1AB985DA5F}" dt="2025-03-23T19:21:55.320" v="74"/>
        <pc:sldMkLst>
          <pc:docMk/>
          <pc:sldMk cId="340578897" sldId="259"/>
        </pc:sldMkLst>
        <pc:spChg chg="mod">
          <ac:chgData name="Jacky Chen" userId="f978b6c0472ffe45" providerId="LiveId" clId="{15E32733-7C20-4F35-B66E-CD1AB985DA5F}" dt="2025-03-23T19:21:55.320" v="74"/>
          <ac:spMkLst>
            <pc:docMk/>
            <pc:sldMk cId="340578897" sldId="259"/>
            <ac:spMk id="2" creationId="{00000000-0000-0000-0000-000000000000}"/>
          </ac:spMkLst>
        </pc:spChg>
        <pc:spChg chg="mod">
          <ac:chgData name="Jacky Chen" userId="f978b6c0472ffe45" providerId="LiveId" clId="{15E32733-7C20-4F35-B66E-CD1AB985DA5F}" dt="2025-03-23T19:21:55.320" v="74"/>
          <ac:spMkLst>
            <pc:docMk/>
            <pc:sldMk cId="340578897" sldId="259"/>
            <ac:spMk id="3" creationId="{00000000-0000-0000-0000-000000000000}"/>
          </ac:spMkLst>
        </pc:spChg>
        <pc:spChg chg="mod">
          <ac:chgData name="Jacky Chen" userId="f978b6c0472ffe45" providerId="LiveId" clId="{15E32733-7C20-4F35-B66E-CD1AB985DA5F}" dt="2025-03-23T19:21:55.320" v="74"/>
          <ac:spMkLst>
            <pc:docMk/>
            <pc:sldMk cId="340578897" sldId="259"/>
            <ac:spMk id="4" creationId="{00000000-0000-0000-0000-000000000000}"/>
          </ac:spMkLst>
        </pc:spChg>
        <pc:spChg chg="mod">
          <ac:chgData name="Jacky Chen" userId="f978b6c0472ffe45" providerId="LiveId" clId="{15E32733-7C20-4F35-B66E-CD1AB985DA5F}" dt="2025-03-23T19:21:55.320" v="74"/>
          <ac:spMkLst>
            <pc:docMk/>
            <pc:sldMk cId="340578897" sldId="259"/>
            <ac:spMk id="5" creationId="{00000000-0000-0000-0000-000000000000}"/>
          </ac:spMkLst>
        </pc:spChg>
      </pc:sldChg>
      <pc:sldChg chg="modSp">
        <pc:chgData name="Jacky Chen" userId="f978b6c0472ffe45" providerId="LiveId" clId="{15E32733-7C20-4F35-B66E-CD1AB985DA5F}" dt="2025-03-23T19:21:55.320" v="74"/>
        <pc:sldMkLst>
          <pc:docMk/>
          <pc:sldMk cId="2465292843" sldId="260"/>
        </pc:sldMkLst>
        <pc:spChg chg="mod">
          <ac:chgData name="Jacky Chen" userId="f978b6c0472ffe45" providerId="LiveId" clId="{15E32733-7C20-4F35-B66E-CD1AB985DA5F}" dt="2025-03-23T19:21:55.320" v="74"/>
          <ac:spMkLst>
            <pc:docMk/>
            <pc:sldMk cId="2465292843" sldId="260"/>
            <ac:spMk id="2" creationId="{00000000-0000-0000-0000-000000000000}"/>
          </ac:spMkLst>
        </pc:spChg>
        <pc:spChg chg="mod">
          <ac:chgData name="Jacky Chen" userId="f978b6c0472ffe45" providerId="LiveId" clId="{15E32733-7C20-4F35-B66E-CD1AB985DA5F}" dt="2025-03-23T19:21:55.320" v="74"/>
          <ac:spMkLst>
            <pc:docMk/>
            <pc:sldMk cId="2465292843" sldId="260"/>
            <ac:spMk id="3" creationId="{00000000-0000-0000-0000-000000000000}"/>
          </ac:spMkLst>
        </pc:spChg>
        <pc:spChg chg="mod">
          <ac:chgData name="Jacky Chen" userId="f978b6c0472ffe45" providerId="LiveId" clId="{15E32733-7C20-4F35-B66E-CD1AB985DA5F}" dt="2025-03-23T19:21:55.320" v="74"/>
          <ac:spMkLst>
            <pc:docMk/>
            <pc:sldMk cId="2465292843" sldId="260"/>
            <ac:spMk id="4" creationId="{00000000-0000-0000-0000-000000000000}"/>
          </ac:spMkLst>
        </pc:spChg>
        <pc:spChg chg="mod">
          <ac:chgData name="Jacky Chen" userId="f978b6c0472ffe45" providerId="LiveId" clId="{15E32733-7C20-4F35-B66E-CD1AB985DA5F}" dt="2025-03-23T19:21:55.320" v="74"/>
          <ac:spMkLst>
            <pc:docMk/>
            <pc:sldMk cId="2465292843" sldId="260"/>
            <ac:spMk id="5" creationId="{00000000-0000-0000-0000-000000000000}"/>
          </ac:spMkLst>
        </pc:spChg>
      </pc:sldChg>
      <pc:sldChg chg="modSp mod">
        <pc:chgData name="Jacky Chen" userId="f978b6c0472ffe45" providerId="LiveId" clId="{15E32733-7C20-4F35-B66E-CD1AB985DA5F}" dt="2025-03-23T19:21:55.320" v="74"/>
        <pc:sldMkLst>
          <pc:docMk/>
          <pc:sldMk cId="3625683962" sldId="261"/>
        </pc:sldMkLst>
        <pc:spChg chg="mod">
          <ac:chgData name="Jacky Chen" userId="f978b6c0472ffe45" providerId="LiveId" clId="{15E32733-7C20-4F35-B66E-CD1AB985DA5F}" dt="2025-03-23T19:21:55.320" v="74"/>
          <ac:spMkLst>
            <pc:docMk/>
            <pc:sldMk cId="3625683962" sldId="261"/>
            <ac:spMk id="2" creationId="{00000000-0000-0000-0000-000000000000}"/>
          </ac:spMkLst>
        </pc:spChg>
        <pc:spChg chg="mod">
          <ac:chgData name="Jacky Chen" userId="f978b6c0472ffe45" providerId="LiveId" clId="{15E32733-7C20-4F35-B66E-CD1AB985DA5F}" dt="2025-03-23T19:21:55.320" v="74"/>
          <ac:spMkLst>
            <pc:docMk/>
            <pc:sldMk cId="3625683962" sldId="261"/>
            <ac:spMk id="3" creationId="{00000000-0000-0000-0000-000000000000}"/>
          </ac:spMkLst>
        </pc:spChg>
        <pc:spChg chg="mod">
          <ac:chgData name="Jacky Chen" userId="f978b6c0472ffe45" providerId="LiveId" clId="{15E32733-7C20-4F35-B66E-CD1AB985DA5F}" dt="2025-03-23T19:21:55.320" v="74"/>
          <ac:spMkLst>
            <pc:docMk/>
            <pc:sldMk cId="3625683962" sldId="261"/>
            <ac:spMk id="4" creationId="{00000000-0000-0000-0000-000000000000}"/>
          </ac:spMkLst>
        </pc:spChg>
        <pc:spChg chg="mod">
          <ac:chgData name="Jacky Chen" userId="f978b6c0472ffe45" providerId="LiveId" clId="{15E32733-7C20-4F35-B66E-CD1AB985DA5F}" dt="2025-03-23T19:21:55.320" v="74"/>
          <ac:spMkLst>
            <pc:docMk/>
            <pc:sldMk cId="3625683962" sldId="261"/>
            <ac:spMk id="5" creationId="{00000000-0000-0000-0000-000000000000}"/>
          </ac:spMkLst>
        </pc:spChg>
      </pc:sldChg>
      <pc:sldChg chg="modSp mod">
        <pc:chgData name="Jacky Chen" userId="f978b6c0472ffe45" providerId="LiveId" clId="{15E32733-7C20-4F35-B66E-CD1AB985DA5F}" dt="2025-03-23T19:21:55.320" v="74"/>
        <pc:sldMkLst>
          <pc:docMk/>
          <pc:sldMk cId="1959437199" sldId="262"/>
        </pc:sldMkLst>
        <pc:spChg chg="mod">
          <ac:chgData name="Jacky Chen" userId="f978b6c0472ffe45" providerId="LiveId" clId="{15E32733-7C20-4F35-B66E-CD1AB985DA5F}" dt="2025-03-23T19:21:55.320" v="74"/>
          <ac:spMkLst>
            <pc:docMk/>
            <pc:sldMk cId="1959437199" sldId="262"/>
            <ac:spMk id="3" creationId="{00000000-0000-0000-0000-000000000000}"/>
          </ac:spMkLst>
        </pc:spChg>
        <pc:spChg chg="mod">
          <ac:chgData name="Jacky Chen" userId="f978b6c0472ffe45" providerId="LiveId" clId="{15E32733-7C20-4F35-B66E-CD1AB985DA5F}" dt="2025-03-23T19:21:55.320" v="74"/>
          <ac:spMkLst>
            <pc:docMk/>
            <pc:sldMk cId="1959437199" sldId="262"/>
            <ac:spMk id="4" creationId="{00000000-0000-0000-0000-000000000000}"/>
          </ac:spMkLst>
        </pc:spChg>
        <pc:spChg chg="mod">
          <ac:chgData name="Jacky Chen" userId="f978b6c0472ffe45" providerId="LiveId" clId="{15E32733-7C20-4F35-B66E-CD1AB985DA5F}" dt="2025-03-23T19:21:55.320" v="74"/>
          <ac:spMkLst>
            <pc:docMk/>
            <pc:sldMk cId="1959437199" sldId="262"/>
            <ac:spMk id="5" creationId="{00000000-0000-0000-0000-000000000000}"/>
          </ac:spMkLst>
        </pc:spChg>
      </pc:sldChg>
      <pc:sldChg chg="modSp mod">
        <pc:chgData name="Jacky Chen" userId="f978b6c0472ffe45" providerId="LiveId" clId="{15E32733-7C20-4F35-B66E-CD1AB985DA5F}" dt="2025-03-23T19:21:55.320" v="74"/>
        <pc:sldMkLst>
          <pc:docMk/>
          <pc:sldMk cId="2331986891" sldId="263"/>
        </pc:sldMkLst>
        <pc:spChg chg="mod">
          <ac:chgData name="Jacky Chen" userId="f978b6c0472ffe45" providerId="LiveId" clId="{15E32733-7C20-4F35-B66E-CD1AB985DA5F}" dt="2025-03-23T19:21:55.320" v="74"/>
          <ac:spMkLst>
            <pc:docMk/>
            <pc:sldMk cId="2331986891" sldId="263"/>
            <ac:spMk id="2" creationId="{00000000-0000-0000-0000-000000000000}"/>
          </ac:spMkLst>
        </pc:spChg>
        <pc:spChg chg="mod">
          <ac:chgData name="Jacky Chen" userId="f978b6c0472ffe45" providerId="LiveId" clId="{15E32733-7C20-4F35-B66E-CD1AB985DA5F}" dt="2025-03-23T19:21:55.320" v="74"/>
          <ac:spMkLst>
            <pc:docMk/>
            <pc:sldMk cId="2331986891" sldId="263"/>
            <ac:spMk id="3" creationId="{00000000-0000-0000-0000-000000000000}"/>
          </ac:spMkLst>
        </pc:spChg>
        <pc:spChg chg="mod">
          <ac:chgData name="Jacky Chen" userId="f978b6c0472ffe45" providerId="LiveId" clId="{15E32733-7C20-4F35-B66E-CD1AB985DA5F}" dt="2025-03-23T19:21:55.320" v="74"/>
          <ac:spMkLst>
            <pc:docMk/>
            <pc:sldMk cId="2331986891" sldId="263"/>
            <ac:spMk id="4" creationId="{00000000-0000-0000-0000-000000000000}"/>
          </ac:spMkLst>
        </pc:spChg>
        <pc:spChg chg="mod">
          <ac:chgData name="Jacky Chen" userId="f978b6c0472ffe45" providerId="LiveId" clId="{15E32733-7C20-4F35-B66E-CD1AB985DA5F}" dt="2025-03-23T19:21:55.320" v="74"/>
          <ac:spMkLst>
            <pc:docMk/>
            <pc:sldMk cId="2331986891" sldId="263"/>
            <ac:spMk id="5" creationId="{00000000-0000-0000-0000-000000000000}"/>
          </ac:spMkLst>
        </pc:spChg>
      </pc:sldChg>
      <pc:sldChg chg="modSp mod">
        <pc:chgData name="Jacky Chen" userId="f978b6c0472ffe45" providerId="LiveId" clId="{15E32733-7C20-4F35-B66E-CD1AB985DA5F}" dt="2025-03-23T19:21:55.320" v="74"/>
        <pc:sldMkLst>
          <pc:docMk/>
          <pc:sldMk cId="3072148365" sldId="264"/>
        </pc:sldMkLst>
        <pc:spChg chg="mod">
          <ac:chgData name="Jacky Chen" userId="f978b6c0472ffe45" providerId="LiveId" clId="{15E32733-7C20-4F35-B66E-CD1AB985DA5F}" dt="2025-03-23T19:21:55.320" v="74"/>
          <ac:spMkLst>
            <pc:docMk/>
            <pc:sldMk cId="3072148365" sldId="264"/>
            <ac:spMk id="2" creationId="{00000000-0000-0000-0000-000000000000}"/>
          </ac:spMkLst>
        </pc:spChg>
        <pc:spChg chg="mod">
          <ac:chgData name="Jacky Chen" userId="f978b6c0472ffe45" providerId="LiveId" clId="{15E32733-7C20-4F35-B66E-CD1AB985DA5F}" dt="2025-03-23T19:21:55.320" v="74"/>
          <ac:spMkLst>
            <pc:docMk/>
            <pc:sldMk cId="3072148365" sldId="264"/>
            <ac:spMk id="3" creationId="{00000000-0000-0000-0000-000000000000}"/>
          </ac:spMkLst>
        </pc:spChg>
      </pc:sldChg>
      <pc:sldChg chg="modSp mod">
        <pc:chgData name="Jacky Chen" userId="f978b6c0472ffe45" providerId="LiveId" clId="{15E32733-7C20-4F35-B66E-CD1AB985DA5F}" dt="2025-03-23T19:21:55.320" v="74"/>
        <pc:sldMkLst>
          <pc:docMk/>
          <pc:sldMk cId="717714736" sldId="265"/>
        </pc:sldMkLst>
        <pc:spChg chg="mod">
          <ac:chgData name="Jacky Chen" userId="f978b6c0472ffe45" providerId="LiveId" clId="{15E32733-7C20-4F35-B66E-CD1AB985DA5F}" dt="2025-03-23T19:21:55.320" v="74"/>
          <ac:spMkLst>
            <pc:docMk/>
            <pc:sldMk cId="717714736" sldId="265"/>
            <ac:spMk id="2" creationId="{00000000-0000-0000-0000-000000000000}"/>
          </ac:spMkLst>
        </pc:spChg>
        <pc:spChg chg="mod">
          <ac:chgData name="Jacky Chen" userId="f978b6c0472ffe45" providerId="LiveId" clId="{15E32733-7C20-4F35-B66E-CD1AB985DA5F}" dt="2025-03-23T19:21:55.320" v="74"/>
          <ac:spMkLst>
            <pc:docMk/>
            <pc:sldMk cId="717714736" sldId="265"/>
            <ac:spMk id="3" creationId="{00000000-0000-0000-0000-000000000000}"/>
          </ac:spMkLst>
        </pc:spChg>
        <pc:spChg chg="mod">
          <ac:chgData name="Jacky Chen" userId="f978b6c0472ffe45" providerId="LiveId" clId="{15E32733-7C20-4F35-B66E-CD1AB985DA5F}" dt="2025-03-23T19:21:55.320" v="74"/>
          <ac:spMkLst>
            <pc:docMk/>
            <pc:sldMk cId="717714736" sldId="265"/>
            <ac:spMk id="4" creationId="{00000000-0000-0000-0000-000000000000}"/>
          </ac:spMkLst>
        </pc:spChg>
        <pc:spChg chg="mod">
          <ac:chgData name="Jacky Chen" userId="f978b6c0472ffe45" providerId="LiveId" clId="{15E32733-7C20-4F35-B66E-CD1AB985DA5F}" dt="2025-03-23T19:21:55.320" v="74"/>
          <ac:spMkLst>
            <pc:docMk/>
            <pc:sldMk cId="717714736" sldId="265"/>
            <ac:spMk id="5" creationId="{00000000-0000-0000-0000-000000000000}"/>
          </ac:spMkLst>
        </pc:spChg>
      </pc:sldChg>
      <pc:sldChg chg="modSp mod">
        <pc:chgData name="Jacky Chen" userId="f978b6c0472ffe45" providerId="LiveId" clId="{15E32733-7C20-4F35-B66E-CD1AB985DA5F}" dt="2025-04-06T15:38:07.960" v="296" actId="20577"/>
        <pc:sldMkLst>
          <pc:docMk/>
          <pc:sldMk cId="3301261826" sldId="266"/>
        </pc:sldMkLst>
        <pc:spChg chg="mod">
          <ac:chgData name="Jacky Chen" userId="f978b6c0472ffe45" providerId="LiveId" clId="{15E32733-7C20-4F35-B66E-CD1AB985DA5F}" dt="2025-04-06T15:38:07.960" v="296" actId="20577"/>
          <ac:spMkLst>
            <pc:docMk/>
            <pc:sldMk cId="3301261826" sldId="266"/>
            <ac:spMk id="2" creationId="{00000000-0000-0000-0000-000000000000}"/>
          </ac:spMkLst>
        </pc:spChg>
        <pc:spChg chg="mod">
          <ac:chgData name="Jacky Chen" userId="f978b6c0472ffe45" providerId="LiveId" clId="{15E32733-7C20-4F35-B66E-CD1AB985DA5F}" dt="2025-03-23T19:21:55.320" v="74"/>
          <ac:spMkLst>
            <pc:docMk/>
            <pc:sldMk cId="3301261826" sldId="266"/>
            <ac:spMk id="3" creationId="{00000000-0000-0000-0000-000000000000}"/>
          </ac:spMkLst>
        </pc:spChg>
        <pc:spChg chg="mod">
          <ac:chgData name="Jacky Chen" userId="f978b6c0472ffe45" providerId="LiveId" clId="{15E32733-7C20-4F35-B66E-CD1AB985DA5F}" dt="2025-03-23T19:21:55.320" v="74"/>
          <ac:spMkLst>
            <pc:docMk/>
            <pc:sldMk cId="3301261826" sldId="266"/>
            <ac:spMk id="4" creationId="{00000000-0000-0000-0000-000000000000}"/>
          </ac:spMkLst>
        </pc:spChg>
        <pc:spChg chg="mod">
          <ac:chgData name="Jacky Chen" userId="f978b6c0472ffe45" providerId="LiveId" clId="{15E32733-7C20-4F35-B66E-CD1AB985DA5F}" dt="2025-03-23T19:21:55.320" v="74"/>
          <ac:spMkLst>
            <pc:docMk/>
            <pc:sldMk cId="3301261826" sldId="266"/>
            <ac:spMk id="5" creationId="{00000000-0000-0000-0000-000000000000}"/>
          </ac:spMkLst>
        </pc:spChg>
      </pc:sldChg>
      <pc:sldChg chg="modSp mod">
        <pc:chgData name="Jacky Chen" userId="f978b6c0472ffe45" providerId="LiveId" clId="{15E32733-7C20-4F35-B66E-CD1AB985DA5F}" dt="2025-03-23T19:21:55.320" v="74"/>
        <pc:sldMkLst>
          <pc:docMk/>
          <pc:sldMk cId="1062526320" sldId="268"/>
        </pc:sldMkLst>
        <pc:spChg chg="mod">
          <ac:chgData name="Jacky Chen" userId="f978b6c0472ffe45" providerId="LiveId" clId="{15E32733-7C20-4F35-B66E-CD1AB985DA5F}" dt="2025-03-23T19:21:55.320" v="74"/>
          <ac:spMkLst>
            <pc:docMk/>
            <pc:sldMk cId="1062526320" sldId="268"/>
            <ac:spMk id="4" creationId="{00000000-0000-0000-0000-000000000000}"/>
          </ac:spMkLst>
        </pc:spChg>
        <pc:spChg chg="mod">
          <ac:chgData name="Jacky Chen" userId="f978b6c0472ffe45" providerId="LiveId" clId="{15E32733-7C20-4F35-B66E-CD1AB985DA5F}" dt="2025-03-23T19:21:55.320" v="74"/>
          <ac:spMkLst>
            <pc:docMk/>
            <pc:sldMk cId="1062526320" sldId="268"/>
            <ac:spMk id="5" creationId="{00000000-0000-0000-0000-000000000000}"/>
          </ac:spMkLst>
        </pc:spChg>
      </pc:sldChg>
      <pc:sldChg chg="modSp mod">
        <pc:chgData name="Jacky Chen" userId="f978b6c0472ffe45" providerId="LiveId" clId="{15E32733-7C20-4F35-B66E-CD1AB985DA5F}" dt="2025-03-23T19:21:55.320" v="74"/>
        <pc:sldMkLst>
          <pc:docMk/>
          <pc:sldMk cId="701902594" sldId="269"/>
        </pc:sldMkLst>
        <pc:spChg chg="mod">
          <ac:chgData name="Jacky Chen" userId="f978b6c0472ffe45" providerId="LiveId" clId="{15E32733-7C20-4F35-B66E-CD1AB985DA5F}" dt="2025-03-23T19:16:22.582" v="45"/>
          <ac:spMkLst>
            <pc:docMk/>
            <pc:sldMk cId="701902594" sldId="269"/>
            <ac:spMk id="4" creationId="{00000000-0000-0000-0000-000000000000}"/>
          </ac:spMkLst>
        </pc:spChg>
        <pc:spChg chg="mod">
          <ac:chgData name="Jacky Chen" userId="f978b6c0472ffe45" providerId="LiveId" clId="{15E32733-7C20-4F35-B66E-CD1AB985DA5F}" dt="2025-03-23T19:21:55.320" v="74"/>
          <ac:spMkLst>
            <pc:docMk/>
            <pc:sldMk cId="701902594" sldId="269"/>
            <ac:spMk id="5" creationId="{00000000-0000-0000-0000-000000000000}"/>
          </ac:spMkLst>
        </pc:spChg>
      </pc:sldChg>
      <pc:sldChg chg="modSp mod">
        <pc:chgData name="Jacky Chen" userId="f978b6c0472ffe45" providerId="LiveId" clId="{15E32733-7C20-4F35-B66E-CD1AB985DA5F}" dt="2025-04-06T15:36:36.699" v="292"/>
        <pc:sldMkLst>
          <pc:docMk/>
          <pc:sldMk cId="1504381271" sldId="270"/>
        </pc:sldMkLst>
        <pc:spChg chg="mod">
          <ac:chgData name="Jacky Chen" userId="f978b6c0472ffe45" providerId="LiveId" clId="{15E32733-7C20-4F35-B66E-CD1AB985DA5F}" dt="2025-03-23T19:21:55.320" v="74"/>
          <ac:spMkLst>
            <pc:docMk/>
            <pc:sldMk cId="1504381271" sldId="270"/>
            <ac:spMk id="2" creationId="{00000000-0000-0000-0000-000000000000}"/>
          </ac:spMkLst>
        </pc:spChg>
        <pc:spChg chg="mod">
          <ac:chgData name="Jacky Chen" userId="f978b6c0472ffe45" providerId="LiveId" clId="{15E32733-7C20-4F35-B66E-CD1AB985DA5F}" dt="2025-04-06T15:36:36.699" v="292"/>
          <ac:spMkLst>
            <pc:docMk/>
            <pc:sldMk cId="1504381271" sldId="270"/>
            <ac:spMk id="5" creationId="{00000000-0000-0000-0000-000000000000}"/>
          </ac:spMkLst>
        </pc:spChg>
        <pc:spChg chg="mod">
          <ac:chgData name="Jacky Chen" userId="f978b6c0472ffe45" providerId="LiveId" clId="{15E32733-7C20-4F35-B66E-CD1AB985DA5F}" dt="2025-03-23T19:21:55.320" v="74"/>
          <ac:spMkLst>
            <pc:docMk/>
            <pc:sldMk cId="1504381271" sldId="270"/>
            <ac:spMk id="6" creationId="{00000000-0000-0000-0000-000000000000}"/>
          </ac:spMkLst>
        </pc:spChg>
      </pc:sldChg>
      <pc:sldChg chg="modSp mod">
        <pc:chgData name="Jacky Chen" userId="f978b6c0472ffe45" providerId="LiveId" clId="{15E32733-7C20-4F35-B66E-CD1AB985DA5F}" dt="2025-03-23T19:21:55.320" v="74"/>
        <pc:sldMkLst>
          <pc:docMk/>
          <pc:sldMk cId="2749443246" sldId="271"/>
        </pc:sldMkLst>
        <pc:spChg chg="mod">
          <ac:chgData name="Jacky Chen" userId="f978b6c0472ffe45" providerId="LiveId" clId="{15E32733-7C20-4F35-B66E-CD1AB985DA5F}" dt="2025-03-23T19:21:55.320" v="74"/>
          <ac:spMkLst>
            <pc:docMk/>
            <pc:sldMk cId="2749443246" sldId="271"/>
            <ac:spMk id="2" creationId="{00000000-0000-0000-0000-000000000000}"/>
          </ac:spMkLst>
        </pc:spChg>
        <pc:spChg chg="mod">
          <ac:chgData name="Jacky Chen" userId="f978b6c0472ffe45" providerId="LiveId" clId="{15E32733-7C20-4F35-B66E-CD1AB985DA5F}" dt="2025-03-23T19:21:55.320" v="74"/>
          <ac:spMkLst>
            <pc:docMk/>
            <pc:sldMk cId="2749443246" sldId="271"/>
            <ac:spMk id="4" creationId="{00000000-0000-0000-0000-000000000000}"/>
          </ac:spMkLst>
        </pc:spChg>
        <pc:spChg chg="mod">
          <ac:chgData name="Jacky Chen" userId="f978b6c0472ffe45" providerId="LiveId" clId="{15E32733-7C20-4F35-B66E-CD1AB985DA5F}" dt="2025-03-23T19:21:55.320" v="74"/>
          <ac:spMkLst>
            <pc:docMk/>
            <pc:sldMk cId="2749443246" sldId="271"/>
            <ac:spMk id="5" creationId="{00000000-0000-0000-0000-000000000000}"/>
          </ac:spMkLst>
        </pc:spChg>
      </pc:sldChg>
      <pc:sldChg chg="modSp mod">
        <pc:chgData name="Jacky Chen" userId="f978b6c0472ffe45" providerId="LiveId" clId="{15E32733-7C20-4F35-B66E-CD1AB985DA5F}" dt="2025-03-23T19:21:55.320" v="74"/>
        <pc:sldMkLst>
          <pc:docMk/>
          <pc:sldMk cId="1953695292" sldId="272"/>
        </pc:sldMkLst>
        <pc:spChg chg="mod">
          <ac:chgData name="Jacky Chen" userId="f978b6c0472ffe45" providerId="LiveId" clId="{15E32733-7C20-4F35-B66E-CD1AB985DA5F}" dt="2025-03-23T19:21:55.320" v="74"/>
          <ac:spMkLst>
            <pc:docMk/>
            <pc:sldMk cId="1953695292" sldId="272"/>
            <ac:spMk id="3" creationId="{00000000-0000-0000-0000-000000000000}"/>
          </ac:spMkLst>
        </pc:spChg>
        <pc:spChg chg="mod">
          <ac:chgData name="Jacky Chen" userId="f978b6c0472ffe45" providerId="LiveId" clId="{15E32733-7C20-4F35-B66E-CD1AB985DA5F}" dt="2025-03-23T19:21:55.320" v="74"/>
          <ac:spMkLst>
            <pc:docMk/>
            <pc:sldMk cId="1953695292" sldId="272"/>
            <ac:spMk id="5" creationId="{00000000-0000-0000-0000-000000000000}"/>
          </ac:spMkLst>
        </pc:spChg>
        <pc:spChg chg="mod">
          <ac:chgData name="Jacky Chen" userId="f978b6c0472ffe45" providerId="LiveId" clId="{15E32733-7C20-4F35-B66E-CD1AB985DA5F}" dt="2025-03-23T19:21:55.320" v="74"/>
          <ac:spMkLst>
            <pc:docMk/>
            <pc:sldMk cId="1953695292" sldId="272"/>
            <ac:spMk id="6" creationId="{00000000-0000-0000-0000-000000000000}"/>
          </ac:spMkLst>
        </pc:spChg>
      </pc:sldChg>
      <pc:sldChg chg="modSp mod">
        <pc:chgData name="Jacky Chen" userId="f978b6c0472ffe45" providerId="LiveId" clId="{15E32733-7C20-4F35-B66E-CD1AB985DA5F}" dt="2025-03-23T19:21:55.320" v="74"/>
        <pc:sldMkLst>
          <pc:docMk/>
          <pc:sldMk cId="3026400252" sldId="273"/>
        </pc:sldMkLst>
        <pc:spChg chg="mod">
          <ac:chgData name="Jacky Chen" userId="f978b6c0472ffe45" providerId="LiveId" clId="{15E32733-7C20-4F35-B66E-CD1AB985DA5F}" dt="2025-03-23T19:21:55.320" v="74"/>
          <ac:spMkLst>
            <pc:docMk/>
            <pc:sldMk cId="3026400252" sldId="273"/>
            <ac:spMk id="2" creationId="{00000000-0000-0000-0000-000000000000}"/>
          </ac:spMkLst>
        </pc:spChg>
        <pc:spChg chg="mod">
          <ac:chgData name="Jacky Chen" userId="f978b6c0472ffe45" providerId="LiveId" clId="{15E32733-7C20-4F35-B66E-CD1AB985DA5F}" dt="2025-03-23T19:21:55.320" v="74"/>
          <ac:spMkLst>
            <pc:docMk/>
            <pc:sldMk cId="3026400252" sldId="273"/>
            <ac:spMk id="3" creationId="{00000000-0000-0000-0000-000000000000}"/>
          </ac:spMkLst>
        </pc:spChg>
        <pc:spChg chg="mod">
          <ac:chgData name="Jacky Chen" userId="f978b6c0472ffe45" providerId="LiveId" clId="{15E32733-7C20-4F35-B66E-CD1AB985DA5F}" dt="2025-03-23T19:21:55.320" v="74"/>
          <ac:spMkLst>
            <pc:docMk/>
            <pc:sldMk cId="3026400252" sldId="273"/>
            <ac:spMk id="4" creationId="{00000000-0000-0000-0000-000000000000}"/>
          </ac:spMkLst>
        </pc:spChg>
      </pc:sldChg>
      <pc:sldChg chg="modSp mod">
        <pc:chgData name="Jacky Chen" userId="f978b6c0472ffe45" providerId="LiveId" clId="{15E32733-7C20-4F35-B66E-CD1AB985DA5F}" dt="2025-03-23T19:21:55.320" v="74"/>
        <pc:sldMkLst>
          <pc:docMk/>
          <pc:sldMk cId="1339781207" sldId="274"/>
        </pc:sldMkLst>
        <pc:spChg chg="mod">
          <ac:chgData name="Jacky Chen" userId="f978b6c0472ffe45" providerId="LiveId" clId="{15E32733-7C20-4F35-B66E-CD1AB985DA5F}" dt="2025-03-23T19:21:55.320" v="74"/>
          <ac:spMkLst>
            <pc:docMk/>
            <pc:sldMk cId="1339781207" sldId="274"/>
            <ac:spMk id="2" creationId="{00000000-0000-0000-0000-000000000000}"/>
          </ac:spMkLst>
        </pc:spChg>
        <pc:spChg chg="mod">
          <ac:chgData name="Jacky Chen" userId="f978b6c0472ffe45" providerId="LiveId" clId="{15E32733-7C20-4F35-B66E-CD1AB985DA5F}" dt="2025-03-23T19:21:55.320" v="74"/>
          <ac:spMkLst>
            <pc:docMk/>
            <pc:sldMk cId="1339781207" sldId="274"/>
            <ac:spMk id="4" creationId="{00000000-0000-0000-0000-000000000000}"/>
          </ac:spMkLst>
        </pc:spChg>
        <pc:spChg chg="mod">
          <ac:chgData name="Jacky Chen" userId="f978b6c0472ffe45" providerId="LiveId" clId="{15E32733-7C20-4F35-B66E-CD1AB985DA5F}" dt="2025-03-23T19:21:55.320" v="74"/>
          <ac:spMkLst>
            <pc:docMk/>
            <pc:sldMk cId="1339781207" sldId="274"/>
            <ac:spMk id="5" creationId="{00000000-0000-0000-0000-000000000000}"/>
          </ac:spMkLst>
        </pc:spChg>
      </pc:sldChg>
      <pc:sldChg chg="modSp mod">
        <pc:chgData name="Jacky Chen" userId="f978b6c0472ffe45" providerId="LiveId" clId="{15E32733-7C20-4F35-B66E-CD1AB985DA5F}" dt="2025-03-23T19:21:55.320" v="74"/>
        <pc:sldMkLst>
          <pc:docMk/>
          <pc:sldMk cId="177298944" sldId="275"/>
        </pc:sldMkLst>
        <pc:spChg chg="mod">
          <ac:chgData name="Jacky Chen" userId="f978b6c0472ffe45" providerId="LiveId" clId="{15E32733-7C20-4F35-B66E-CD1AB985DA5F}" dt="2025-03-23T19:21:55.320" v="74"/>
          <ac:spMkLst>
            <pc:docMk/>
            <pc:sldMk cId="177298944" sldId="275"/>
            <ac:spMk id="2" creationId="{00000000-0000-0000-0000-000000000000}"/>
          </ac:spMkLst>
        </pc:spChg>
        <pc:spChg chg="mod">
          <ac:chgData name="Jacky Chen" userId="f978b6c0472ffe45" providerId="LiveId" clId="{15E32733-7C20-4F35-B66E-CD1AB985DA5F}" dt="2025-03-23T19:21:55.320" v="74"/>
          <ac:spMkLst>
            <pc:docMk/>
            <pc:sldMk cId="177298944" sldId="275"/>
            <ac:spMk id="3" creationId="{00000000-0000-0000-0000-000000000000}"/>
          </ac:spMkLst>
        </pc:spChg>
        <pc:spChg chg="mod">
          <ac:chgData name="Jacky Chen" userId="f978b6c0472ffe45" providerId="LiveId" clId="{15E32733-7C20-4F35-B66E-CD1AB985DA5F}" dt="2025-03-23T19:21:55.320" v="74"/>
          <ac:spMkLst>
            <pc:docMk/>
            <pc:sldMk cId="177298944" sldId="275"/>
            <ac:spMk id="4" creationId="{00000000-0000-0000-0000-000000000000}"/>
          </ac:spMkLst>
        </pc:spChg>
        <pc:spChg chg="mod">
          <ac:chgData name="Jacky Chen" userId="f978b6c0472ffe45" providerId="LiveId" clId="{15E32733-7C20-4F35-B66E-CD1AB985DA5F}" dt="2025-03-23T19:21:55.320" v="74"/>
          <ac:spMkLst>
            <pc:docMk/>
            <pc:sldMk cId="177298944" sldId="275"/>
            <ac:spMk id="5" creationId="{00000000-0000-0000-0000-000000000000}"/>
          </ac:spMkLst>
        </pc:spChg>
      </pc:sldChg>
      <pc:sldChg chg="modSp mod">
        <pc:chgData name="Jacky Chen" userId="f978b6c0472ffe45" providerId="LiveId" clId="{15E32733-7C20-4F35-B66E-CD1AB985DA5F}" dt="2025-03-23T19:21:55.320" v="74"/>
        <pc:sldMkLst>
          <pc:docMk/>
          <pc:sldMk cId="3805497255" sldId="276"/>
        </pc:sldMkLst>
        <pc:spChg chg="mod">
          <ac:chgData name="Jacky Chen" userId="f978b6c0472ffe45" providerId="LiveId" clId="{15E32733-7C20-4F35-B66E-CD1AB985DA5F}" dt="2025-03-23T19:21:55.320" v="74"/>
          <ac:spMkLst>
            <pc:docMk/>
            <pc:sldMk cId="3805497255" sldId="276"/>
            <ac:spMk id="3" creationId="{00000000-0000-0000-0000-000000000000}"/>
          </ac:spMkLst>
        </pc:spChg>
        <pc:spChg chg="mod">
          <ac:chgData name="Jacky Chen" userId="f978b6c0472ffe45" providerId="LiveId" clId="{15E32733-7C20-4F35-B66E-CD1AB985DA5F}" dt="2025-03-23T19:21:55.320" v="74"/>
          <ac:spMkLst>
            <pc:docMk/>
            <pc:sldMk cId="3805497255" sldId="276"/>
            <ac:spMk id="5" creationId="{00000000-0000-0000-0000-000000000000}"/>
          </ac:spMkLst>
        </pc:spChg>
        <pc:spChg chg="mod">
          <ac:chgData name="Jacky Chen" userId="f978b6c0472ffe45" providerId="LiveId" clId="{15E32733-7C20-4F35-B66E-CD1AB985DA5F}" dt="2025-03-23T19:21:55.320" v="74"/>
          <ac:spMkLst>
            <pc:docMk/>
            <pc:sldMk cId="3805497255" sldId="276"/>
            <ac:spMk id="6" creationId="{00000000-0000-0000-0000-000000000000}"/>
          </ac:spMkLst>
        </pc:spChg>
      </pc:sldChg>
      <pc:sldChg chg="modSp mod">
        <pc:chgData name="Jacky Chen" userId="f978b6c0472ffe45" providerId="LiveId" clId="{15E32733-7C20-4F35-B66E-CD1AB985DA5F}" dt="2025-03-23T19:21:55.320" v="74"/>
        <pc:sldMkLst>
          <pc:docMk/>
          <pc:sldMk cId="3194198688" sldId="277"/>
        </pc:sldMkLst>
        <pc:spChg chg="mod">
          <ac:chgData name="Jacky Chen" userId="f978b6c0472ffe45" providerId="LiveId" clId="{15E32733-7C20-4F35-B66E-CD1AB985DA5F}" dt="2025-03-23T19:21:55.320" v="74"/>
          <ac:spMkLst>
            <pc:docMk/>
            <pc:sldMk cId="3194198688" sldId="277"/>
            <ac:spMk id="4" creationId="{00000000-0000-0000-0000-000000000000}"/>
          </ac:spMkLst>
        </pc:spChg>
        <pc:spChg chg="mod">
          <ac:chgData name="Jacky Chen" userId="f978b6c0472ffe45" providerId="LiveId" clId="{15E32733-7C20-4F35-B66E-CD1AB985DA5F}" dt="2025-03-23T19:21:55.320" v="74"/>
          <ac:spMkLst>
            <pc:docMk/>
            <pc:sldMk cId="3194198688" sldId="277"/>
            <ac:spMk id="5" creationId="{00000000-0000-0000-0000-000000000000}"/>
          </ac:spMkLst>
        </pc:spChg>
        <pc:spChg chg="mod">
          <ac:chgData name="Jacky Chen" userId="f978b6c0472ffe45" providerId="LiveId" clId="{15E32733-7C20-4F35-B66E-CD1AB985DA5F}" dt="2025-03-23T19:21:55.320" v="74"/>
          <ac:spMkLst>
            <pc:docMk/>
            <pc:sldMk cId="3194198688" sldId="277"/>
            <ac:spMk id="6" creationId="{00000000-0000-0000-0000-000000000000}"/>
          </ac:spMkLst>
        </pc:spChg>
      </pc:sldChg>
      <pc:sldChg chg="modSp">
        <pc:chgData name="Jacky Chen" userId="f978b6c0472ffe45" providerId="LiveId" clId="{15E32733-7C20-4F35-B66E-CD1AB985DA5F}" dt="2025-03-23T19:21:55.320" v="74"/>
        <pc:sldMkLst>
          <pc:docMk/>
          <pc:sldMk cId="597672811" sldId="278"/>
        </pc:sldMkLst>
        <pc:spChg chg="mod">
          <ac:chgData name="Jacky Chen" userId="f978b6c0472ffe45" providerId="LiveId" clId="{15E32733-7C20-4F35-B66E-CD1AB985DA5F}" dt="2025-03-23T19:21:55.320" v="74"/>
          <ac:spMkLst>
            <pc:docMk/>
            <pc:sldMk cId="597672811" sldId="278"/>
            <ac:spMk id="4" creationId="{00000000-0000-0000-0000-000000000000}"/>
          </ac:spMkLst>
        </pc:spChg>
        <pc:spChg chg="mod">
          <ac:chgData name="Jacky Chen" userId="f978b6c0472ffe45" providerId="LiveId" clId="{15E32733-7C20-4F35-B66E-CD1AB985DA5F}" dt="2025-03-23T19:21:55.320" v="74"/>
          <ac:spMkLst>
            <pc:docMk/>
            <pc:sldMk cId="597672811" sldId="278"/>
            <ac:spMk id="5" creationId="{00000000-0000-0000-0000-000000000000}"/>
          </ac:spMkLst>
        </pc:spChg>
      </pc:sldChg>
      <pc:sldChg chg="modSp mod">
        <pc:chgData name="Jacky Chen" userId="f978b6c0472ffe45" providerId="LiveId" clId="{15E32733-7C20-4F35-B66E-CD1AB985DA5F}" dt="2025-03-23T19:21:55.320" v="74"/>
        <pc:sldMkLst>
          <pc:docMk/>
          <pc:sldMk cId="2795657151" sldId="279"/>
        </pc:sldMkLst>
        <pc:spChg chg="mod">
          <ac:chgData name="Jacky Chen" userId="f978b6c0472ffe45" providerId="LiveId" clId="{15E32733-7C20-4F35-B66E-CD1AB985DA5F}" dt="2025-03-23T19:21:55.320" v="74"/>
          <ac:spMkLst>
            <pc:docMk/>
            <pc:sldMk cId="2795657151" sldId="279"/>
            <ac:spMk id="2" creationId="{00000000-0000-0000-0000-000000000000}"/>
          </ac:spMkLst>
        </pc:spChg>
        <pc:spChg chg="mod">
          <ac:chgData name="Jacky Chen" userId="f978b6c0472ffe45" providerId="LiveId" clId="{15E32733-7C20-4F35-B66E-CD1AB985DA5F}" dt="2025-03-23T19:21:55.320" v="74"/>
          <ac:spMkLst>
            <pc:docMk/>
            <pc:sldMk cId="2795657151" sldId="279"/>
            <ac:spMk id="3" creationId="{00000000-0000-0000-0000-000000000000}"/>
          </ac:spMkLst>
        </pc:spChg>
        <pc:spChg chg="mod">
          <ac:chgData name="Jacky Chen" userId="f978b6c0472ffe45" providerId="LiveId" clId="{15E32733-7C20-4F35-B66E-CD1AB985DA5F}" dt="2025-03-23T19:21:55.320" v="74"/>
          <ac:spMkLst>
            <pc:docMk/>
            <pc:sldMk cId="2795657151" sldId="279"/>
            <ac:spMk id="4" creationId="{00000000-0000-0000-0000-000000000000}"/>
          </ac:spMkLst>
        </pc:spChg>
        <pc:spChg chg="mod">
          <ac:chgData name="Jacky Chen" userId="f978b6c0472ffe45" providerId="LiveId" clId="{15E32733-7C20-4F35-B66E-CD1AB985DA5F}" dt="2025-03-23T19:21:55.320" v="74"/>
          <ac:spMkLst>
            <pc:docMk/>
            <pc:sldMk cId="2795657151" sldId="279"/>
            <ac:spMk id="5" creationId="{00000000-0000-0000-0000-000000000000}"/>
          </ac:spMkLst>
        </pc:spChg>
      </pc:sldChg>
      <pc:sldChg chg="modSp mod">
        <pc:chgData name="Jacky Chen" userId="f978b6c0472ffe45" providerId="LiveId" clId="{15E32733-7C20-4F35-B66E-CD1AB985DA5F}" dt="2025-03-23T19:21:55.320" v="74"/>
        <pc:sldMkLst>
          <pc:docMk/>
          <pc:sldMk cId="763752938" sldId="280"/>
        </pc:sldMkLst>
        <pc:spChg chg="mod">
          <ac:chgData name="Jacky Chen" userId="f978b6c0472ffe45" providerId="LiveId" clId="{15E32733-7C20-4F35-B66E-CD1AB985DA5F}" dt="2025-03-23T19:21:55.320" v="74"/>
          <ac:spMkLst>
            <pc:docMk/>
            <pc:sldMk cId="763752938" sldId="280"/>
            <ac:spMk id="4" creationId="{00000000-0000-0000-0000-000000000000}"/>
          </ac:spMkLst>
        </pc:spChg>
        <pc:spChg chg="mod">
          <ac:chgData name="Jacky Chen" userId="f978b6c0472ffe45" providerId="LiveId" clId="{15E32733-7C20-4F35-B66E-CD1AB985DA5F}" dt="2025-03-23T19:21:55.320" v="74"/>
          <ac:spMkLst>
            <pc:docMk/>
            <pc:sldMk cId="763752938" sldId="280"/>
            <ac:spMk id="5" creationId="{00000000-0000-0000-0000-000000000000}"/>
          </ac:spMkLst>
        </pc:spChg>
      </pc:sldChg>
      <pc:sldChg chg="modSp mod">
        <pc:chgData name="Jacky Chen" userId="f978b6c0472ffe45" providerId="LiveId" clId="{15E32733-7C20-4F35-B66E-CD1AB985DA5F}" dt="2025-03-23T19:21:55.320" v="74"/>
        <pc:sldMkLst>
          <pc:docMk/>
          <pc:sldMk cId="866811364" sldId="281"/>
        </pc:sldMkLst>
        <pc:spChg chg="mod">
          <ac:chgData name="Jacky Chen" userId="f978b6c0472ffe45" providerId="LiveId" clId="{15E32733-7C20-4F35-B66E-CD1AB985DA5F}" dt="2025-03-23T19:21:55.320" v="74"/>
          <ac:spMkLst>
            <pc:docMk/>
            <pc:sldMk cId="866811364" sldId="281"/>
            <ac:spMk id="2" creationId="{00000000-0000-0000-0000-000000000000}"/>
          </ac:spMkLst>
        </pc:spChg>
        <pc:spChg chg="mod">
          <ac:chgData name="Jacky Chen" userId="f978b6c0472ffe45" providerId="LiveId" clId="{15E32733-7C20-4F35-B66E-CD1AB985DA5F}" dt="2025-03-23T19:21:55.320" v="74"/>
          <ac:spMkLst>
            <pc:docMk/>
            <pc:sldMk cId="866811364" sldId="281"/>
            <ac:spMk id="3" creationId="{00000000-0000-0000-0000-000000000000}"/>
          </ac:spMkLst>
        </pc:spChg>
        <pc:spChg chg="mod">
          <ac:chgData name="Jacky Chen" userId="f978b6c0472ffe45" providerId="LiveId" clId="{15E32733-7C20-4F35-B66E-CD1AB985DA5F}" dt="2025-03-23T19:21:55.320" v="74"/>
          <ac:spMkLst>
            <pc:docMk/>
            <pc:sldMk cId="866811364" sldId="281"/>
            <ac:spMk id="4" creationId="{00000000-0000-0000-0000-000000000000}"/>
          </ac:spMkLst>
        </pc:spChg>
        <pc:spChg chg="mod">
          <ac:chgData name="Jacky Chen" userId="f978b6c0472ffe45" providerId="LiveId" clId="{15E32733-7C20-4F35-B66E-CD1AB985DA5F}" dt="2025-03-23T19:21:55.320" v="74"/>
          <ac:spMkLst>
            <pc:docMk/>
            <pc:sldMk cId="866811364" sldId="281"/>
            <ac:spMk id="5" creationId="{00000000-0000-0000-0000-000000000000}"/>
          </ac:spMkLst>
        </pc:spChg>
      </pc:sldChg>
      <pc:sldChg chg="modSp mod">
        <pc:chgData name="Jacky Chen" userId="f978b6c0472ffe45" providerId="LiveId" clId="{15E32733-7C20-4F35-B66E-CD1AB985DA5F}" dt="2025-03-23T19:21:55.320" v="74"/>
        <pc:sldMkLst>
          <pc:docMk/>
          <pc:sldMk cId="2034573017" sldId="282"/>
        </pc:sldMkLst>
        <pc:spChg chg="mod">
          <ac:chgData name="Jacky Chen" userId="f978b6c0472ffe45" providerId="LiveId" clId="{15E32733-7C20-4F35-B66E-CD1AB985DA5F}" dt="2025-03-23T19:21:55.320" v="74"/>
          <ac:spMkLst>
            <pc:docMk/>
            <pc:sldMk cId="2034573017" sldId="282"/>
            <ac:spMk id="2" creationId="{B8181F88-7843-41B2-82B7-9BC242241820}"/>
          </ac:spMkLst>
        </pc:spChg>
        <pc:spChg chg="mod">
          <ac:chgData name="Jacky Chen" userId="f978b6c0472ffe45" providerId="LiveId" clId="{15E32733-7C20-4F35-B66E-CD1AB985DA5F}" dt="2025-03-23T19:21:55.320" v="74"/>
          <ac:spMkLst>
            <pc:docMk/>
            <pc:sldMk cId="2034573017" sldId="282"/>
            <ac:spMk id="3" creationId="{A16BB00F-3C3E-4EE9-ADCC-CFFF10F2C54E}"/>
          </ac:spMkLst>
        </pc:spChg>
        <pc:spChg chg="mod">
          <ac:chgData name="Jacky Chen" userId="f978b6c0472ffe45" providerId="LiveId" clId="{15E32733-7C20-4F35-B66E-CD1AB985DA5F}" dt="2025-03-23T19:21:55.320" v="74"/>
          <ac:spMkLst>
            <pc:docMk/>
            <pc:sldMk cId="2034573017" sldId="282"/>
            <ac:spMk id="4" creationId="{2E411982-40B6-439C-B692-D4A53A1E4452}"/>
          </ac:spMkLst>
        </pc:spChg>
        <pc:spChg chg="mod">
          <ac:chgData name="Jacky Chen" userId="f978b6c0472ffe45" providerId="LiveId" clId="{15E32733-7C20-4F35-B66E-CD1AB985DA5F}" dt="2025-03-23T19:21:55.320" v="74"/>
          <ac:spMkLst>
            <pc:docMk/>
            <pc:sldMk cId="2034573017" sldId="282"/>
            <ac:spMk id="5" creationId="{0321C98A-1C8C-4056-8127-3E1CC8910A9A}"/>
          </ac:spMkLst>
        </pc:spChg>
      </pc:sldChg>
      <pc:sldChg chg="modSp mod">
        <pc:chgData name="Jacky Chen" userId="f978b6c0472ffe45" providerId="LiveId" clId="{15E32733-7C20-4F35-B66E-CD1AB985DA5F}" dt="2025-03-23T19:21:55.320" v="74"/>
        <pc:sldMkLst>
          <pc:docMk/>
          <pc:sldMk cId="3608837792" sldId="283"/>
        </pc:sldMkLst>
        <pc:spChg chg="mod">
          <ac:chgData name="Jacky Chen" userId="f978b6c0472ffe45" providerId="LiveId" clId="{15E32733-7C20-4F35-B66E-CD1AB985DA5F}" dt="2025-03-23T19:21:55.320" v="74"/>
          <ac:spMkLst>
            <pc:docMk/>
            <pc:sldMk cId="3608837792" sldId="283"/>
            <ac:spMk id="2" creationId="{CA160322-8D21-48D9-BCA9-DECF9159B18E}"/>
          </ac:spMkLst>
        </pc:spChg>
        <pc:spChg chg="mod">
          <ac:chgData name="Jacky Chen" userId="f978b6c0472ffe45" providerId="LiveId" clId="{15E32733-7C20-4F35-B66E-CD1AB985DA5F}" dt="2025-03-23T19:21:55.320" v="74"/>
          <ac:spMkLst>
            <pc:docMk/>
            <pc:sldMk cId="3608837792" sldId="283"/>
            <ac:spMk id="3" creationId="{B41A09C1-7E43-46DB-B513-E4FE9FC56EF3}"/>
          </ac:spMkLst>
        </pc:spChg>
        <pc:spChg chg="mod">
          <ac:chgData name="Jacky Chen" userId="f978b6c0472ffe45" providerId="LiveId" clId="{15E32733-7C20-4F35-B66E-CD1AB985DA5F}" dt="2025-03-23T19:21:55.320" v="74"/>
          <ac:spMkLst>
            <pc:docMk/>
            <pc:sldMk cId="3608837792" sldId="283"/>
            <ac:spMk id="4" creationId="{5A2361D7-69C4-4C62-A25F-485E66FE0E82}"/>
          </ac:spMkLst>
        </pc:spChg>
        <pc:spChg chg="mod">
          <ac:chgData name="Jacky Chen" userId="f978b6c0472ffe45" providerId="LiveId" clId="{15E32733-7C20-4F35-B66E-CD1AB985DA5F}" dt="2025-03-23T19:21:55.320" v="74"/>
          <ac:spMkLst>
            <pc:docMk/>
            <pc:sldMk cId="3608837792" sldId="283"/>
            <ac:spMk id="5" creationId="{34E8ACED-12DF-442F-B81F-93C328484DF3}"/>
          </ac:spMkLst>
        </pc:spChg>
      </pc:sldChg>
      <pc:sldChg chg="modSp mod">
        <pc:chgData name="Jacky Chen" userId="f978b6c0472ffe45" providerId="LiveId" clId="{15E32733-7C20-4F35-B66E-CD1AB985DA5F}" dt="2025-03-23T19:21:55.320" v="74"/>
        <pc:sldMkLst>
          <pc:docMk/>
          <pc:sldMk cId="1363276444" sldId="284"/>
        </pc:sldMkLst>
        <pc:spChg chg="mod">
          <ac:chgData name="Jacky Chen" userId="f978b6c0472ffe45" providerId="LiveId" clId="{15E32733-7C20-4F35-B66E-CD1AB985DA5F}" dt="2025-03-23T19:21:55.320" v="74"/>
          <ac:spMkLst>
            <pc:docMk/>
            <pc:sldMk cId="1363276444" sldId="284"/>
            <ac:spMk id="3" creationId="{1FD9760A-7264-46B6-ACC6-0C7815E15961}"/>
          </ac:spMkLst>
        </pc:spChg>
        <pc:spChg chg="mod">
          <ac:chgData name="Jacky Chen" userId="f978b6c0472ffe45" providerId="LiveId" clId="{15E32733-7C20-4F35-B66E-CD1AB985DA5F}" dt="2025-03-23T19:21:55.320" v="74"/>
          <ac:spMkLst>
            <pc:docMk/>
            <pc:sldMk cId="1363276444" sldId="284"/>
            <ac:spMk id="4" creationId="{43277665-9B18-40E6-B3C3-54446C2DCB39}"/>
          </ac:spMkLst>
        </pc:spChg>
      </pc:sldChg>
      <pc:sldChg chg="modSp mod">
        <pc:chgData name="Jacky Chen" userId="f978b6c0472ffe45" providerId="LiveId" clId="{15E32733-7C20-4F35-B66E-CD1AB985DA5F}" dt="2025-03-23T19:21:55.320" v="74"/>
        <pc:sldMkLst>
          <pc:docMk/>
          <pc:sldMk cId="2939891544" sldId="285"/>
        </pc:sldMkLst>
        <pc:spChg chg="mod">
          <ac:chgData name="Jacky Chen" userId="f978b6c0472ffe45" providerId="LiveId" clId="{15E32733-7C20-4F35-B66E-CD1AB985DA5F}" dt="2025-03-23T19:21:55.320" v="74"/>
          <ac:spMkLst>
            <pc:docMk/>
            <pc:sldMk cId="2939891544" sldId="285"/>
            <ac:spMk id="2" creationId="{D90F5A83-F292-46E5-A7CF-7C4B29AC4D4D}"/>
          </ac:spMkLst>
        </pc:spChg>
        <pc:spChg chg="mod">
          <ac:chgData name="Jacky Chen" userId="f978b6c0472ffe45" providerId="LiveId" clId="{15E32733-7C20-4F35-B66E-CD1AB985DA5F}" dt="2025-03-23T19:21:55.320" v="74"/>
          <ac:spMkLst>
            <pc:docMk/>
            <pc:sldMk cId="2939891544" sldId="285"/>
            <ac:spMk id="3" creationId="{649F5E6F-725B-454F-90E4-BDF84C2B42FB}"/>
          </ac:spMkLst>
        </pc:spChg>
        <pc:spChg chg="mod">
          <ac:chgData name="Jacky Chen" userId="f978b6c0472ffe45" providerId="LiveId" clId="{15E32733-7C20-4F35-B66E-CD1AB985DA5F}" dt="2025-03-23T19:21:55.320" v="74"/>
          <ac:spMkLst>
            <pc:docMk/>
            <pc:sldMk cId="2939891544" sldId="285"/>
            <ac:spMk id="4" creationId="{8AF49C0A-BB99-41CD-B7B1-8F32626F1D37}"/>
          </ac:spMkLst>
        </pc:spChg>
        <pc:spChg chg="mod">
          <ac:chgData name="Jacky Chen" userId="f978b6c0472ffe45" providerId="LiveId" clId="{15E32733-7C20-4F35-B66E-CD1AB985DA5F}" dt="2025-03-23T19:21:55.320" v="74"/>
          <ac:spMkLst>
            <pc:docMk/>
            <pc:sldMk cId="2939891544" sldId="285"/>
            <ac:spMk id="5" creationId="{A04FCFE1-3C94-496F-82A2-D917DF0D35CC}"/>
          </ac:spMkLst>
        </pc:spChg>
      </pc:sldChg>
      <pc:sldChg chg="modSp new mod">
        <pc:chgData name="Jacky Chen" userId="f978b6c0472ffe45" providerId="LiveId" clId="{15E32733-7C20-4F35-B66E-CD1AB985DA5F}" dt="2025-04-06T15:36:29.999" v="291"/>
        <pc:sldMkLst>
          <pc:docMk/>
          <pc:sldMk cId="2449973935" sldId="286"/>
        </pc:sldMkLst>
        <pc:spChg chg="mod">
          <ac:chgData name="Jacky Chen" userId="f978b6c0472ffe45" providerId="LiveId" clId="{15E32733-7C20-4F35-B66E-CD1AB985DA5F}" dt="2025-03-23T19:21:55.320" v="74"/>
          <ac:spMkLst>
            <pc:docMk/>
            <pc:sldMk cId="2449973935" sldId="286"/>
            <ac:spMk id="2" creationId="{1B6355ED-7C2E-3BB7-6FC2-697C1BD3047C}"/>
          </ac:spMkLst>
        </pc:spChg>
        <pc:spChg chg="mod">
          <ac:chgData name="Jacky Chen" userId="f978b6c0472ffe45" providerId="LiveId" clId="{15E32733-7C20-4F35-B66E-CD1AB985DA5F}" dt="2025-03-23T19:31:41.939" v="290" actId="20577"/>
          <ac:spMkLst>
            <pc:docMk/>
            <pc:sldMk cId="2449973935" sldId="286"/>
            <ac:spMk id="3" creationId="{641234A3-3B4A-C560-05E6-7D736F5AE3DE}"/>
          </ac:spMkLst>
        </pc:spChg>
        <pc:spChg chg="mod">
          <ac:chgData name="Jacky Chen" userId="f978b6c0472ffe45" providerId="LiveId" clId="{15E32733-7C20-4F35-B66E-CD1AB985DA5F}" dt="2025-04-06T15:36:29.999" v="291"/>
          <ac:spMkLst>
            <pc:docMk/>
            <pc:sldMk cId="2449973935" sldId="286"/>
            <ac:spMk id="4" creationId="{0B23B3E3-0FF0-3436-75FD-2152E4688791}"/>
          </ac:spMkLst>
        </pc:spChg>
        <pc:spChg chg="mod">
          <ac:chgData name="Jacky Chen" userId="f978b6c0472ffe45" providerId="LiveId" clId="{15E32733-7C20-4F35-B66E-CD1AB985DA5F}" dt="2025-03-23T19:21:55.320" v="74"/>
          <ac:spMkLst>
            <pc:docMk/>
            <pc:sldMk cId="2449973935" sldId="286"/>
            <ac:spMk id="5" creationId="{7792FCD7-41A3-3965-0ECB-3E8211827195}"/>
          </ac:spMkLst>
        </pc:spChg>
      </pc:sldChg>
      <pc:sldChg chg="new del">
        <pc:chgData name="Jacky Chen" userId="f978b6c0472ffe45" providerId="LiveId" clId="{15E32733-7C20-4F35-B66E-CD1AB985DA5F}" dt="2025-03-23T19:23:07.504" v="89" actId="47"/>
        <pc:sldMkLst>
          <pc:docMk/>
          <pc:sldMk cId="1130016089" sldId="287"/>
        </pc:sldMkLst>
      </pc:sldChg>
      <pc:sldMasterChg chg="modSldLayout">
        <pc:chgData name="Jacky Chen" userId="f978b6c0472ffe45" providerId="LiveId" clId="{15E32733-7C20-4F35-B66E-CD1AB985DA5F}" dt="2025-03-23T19:22:54.235" v="87"/>
        <pc:sldMasterMkLst>
          <pc:docMk/>
          <pc:sldMasterMk cId="709381724" sldId="2147483660"/>
        </pc:sldMasterMkLst>
        <pc:sldLayoutChg chg="modSp mod">
          <pc:chgData name="Jacky Chen" userId="f978b6c0472ffe45" providerId="LiveId" clId="{15E32733-7C20-4F35-B66E-CD1AB985DA5F}" dt="2025-03-23T19:22:09.989" v="75"/>
          <pc:sldLayoutMkLst>
            <pc:docMk/>
            <pc:sldMasterMk cId="709381724" sldId="2147483660"/>
            <pc:sldLayoutMk cId="3899206336" sldId="2147483661"/>
          </pc:sldLayoutMkLst>
          <pc:spChg chg="mod">
            <ac:chgData name="Jacky Chen" userId="f978b6c0472ffe45" providerId="LiveId" clId="{15E32733-7C20-4F35-B66E-CD1AB985DA5F}" dt="2025-03-23T19:22:09.989" v="75"/>
            <ac:spMkLst>
              <pc:docMk/>
              <pc:sldMasterMk cId="709381724" sldId="2147483660"/>
              <pc:sldLayoutMk cId="3899206336" sldId="2147483661"/>
              <ac:spMk id="95" creationId="{00000000-0000-0000-0000-000000000000}"/>
            </ac:spMkLst>
          </pc:spChg>
        </pc:sldLayoutChg>
        <pc:sldLayoutChg chg="modSp mod">
          <pc:chgData name="Jacky Chen" userId="f978b6c0472ffe45" providerId="LiveId" clId="{15E32733-7C20-4F35-B66E-CD1AB985DA5F}" dt="2025-03-23T19:22:18.261" v="76"/>
          <pc:sldLayoutMkLst>
            <pc:docMk/>
            <pc:sldMasterMk cId="709381724" sldId="2147483660"/>
            <pc:sldLayoutMk cId="3004633851" sldId="2147483662"/>
          </pc:sldLayoutMkLst>
          <pc:spChg chg="mod">
            <ac:chgData name="Jacky Chen" userId="f978b6c0472ffe45" providerId="LiveId" clId="{15E32733-7C20-4F35-B66E-CD1AB985DA5F}" dt="2025-03-23T19:22:18.261" v="76"/>
            <ac:spMkLst>
              <pc:docMk/>
              <pc:sldMasterMk cId="709381724" sldId="2147483660"/>
              <pc:sldLayoutMk cId="3004633851" sldId="2147483662"/>
              <ac:spMk id="5" creationId="{00000000-0000-0000-0000-000000000000}"/>
            </ac:spMkLst>
          </pc:spChg>
        </pc:sldLayoutChg>
        <pc:sldLayoutChg chg="modSp mod">
          <pc:chgData name="Jacky Chen" userId="f978b6c0472ffe45" providerId="LiveId" clId="{15E32733-7C20-4F35-B66E-CD1AB985DA5F}" dt="2025-03-23T19:22:21.151" v="77"/>
          <pc:sldLayoutMkLst>
            <pc:docMk/>
            <pc:sldMasterMk cId="709381724" sldId="2147483660"/>
            <pc:sldLayoutMk cId="3856398817" sldId="2147483663"/>
          </pc:sldLayoutMkLst>
          <pc:spChg chg="mod">
            <ac:chgData name="Jacky Chen" userId="f978b6c0472ffe45" providerId="LiveId" clId="{15E32733-7C20-4F35-B66E-CD1AB985DA5F}" dt="2025-03-23T19:22:21.151" v="77"/>
            <ac:spMkLst>
              <pc:docMk/>
              <pc:sldMasterMk cId="709381724" sldId="2147483660"/>
              <pc:sldLayoutMk cId="3856398817" sldId="2147483663"/>
              <ac:spMk id="5" creationId="{00000000-0000-0000-0000-000000000000}"/>
            </ac:spMkLst>
          </pc:spChg>
        </pc:sldLayoutChg>
        <pc:sldLayoutChg chg="modSp mod">
          <pc:chgData name="Jacky Chen" userId="f978b6c0472ffe45" providerId="LiveId" clId="{15E32733-7C20-4F35-B66E-CD1AB985DA5F}" dt="2025-03-23T19:22:23.600" v="78"/>
          <pc:sldLayoutMkLst>
            <pc:docMk/>
            <pc:sldMasterMk cId="709381724" sldId="2147483660"/>
            <pc:sldLayoutMk cId="2702590749" sldId="2147483664"/>
          </pc:sldLayoutMkLst>
          <pc:spChg chg="mod">
            <ac:chgData name="Jacky Chen" userId="f978b6c0472ffe45" providerId="LiveId" clId="{15E32733-7C20-4F35-B66E-CD1AB985DA5F}" dt="2025-03-23T19:22:23.600" v="78"/>
            <ac:spMkLst>
              <pc:docMk/>
              <pc:sldMasterMk cId="709381724" sldId="2147483660"/>
              <pc:sldLayoutMk cId="2702590749" sldId="2147483664"/>
              <ac:spMk id="6" creationId="{00000000-0000-0000-0000-000000000000}"/>
            </ac:spMkLst>
          </pc:spChg>
        </pc:sldLayoutChg>
        <pc:sldLayoutChg chg="modSp mod">
          <pc:chgData name="Jacky Chen" userId="f978b6c0472ffe45" providerId="LiveId" clId="{15E32733-7C20-4F35-B66E-CD1AB985DA5F}" dt="2025-03-23T19:22:27.683" v="79"/>
          <pc:sldLayoutMkLst>
            <pc:docMk/>
            <pc:sldMasterMk cId="709381724" sldId="2147483660"/>
            <pc:sldLayoutMk cId="76695219" sldId="2147483665"/>
          </pc:sldLayoutMkLst>
          <pc:spChg chg="mod">
            <ac:chgData name="Jacky Chen" userId="f978b6c0472ffe45" providerId="LiveId" clId="{15E32733-7C20-4F35-B66E-CD1AB985DA5F}" dt="2025-03-23T19:22:27.683" v="79"/>
            <ac:spMkLst>
              <pc:docMk/>
              <pc:sldMasterMk cId="709381724" sldId="2147483660"/>
              <pc:sldLayoutMk cId="76695219" sldId="2147483665"/>
              <ac:spMk id="8" creationId="{00000000-0000-0000-0000-000000000000}"/>
            </ac:spMkLst>
          </pc:spChg>
        </pc:sldLayoutChg>
        <pc:sldLayoutChg chg="modSp mod">
          <pc:chgData name="Jacky Chen" userId="f978b6c0472ffe45" providerId="LiveId" clId="{15E32733-7C20-4F35-B66E-CD1AB985DA5F}" dt="2025-03-23T19:22:30.279" v="80"/>
          <pc:sldLayoutMkLst>
            <pc:docMk/>
            <pc:sldMasterMk cId="709381724" sldId="2147483660"/>
            <pc:sldLayoutMk cId="1909410950" sldId="2147483666"/>
          </pc:sldLayoutMkLst>
          <pc:spChg chg="mod">
            <ac:chgData name="Jacky Chen" userId="f978b6c0472ffe45" providerId="LiveId" clId="{15E32733-7C20-4F35-B66E-CD1AB985DA5F}" dt="2025-03-23T19:22:30.279" v="80"/>
            <ac:spMkLst>
              <pc:docMk/>
              <pc:sldMasterMk cId="709381724" sldId="2147483660"/>
              <pc:sldLayoutMk cId="1909410950" sldId="2147483666"/>
              <ac:spMk id="4" creationId="{00000000-0000-0000-0000-000000000000}"/>
            </ac:spMkLst>
          </pc:spChg>
        </pc:sldLayoutChg>
        <pc:sldLayoutChg chg="modSp mod">
          <pc:chgData name="Jacky Chen" userId="f978b6c0472ffe45" providerId="LiveId" clId="{15E32733-7C20-4F35-B66E-CD1AB985DA5F}" dt="2025-03-23T19:22:33.529" v="81"/>
          <pc:sldLayoutMkLst>
            <pc:docMk/>
            <pc:sldMasterMk cId="709381724" sldId="2147483660"/>
            <pc:sldLayoutMk cId="401681852" sldId="2147483667"/>
          </pc:sldLayoutMkLst>
          <pc:spChg chg="mod">
            <ac:chgData name="Jacky Chen" userId="f978b6c0472ffe45" providerId="LiveId" clId="{15E32733-7C20-4F35-B66E-CD1AB985DA5F}" dt="2025-03-23T19:22:33.529" v="81"/>
            <ac:spMkLst>
              <pc:docMk/>
              <pc:sldMasterMk cId="709381724" sldId="2147483660"/>
              <pc:sldLayoutMk cId="401681852" sldId="2147483667"/>
              <ac:spMk id="3" creationId="{00000000-0000-0000-0000-000000000000}"/>
            </ac:spMkLst>
          </pc:spChg>
        </pc:sldLayoutChg>
        <pc:sldLayoutChg chg="modSp mod">
          <pc:chgData name="Jacky Chen" userId="f978b6c0472ffe45" providerId="LiveId" clId="{15E32733-7C20-4F35-B66E-CD1AB985DA5F}" dt="2025-03-23T19:22:37.605" v="82"/>
          <pc:sldLayoutMkLst>
            <pc:docMk/>
            <pc:sldMasterMk cId="709381724" sldId="2147483660"/>
            <pc:sldLayoutMk cId="4079828694" sldId="2147483668"/>
          </pc:sldLayoutMkLst>
          <pc:spChg chg="mod">
            <ac:chgData name="Jacky Chen" userId="f978b6c0472ffe45" providerId="LiveId" clId="{15E32733-7C20-4F35-B66E-CD1AB985DA5F}" dt="2025-03-23T19:22:37.605" v="82"/>
            <ac:spMkLst>
              <pc:docMk/>
              <pc:sldMasterMk cId="709381724" sldId="2147483660"/>
              <pc:sldLayoutMk cId="4079828694" sldId="2147483668"/>
              <ac:spMk id="6" creationId="{00000000-0000-0000-0000-000000000000}"/>
            </ac:spMkLst>
          </pc:spChg>
        </pc:sldLayoutChg>
        <pc:sldLayoutChg chg="modSp mod">
          <pc:chgData name="Jacky Chen" userId="f978b6c0472ffe45" providerId="LiveId" clId="{15E32733-7C20-4F35-B66E-CD1AB985DA5F}" dt="2025-03-23T19:22:40.075" v="83"/>
          <pc:sldLayoutMkLst>
            <pc:docMk/>
            <pc:sldMasterMk cId="709381724" sldId="2147483660"/>
            <pc:sldLayoutMk cId="3245219293" sldId="2147483669"/>
          </pc:sldLayoutMkLst>
          <pc:spChg chg="mod">
            <ac:chgData name="Jacky Chen" userId="f978b6c0472ffe45" providerId="LiveId" clId="{15E32733-7C20-4F35-B66E-CD1AB985DA5F}" dt="2025-03-23T19:22:40.075" v="83"/>
            <ac:spMkLst>
              <pc:docMk/>
              <pc:sldMasterMk cId="709381724" sldId="2147483660"/>
              <pc:sldLayoutMk cId="3245219293" sldId="2147483669"/>
              <ac:spMk id="6" creationId="{00000000-0000-0000-0000-000000000000}"/>
            </ac:spMkLst>
          </pc:spChg>
        </pc:sldLayoutChg>
        <pc:sldLayoutChg chg="modSp mod">
          <pc:chgData name="Jacky Chen" userId="f978b6c0472ffe45" providerId="LiveId" clId="{15E32733-7C20-4F35-B66E-CD1AB985DA5F}" dt="2025-03-23T19:22:42.308" v="84"/>
          <pc:sldLayoutMkLst>
            <pc:docMk/>
            <pc:sldMasterMk cId="709381724" sldId="2147483660"/>
            <pc:sldLayoutMk cId="3502955401" sldId="2147483670"/>
          </pc:sldLayoutMkLst>
          <pc:spChg chg="mod">
            <ac:chgData name="Jacky Chen" userId="f978b6c0472ffe45" providerId="LiveId" clId="{15E32733-7C20-4F35-B66E-CD1AB985DA5F}" dt="2025-03-23T19:22:42.308" v="84"/>
            <ac:spMkLst>
              <pc:docMk/>
              <pc:sldMasterMk cId="709381724" sldId="2147483660"/>
              <pc:sldLayoutMk cId="3502955401" sldId="2147483670"/>
              <ac:spMk id="5" creationId="{00000000-0000-0000-0000-000000000000}"/>
            </ac:spMkLst>
          </pc:spChg>
        </pc:sldLayoutChg>
        <pc:sldLayoutChg chg="modSp mod">
          <pc:chgData name="Jacky Chen" userId="f978b6c0472ffe45" providerId="LiveId" clId="{15E32733-7C20-4F35-B66E-CD1AB985DA5F}" dt="2025-03-23T19:22:45.375" v="85"/>
          <pc:sldLayoutMkLst>
            <pc:docMk/>
            <pc:sldMasterMk cId="709381724" sldId="2147483660"/>
            <pc:sldLayoutMk cId="3110756422" sldId="2147483671"/>
          </pc:sldLayoutMkLst>
          <pc:spChg chg="mod">
            <ac:chgData name="Jacky Chen" userId="f978b6c0472ffe45" providerId="LiveId" clId="{15E32733-7C20-4F35-B66E-CD1AB985DA5F}" dt="2025-03-23T19:22:45.375" v="85"/>
            <ac:spMkLst>
              <pc:docMk/>
              <pc:sldMasterMk cId="709381724" sldId="2147483660"/>
              <pc:sldLayoutMk cId="3110756422" sldId="2147483671"/>
              <ac:spMk id="5" creationId="{00000000-0000-0000-0000-000000000000}"/>
            </ac:spMkLst>
          </pc:spChg>
        </pc:sldLayoutChg>
        <pc:sldLayoutChg chg="modSp mod">
          <pc:chgData name="Jacky Chen" userId="f978b6c0472ffe45" providerId="LiveId" clId="{15E32733-7C20-4F35-B66E-CD1AB985DA5F}" dt="2025-03-23T19:22:48.113" v="86"/>
          <pc:sldLayoutMkLst>
            <pc:docMk/>
            <pc:sldMasterMk cId="709381724" sldId="2147483660"/>
            <pc:sldLayoutMk cId="125513657" sldId="2147483672"/>
          </pc:sldLayoutMkLst>
          <pc:spChg chg="mod">
            <ac:chgData name="Jacky Chen" userId="f978b6c0472ffe45" providerId="LiveId" clId="{15E32733-7C20-4F35-B66E-CD1AB985DA5F}" dt="2025-03-23T19:22:48.113" v="86"/>
            <ac:spMkLst>
              <pc:docMk/>
              <pc:sldMasterMk cId="709381724" sldId="2147483660"/>
              <pc:sldLayoutMk cId="125513657" sldId="2147483672"/>
              <ac:spMk id="6" creationId="{00000000-0000-0000-0000-000000000000}"/>
            </ac:spMkLst>
          </pc:spChg>
        </pc:sldLayoutChg>
        <pc:sldLayoutChg chg="modSp mod">
          <pc:chgData name="Jacky Chen" userId="f978b6c0472ffe45" providerId="LiveId" clId="{15E32733-7C20-4F35-B66E-CD1AB985DA5F}" dt="2025-03-23T19:22:54.235" v="87"/>
          <pc:sldLayoutMkLst>
            <pc:docMk/>
            <pc:sldMasterMk cId="709381724" sldId="2147483660"/>
            <pc:sldLayoutMk cId="2005514273" sldId="2147483674"/>
          </pc:sldLayoutMkLst>
          <pc:spChg chg="mod">
            <ac:chgData name="Jacky Chen" userId="f978b6c0472ffe45" providerId="LiveId" clId="{15E32733-7C20-4F35-B66E-CD1AB985DA5F}" dt="2025-03-23T19:22:54.235" v="87"/>
            <ac:spMkLst>
              <pc:docMk/>
              <pc:sldMasterMk cId="709381724" sldId="2147483660"/>
              <pc:sldLayoutMk cId="2005514273" sldId="2147483674"/>
              <ac:spMk id="5" creationId="{00000000-0000-0000-0000-000000000000}"/>
            </ac:spMkLst>
          </pc:spChg>
        </pc:sldLayoutChg>
      </pc:sldMasterChg>
    </pc:docChg>
  </pc:docChgLst>
  <pc:docChgLst>
    <pc:chgData name="John Hull" userId="b3f65f64fa01e6a6" providerId="LiveId" clId="{61ABB1B6-1245-4055-AD48-87DBF28023D4}"/>
    <pc:docChg chg="custSel modSld">
      <pc:chgData name="John Hull" userId="b3f65f64fa01e6a6" providerId="LiveId" clId="{61ABB1B6-1245-4055-AD48-87DBF28023D4}" dt="2021-05-28T00:14:03.525" v="44" actId="20577"/>
      <pc:docMkLst>
        <pc:docMk/>
      </pc:docMkLst>
      <pc:sldChg chg="modSp mod">
        <pc:chgData name="John Hull" userId="b3f65f64fa01e6a6" providerId="LiveId" clId="{61ABB1B6-1245-4055-AD48-87DBF28023D4}" dt="2021-05-28T00:14:03.525" v="44" actId="20577"/>
        <pc:sldMkLst>
          <pc:docMk/>
          <pc:sldMk cId="1070417923" sldId="25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743B9F-D7C5-43E0-B8BC-0903E5C4FA43}" type="datetimeFigureOut">
              <a:rPr lang="en-CA" smtClean="0"/>
              <a:t>2026-04-01</a:t>
            </a:fld>
            <a:endParaRPr lang="en-CA"/>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A8D574-D5EC-452B-8A61-DDC1098834F6}" type="slidenum">
              <a:rPr lang="en-CA" smtClean="0"/>
              <a:t>‹#›</a:t>
            </a:fld>
            <a:endParaRPr lang="en-CA"/>
          </a:p>
        </p:txBody>
      </p:sp>
    </p:spTree>
    <p:extLst>
      <p:ext uri="{BB962C8B-B14F-4D97-AF65-F5344CB8AC3E}">
        <p14:creationId xmlns:p14="http://schemas.microsoft.com/office/powerpoint/2010/main" val="28446093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3737DE-D05C-4C44-8A00-D2A740ADB3CA}" type="datetimeFigureOut">
              <a:rPr lang="en-CA" smtClean="0"/>
              <a:t>2026-04-01</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E8006C-D4DB-423D-BF25-FF76C43831F0}" type="slidenum">
              <a:rPr lang="en-CA" smtClean="0"/>
              <a:t>‹#›</a:t>
            </a:fld>
            <a:endParaRPr lang="en-CA"/>
          </a:p>
        </p:txBody>
      </p:sp>
    </p:spTree>
    <p:extLst>
      <p:ext uri="{BB962C8B-B14F-4D97-AF65-F5344CB8AC3E}">
        <p14:creationId xmlns:p14="http://schemas.microsoft.com/office/powerpoint/2010/main" val="3165601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CDE8006C-D4DB-423D-BF25-FF76C43831F0}" type="slidenum">
              <a:rPr lang="en-CA" smtClean="0"/>
              <a:t>13</a:t>
            </a:fld>
            <a:endParaRPr lang="en-CA"/>
          </a:p>
        </p:txBody>
      </p:sp>
    </p:spTree>
    <p:extLst>
      <p:ext uri="{BB962C8B-B14F-4D97-AF65-F5344CB8AC3E}">
        <p14:creationId xmlns:p14="http://schemas.microsoft.com/office/powerpoint/2010/main" val="1906204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DE8006C-D4DB-423D-BF25-FF76C43831F0}" type="slidenum">
              <a:rPr lang="en-CA" smtClean="0"/>
              <a:t>27</a:t>
            </a:fld>
            <a:endParaRPr lang="en-CA"/>
          </a:p>
        </p:txBody>
      </p:sp>
    </p:spTree>
    <p:extLst>
      <p:ext uri="{BB962C8B-B14F-4D97-AF65-F5344CB8AC3E}">
        <p14:creationId xmlns:p14="http://schemas.microsoft.com/office/powerpoint/2010/main" val="2826990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DE8006C-D4DB-423D-BF25-FF76C43831F0}" type="slidenum">
              <a:rPr lang="en-CA" smtClean="0"/>
              <a:t>33</a:t>
            </a:fld>
            <a:endParaRPr lang="en-CA"/>
          </a:p>
        </p:txBody>
      </p:sp>
    </p:spTree>
    <p:extLst>
      <p:ext uri="{BB962C8B-B14F-4D97-AF65-F5344CB8AC3E}">
        <p14:creationId xmlns:p14="http://schemas.microsoft.com/office/powerpoint/2010/main" val="22114452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eaLnBrk="1" fontAlgn="auto" hangingPunct="1">
                <a:spcBef>
                  <a:spcPts val="0"/>
                </a:spcBef>
                <a:spcAft>
                  <a:spcPts val="0"/>
                </a:spcAft>
                <a:defRPr/>
              </a:pPr>
              <a:endParaRPr lang="en-US" sz="1350">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64333 w 4848"/>
                  <a:gd name="T1" fmla="*/ 203416971 h 432"/>
                  <a:gd name="T2" fmla="*/ 0 w 4848"/>
                  <a:gd name="T3" fmla="*/ 203416971 h 432"/>
                  <a:gd name="T4" fmla="*/ 0 w 4848"/>
                  <a:gd name="T5" fmla="*/ 0 h 432"/>
                  <a:gd name="T6" fmla="*/ 64333 w 4848"/>
                  <a:gd name="T7" fmla="*/ 0 h 432"/>
                  <a:gd name="T8" fmla="*/ 64333 w 4848"/>
                  <a:gd name="T9" fmla="*/ 203416971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33 w 15"/>
                    <a:gd name="T1" fmla="*/ 3 h 23"/>
                    <a:gd name="T2" fmla="*/ 97 w 15"/>
                    <a:gd name="T3" fmla="*/ 3 h 23"/>
                    <a:gd name="T4" fmla="*/ 86 w 15"/>
                    <a:gd name="T5" fmla="*/ 3 h 23"/>
                    <a:gd name="T6" fmla="*/ 33 w 15"/>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39" name="Freeform 8"/>
                <p:cNvSpPr>
                  <a:spLocks/>
                </p:cNvSpPr>
                <p:nvPr userDrawn="1"/>
              </p:nvSpPr>
              <p:spPr bwMode="ltGray">
                <a:xfrm>
                  <a:off x="3406" y="1015"/>
                  <a:ext cx="21" cy="20"/>
                </a:xfrm>
                <a:custGeom>
                  <a:avLst/>
                  <a:gdLst>
                    <a:gd name="T0" fmla="*/ 3 w 20"/>
                    <a:gd name="T1" fmla="*/ 3 h 23"/>
                    <a:gd name="T2" fmla="*/ 26 w 20"/>
                    <a:gd name="T3" fmla="*/ 3 h 23"/>
                    <a:gd name="T4" fmla="*/ 7 w 20"/>
                    <a:gd name="T5" fmla="*/ 3 h 23"/>
                    <a:gd name="T6" fmla="*/ 3 w 20"/>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0" name="Freeform 9"/>
                <p:cNvSpPr>
                  <a:spLocks/>
                </p:cNvSpPr>
                <p:nvPr userDrawn="1"/>
              </p:nvSpPr>
              <p:spPr bwMode="ltGray">
                <a:xfrm>
                  <a:off x="2909" y="908"/>
                  <a:ext cx="31" cy="34"/>
                </a:xfrm>
                <a:custGeom>
                  <a:avLst/>
                  <a:gdLst>
                    <a:gd name="T0" fmla="*/ 31 w 30"/>
                    <a:gd name="T1" fmla="*/ 2 h 42"/>
                    <a:gd name="T2" fmla="*/ 8 w 30"/>
                    <a:gd name="T3" fmla="*/ 2 h 42"/>
                    <a:gd name="T4" fmla="*/ 0 w 30"/>
                    <a:gd name="T5" fmla="*/ 2 h 42"/>
                    <a:gd name="T6" fmla="*/ 31 w 30"/>
                    <a:gd name="T7" fmla="*/ 2 h 42"/>
                    <a:gd name="T8" fmla="*/ 45 w 30"/>
                    <a:gd name="T9" fmla="*/ 2 h 42"/>
                    <a:gd name="T10" fmla="*/ 43 w 30"/>
                    <a:gd name="T11" fmla="*/ 2 h 42"/>
                    <a:gd name="T12" fmla="*/ 31 w 30"/>
                    <a:gd name="T13" fmla="*/ 2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1" name="Freeform 10"/>
                <p:cNvSpPr>
                  <a:spLocks/>
                </p:cNvSpPr>
                <p:nvPr userDrawn="1"/>
              </p:nvSpPr>
              <p:spPr bwMode="ltGray">
                <a:xfrm>
                  <a:off x="2551" y="940"/>
                  <a:ext cx="25" cy="12"/>
                </a:xfrm>
                <a:custGeom>
                  <a:avLst/>
                  <a:gdLst>
                    <a:gd name="T0" fmla="*/ 15 w 25"/>
                    <a:gd name="T1" fmla="*/ 2 h 16"/>
                    <a:gd name="T2" fmla="*/ 3 w 25"/>
                    <a:gd name="T3" fmla="*/ 2 h 16"/>
                    <a:gd name="T4" fmla="*/ 15 w 25"/>
                    <a:gd name="T5" fmla="*/ 0 h 16"/>
                    <a:gd name="T6" fmla="*/ 15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2" name="Freeform 11"/>
                <p:cNvSpPr>
                  <a:spLocks/>
                </p:cNvSpPr>
                <p:nvPr userDrawn="1"/>
              </p:nvSpPr>
              <p:spPr bwMode="ltGray">
                <a:xfrm>
                  <a:off x="2443" y="954"/>
                  <a:ext cx="65" cy="39"/>
                </a:xfrm>
                <a:custGeom>
                  <a:avLst/>
                  <a:gdLst>
                    <a:gd name="T0" fmla="*/ 14 w 65"/>
                    <a:gd name="T1" fmla="*/ 3 h 46"/>
                    <a:gd name="T2" fmla="*/ 30 w 65"/>
                    <a:gd name="T3" fmla="*/ 3 h 46"/>
                    <a:gd name="T4" fmla="*/ 42 w 65"/>
                    <a:gd name="T5" fmla="*/ 0 h 46"/>
                    <a:gd name="T6" fmla="*/ 58 w 65"/>
                    <a:gd name="T7" fmla="*/ 3 h 46"/>
                    <a:gd name="T8" fmla="*/ 32 w 65"/>
                    <a:gd name="T9" fmla="*/ 3 h 46"/>
                    <a:gd name="T10" fmla="*/ 12 w 65"/>
                    <a:gd name="T11" fmla="*/ 3 h 46"/>
                    <a:gd name="T12" fmla="*/ 8 w 65"/>
                    <a:gd name="T13" fmla="*/ 3 h 46"/>
                    <a:gd name="T14" fmla="*/ 12 w 65"/>
                    <a:gd name="T15" fmla="*/ 3 h 46"/>
                    <a:gd name="T16" fmla="*/ 14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3" name="Freeform 12"/>
                <p:cNvSpPr>
                  <a:spLocks/>
                </p:cNvSpPr>
                <p:nvPr userDrawn="1"/>
              </p:nvSpPr>
              <p:spPr bwMode="ltGray">
                <a:xfrm>
                  <a:off x="2375" y="952"/>
                  <a:ext cx="68" cy="39"/>
                </a:xfrm>
                <a:custGeom>
                  <a:avLst/>
                  <a:gdLst>
                    <a:gd name="T0" fmla="*/ 0 w 69"/>
                    <a:gd name="T1" fmla="*/ 2 h 47"/>
                    <a:gd name="T2" fmla="*/ 18 w 69"/>
                    <a:gd name="T3" fmla="*/ 2 h 47"/>
                    <a:gd name="T4" fmla="*/ 37 w 69"/>
                    <a:gd name="T5" fmla="*/ 1 h 47"/>
                    <a:gd name="T6" fmla="*/ 49 w 69"/>
                    <a:gd name="T7" fmla="*/ 2 h 47"/>
                    <a:gd name="T8" fmla="*/ 35 w 69"/>
                    <a:gd name="T9" fmla="*/ 2 h 47"/>
                    <a:gd name="T10" fmla="*/ 28 w 69"/>
                    <a:gd name="T11" fmla="*/ 2 h 47"/>
                    <a:gd name="T12" fmla="*/ 22 w 69"/>
                    <a:gd name="T13" fmla="*/ 2 h 47"/>
                    <a:gd name="T14" fmla="*/ 16 w 69"/>
                    <a:gd name="T15" fmla="*/ 2 h 47"/>
                    <a:gd name="T16" fmla="*/ 12 w 69"/>
                    <a:gd name="T17" fmla="*/ 2 h 47"/>
                    <a:gd name="T18" fmla="*/ 0 w 69"/>
                    <a:gd name="T19" fmla="*/ 2 h 47"/>
                    <a:gd name="T20" fmla="*/ 0 w 69"/>
                    <a:gd name="T21" fmla="*/ 2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4" name="Freeform 13"/>
                <p:cNvSpPr>
                  <a:spLocks/>
                </p:cNvSpPr>
                <p:nvPr userDrawn="1"/>
              </p:nvSpPr>
              <p:spPr bwMode="ltGray">
                <a:xfrm>
                  <a:off x="2007" y="739"/>
                  <a:ext cx="354" cy="228"/>
                </a:xfrm>
                <a:custGeom>
                  <a:avLst/>
                  <a:gdLst>
                    <a:gd name="T0" fmla="*/ 10 w 355"/>
                    <a:gd name="T1" fmla="*/ 2 h 277"/>
                    <a:gd name="T2" fmla="*/ 36 w 355"/>
                    <a:gd name="T3" fmla="*/ 2 h 277"/>
                    <a:gd name="T4" fmla="*/ 46 w 355"/>
                    <a:gd name="T5" fmla="*/ 2 h 277"/>
                    <a:gd name="T6" fmla="*/ 76 w 355"/>
                    <a:gd name="T7" fmla="*/ 2 h 277"/>
                    <a:gd name="T8" fmla="*/ 92 w 355"/>
                    <a:gd name="T9" fmla="*/ 4 h 277"/>
                    <a:gd name="T10" fmla="*/ 122 w 355"/>
                    <a:gd name="T11" fmla="*/ 6 h 277"/>
                    <a:gd name="T12" fmla="*/ 136 w 355"/>
                    <a:gd name="T13" fmla="*/ 7 h 277"/>
                    <a:gd name="T14" fmla="*/ 148 w 355"/>
                    <a:gd name="T15" fmla="*/ 7 h 277"/>
                    <a:gd name="T16" fmla="*/ 154 w 355"/>
                    <a:gd name="T17" fmla="*/ 8 h 277"/>
                    <a:gd name="T18" fmla="*/ 176 w 355"/>
                    <a:gd name="T19" fmla="*/ 8 h 277"/>
                    <a:gd name="T20" fmla="*/ 170 w 355"/>
                    <a:gd name="T21" fmla="*/ 11 h 277"/>
                    <a:gd name="T22" fmla="*/ 177 w 355"/>
                    <a:gd name="T23" fmla="*/ 12 h 277"/>
                    <a:gd name="T24" fmla="*/ 183 w 355"/>
                    <a:gd name="T25" fmla="*/ 12 h 277"/>
                    <a:gd name="T26" fmla="*/ 201 w 355"/>
                    <a:gd name="T27" fmla="*/ 12 h 277"/>
                    <a:gd name="T28" fmla="*/ 221 w 355"/>
                    <a:gd name="T29" fmla="*/ 13 h 277"/>
                    <a:gd name="T30" fmla="*/ 239 w 355"/>
                    <a:gd name="T31" fmla="*/ 13 h 277"/>
                    <a:gd name="T32" fmla="*/ 257 w 355"/>
                    <a:gd name="T33" fmla="*/ 13 h 277"/>
                    <a:gd name="T34" fmla="*/ 281 w 355"/>
                    <a:gd name="T35" fmla="*/ 14 h 277"/>
                    <a:gd name="T36" fmla="*/ 299 w 355"/>
                    <a:gd name="T37" fmla="*/ 14 h 277"/>
                    <a:gd name="T38" fmla="*/ 337 w 355"/>
                    <a:gd name="T39" fmla="*/ 14 h 277"/>
                    <a:gd name="T40" fmla="*/ 327 w 355"/>
                    <a:gd name="T41" fmla="*/ 15 h 277"/>
                    <a:gd name="T42" fmla="*/ 307 w 355"/>
                    <a:gd name="T43" fmla="*/ 14 h 277"/>
                    <a:gd name="T44" fmla="*/ 285 w 355"/>
                    <a:gd name="T45" fmla="*/ 14 h 277"/>
                    <a:gd name="T46" fmla="*/ 273 w 355"/>
                    <a:gd name="T47" fmla="*/ 14 h 277"/>
                    <a:gd name="T48" fmla="*/ 237 w 355"/>
                    <a:gd name="T49" fmla="*/ 14 h 277"/>
                    <a:gd name="T50" fmla="*/ 219 w 355"/>
                    <a:gd name="T51" fmla="*/ 14 h 277"/>
                    <a:gd name="T52" fmla="*/ 172 w 355"/>
                    <a:gd name="T53" fmla="*/ 13 h 277"/>
                    <a:gd name="T54" fmla="*/ 160 w 355"/>
                    <a:gd name="T55" fmla="*/ 12 h 277"/>
                    <a:gd name="T56" fmla="*/ 126 w 355"/>
                    <a:gd name="T57" fmla="*/ 11 h 277"/>
                    <a:gd name="T58" fmla="*/ 108 w 355"/>
                    <a:gd name="T59" fmla="*/ 10 h 277"/>
                    <a:gd name="T60" fmla="*/ 94 w 355"/>
                    <a:gd name="T61" fmla="*/ 8 h 277"/>
                    <a:gd name="T62" fmla="*/ 68 w 355"/>
                    <a:gd name="T63" fmla="*/ 6 h 277"/>
                    <a:gd name="T64" fmla="*/ 64 w 355"/>
                    <a:gd name="T65" fmla="*/ 6 h 277"/>
                    <a:gd name="T66" fmla="*/ 58 w 355"/>
                    <a:gd name="T67" fmla="*/ 6 h 277"/>
                    <a:gd name="T68" fmla="*/ 54 w 355"/>
                    <a:gd name="T69" fmla="*/ 5 h 277"/>
                    <a:gd name="T70" fmla="*/ 38 w 355"/>
                    <a:gd name="T71" fmla="*/ 3 h 277"/>
                    <a:gd name="T72" fmla="*/ 20 w 355"/>
                    <a:gd name="T73" fmla="*/ 2 h 277"/>
                    <a:gd name="T74" fmla="*/ 4 w 355"/>
                    <a:gd name="T75" fmla="*/ 2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5" name="Freeform 14"/>
                <p:cNvSpPr>
                  <a:spLocks/>
                </p:cNvSpPr>
                <p:nvPr userDrawn="1"/>
              </p:nvSpPr>
              <p:spPr bwMode="ltGray">
                <a:xfrm>
                  <a:off x="2222" y="724"/>
                  <a:ext cx="157" cy="167"/>
                </a:xfrm>
                <a:custGeom>
                  <a:avLst/>
                  <a:gdLst>
                    <a:gd name="T0" fmla="*/ 54 w 156"/>
                    <a:gd name="T1" fmla="*/ 2 h 206"/>
                    <a:gd name="T2" fmla="*/ 66 w 156"/>
                    <a:gd name="T3" fmla="*/ 2 h 206"/>
                    <a:gd name="T4" fmla="*/ 68 w 156"/>
                    <a:gd name="T5" fmla="*/ 2 h 206"/>
                    <a:gd name="T6" fmla="*/ 95 w 156"/>
                    <a:gd name="T7" fmla="*/ 2 h 206"/>
                    <a:gd name="T8" fmla="*/ 121 w 156"/>
                    <a:gd name="T9" fmla="*/ 2 h 206"/>
                    <a:gd name="T10" fmla="*/ 127 w 156"/>
                    <a:gd name="T11" fmla="*/ 2 h 206"/>
                    <a:gd name="T12" fmla="*/ 139 w 156"/>
                    <a:gd name="T13" fmla="*/ 0 h 206"/>
                    <a:gd name="T14" fmla="*/ 165 w 156"/>
                    <a:gd name="T15" fmla="*/ 2 h 206"/>
                    <a:gd name="T16" fmla="*/ 161 w 156"/>
                    <a:gd name="T17" fmla="*/ 2 h 206"/>
                    <a:gd name="T18" fmla="*/ 141 w 156"/>
                    <a:gd name="T19" fmla="*/ 2 h 206"/>
                    <a:gd name="T20" fmla="*/ 147 w 156"/>
                    <a:gd name="T21" fmla="*/ 4 h 206"/>
                    <a:gd name="T22" fmla="*/ 157 w 156"/>
                    <a:gd name="T23" fmla="*/ 5 h 206"/>
                    <a:gd name="T24" fmla="*/ 161 w 156"/>
                    <a:gd name="T25" fmla="*/ 5 h 206"/>
                    <a:gd name="T26" fmla="*/ 143 w 156"/>
                    <a:gd name="T27" fmla="*/ 5 h 206"/>
                    <a:gd name="T28" fmla="*/ 131 w 156"/>
                    <a:gd name="T29" fmla="*/ 6 h 206"/>
                    <a:gd name="T30" fmla="*/ 119 w 156"/>
                    <a:gd name="T31" fmla="*/ 6 h 206"/>
                    <a:gd name="T32" fmla="*/ 115 w 156"/>
                    <a:gd name="T33" fmla="*/ 8 h 206"/>
                    <a:gd name="T34" fmla="*/ 103 w 156"/>
                    <a:gd name="T35" fmla="*/ 9 h 206"/>
                    <a:gd name="T36" fmla="*/ 97 w 156"/>
                    <a:gd name="T37" fmla="*/ 9 h 206"/>
                    <a:gd name="T38" fmla="*/ 76 w 156"/>
                    <a:gd name="T39" fmla="*/ 9 h 206"/>
                    <a:gd name="T40" fmla="*/ 72 w 156"/>
                    <a:gd name="T41" fmla="*/ 8 h 206"/>
                    <a:gd name="T42" fmla="*/ 60 w 156"/>
                    <a:gd name="T43" fmla="*/ 8 h 206"/>
                    <a:gd name="T44" fmla="*/ 42 w 156"/>
                    <a:gd name="T45" fmla="*/ 8 h 206"/>
                    <a:gd name="T46" fmla="*/ 28 w 156"/>
                    <a:gd name="T47" fmla="*/ 8 h 206"/>
                    <a:gd name="T48" fmla="*/ 10 w 156"/>
                    <a:gd name="T49" fmla="*/ 6 h 206"/>
                    <a:gd name="T50" fmla="*/ 4 w 156"/>
                    <a:gd name="T51" fmla="*/ 5 h 206"/>
                    <a:gd name="T52" fmla="*/ 0 w 156"/>
                    <a:gd name="T53" fmla="*/ 5 h 206"/>
                    <a:gd name="T54" fmla="*/ 20 w 156"/>
                    <a:gd name="T55" fmla="*/ 4 h 206"/>
                    <a:gd name="T56" fmla="*/ 32 w 156"/>
                    <a:gd name="T57" fmla="*/ 4 h 206"/>
                    <a:gd name="T58" fmla="*/ 34 w 156"/>
                    <a:gd name="T59" fmla="*/ 3 h 206"/>
                    <a:gd name="T60" fmla="*/ 52 w 156"/>
                    <a:gd name="T61" fmla="*/ 2 h 206"/>
                    <a:gd name="T62" fmla="*/ 54 w 156"/>
                    <a:gd name="T63" fmla="*/ 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6" name="Freeform 15"/>
                <p:cNvSpPr>
                  <a:spLocks/>
                </p:cNvSpPr>
                <p:nvPr userDrawn="1"/>
              </p:nvSpPr>
              <p:spPr bwMode="ltGray">
                <a:xfrm>
                  <a:off x="2375" y="800"/>
                  <a:ext cx="110" cy="32"/>
                </a:xfrm>
                <a:custGeom>
                  <a:avLst/>
                  <a:gdLst>
                    <a:gd name="T0" fmla="*/ 4 w 109"/>
                    <a:gd name="T1" fmla="*/ 3 h 38"/>
                    <a:gd name="T2" fmla="*/ 18 w 109"/>
                    <a:gd name="T3" fmla="*/ 3 h 38"/>
                    <a:gd name="T4" fmla="*/ 46 w 109"/>
                    <a:gd name="T5" fmla="*/ 3 h 38"/>
                    <a:gd name="T6" fmla="*/ 87 w 109"/>
                    <a:gd name="T7" fmla="*/ 3 h 38"/>
                    <a:gd name="T8" fmla="*/ 105 w 109"/>
                    <a:gd name="T9" fmla="*/ 0 h 38"/>
                    <a:gd name="T10" fmla="*/ 91 w 109"/>
                    <a:gd name="T11" fmla="*/ 3 h 38"/>
                    <a:gd name="T12" fmla="*/ 75 w 109"/>
                    <a:gd name="T13" fmla="*/ 3 h 38"/>
                    <a:gd name="T14" fmla="*/ 42 w 109"/>
                    <a:gd name="T15" fmla="*/ 3 h 38"/>
                    <a:gd name="T16" fmla="*/ 14 w 109"/>
                    <a:gd name="T17" fmla="*/ 3 h 38"/>
                    <a:gd name="T18" fmla="*/ 4 w 109"/>
                    <a:gd name="T19" fmla="*/ 3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7" name="Freeform 16"/>
                <p:cNvSpPr>
                  <a:spLocks/>
                </p:cNvSpPr>
                <p:nvPr userDrawn="1"/>
              </p:nvSpPr>
              <p:spPr bwMode="ltGray">
                <a:xfrm>
                  <a:off x="2370" y="839"/>
                  <a:ext cx="75" cy="84"/>
                </a:xfrm>
                <a:custGeom>
                  <a:avLst/>
                  <a:gdLst>
                    <a:gd name="T0" fmla="*/ 8 w 76"/>
                    <a:gd name="T1" fmla="*/ 2 h 104"/>
                    <a:gd name="T2" fmla="*/ 18 w 76"/>
                    <a:gd name="T3" fmla="*/ 0 h 104"/>
                    <a:gd name="T4" fmla="*/ 34 w 76"/>
                    <a:gd name="T5" fmla="*/ 2 h 104"/>
                    <a:gd name="T6" fmla="*/ 47 w 76"/>
                    <a:gd name="T7" fmla="*/ 2 h 104"/>
                    <a:gd name="T8" fmla="*/ 38 w 76"/>
                    <a:gd name="T9" fmla="*/ 2 h 104"/>
                    <a:gd name="T10" fmla="*/ 39 w 76"/>
                    <a:gd name="T11" fmla="*/ 2 h 104"/>
                    <a:gd name="T12" fmla="*/ 43 w 76"/>
                    <a:gd name="T13" fmla="*/ 2 h 104"/>
                    <a:gd name="T14" fmla="*/ 38 w 76"/>
                    <a:gd name="T15" fmla="*/ 3 h 104"/>
                    <a:gd name="T16" fmla="*/ 34 w 76"/>
                    <a:gd name="T17" fmla="*/ 2 h 104"/>
                    <a:gd name="T18" fmla="*/ 22 w 76"/>
                    <a:gd name="T19" fmla="*/ 2 h 104"/>
                    <a:gd name="T20" fmla="*/ 28 w 76"/>
                    <a:gd name="T21" fmla="*/ 2 h 104"/>
                    <a:gd name="T22" fmla="*/ 30 w 76"/>
                    <a:gd name="T23" fmla="*/ 3 h 104"/>
                    <a:gd name="T24" fmla="*/ 20 w 76"/>
                    <a:gd name="T25" fmla="*/ 4 h 104"/>
                    <a:gd name="T26" fmla="*/ 12 w 76"/>
                    <a:gd name="T27" fmla="*/ 4 h 104"/>
                    <a:gd name="T28" fmla="*/ 8 w 76"/>
                    <a:gd name="T29" fmla="*/ 4 h 104"/>
                    <a:gd name="T30" fmla="*/ 0 w 76"/>
                    <a:gd name="T31" fmla="*/ 2 h 104"/>
                    <a:gd name="T32" fmla="*/ 2 w 76"/>
                    <a:gd name="T33" fmla="*/ 2 h 104"/>
                    <a:gd name="T34" fmla="*/ 8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8" name="Freeform 17"/>
                <p:cNvSpPr>
                  <a:spLocks/>
                </p:cNvSpPr>
                <p:nvPr userDrawn="1"/>
              </p:nvSpPr>
              <p:spPr bwMode="ltGray">
                <a:xfrm>
                  <a:off x="2497" y="793"/>
                  <a:ext cx="37" cy="49"/>
                </a:xfrm>
                <a:custGeom>
                  <a:avLst/>
                  <a:gdLst>
                    <a:gd name="T0" fmla="*/ 3 w 37"/>
                    <a:gd name="T1" fmla="*/ 2 h 61"/>
                    <a:gd name="T2" fmla="*/ 13 w 37"/>
                    <a:gd name="T3" fmla="*/ 0 h 61"/>
                    <a:gd name="T4" fmla="*/ 15 w 37"/>
                    <a:gd name="T5" fmla="*/ 2 h 61"/>
                    <a:gd name="T6" fmla="*/ 37 w 37"/>
                    <a:gd name="T7" fmla="*/ 2 h 61"/>
                    <a:gd name="T8" fmla="*/ 19 w 37"/>
                    <a:gd name="T9" fmla="*/ 2 h 61"/>
                    <a:gd name="T10" fmla="*/ 5 w 37"/>
                    <a:gd name="T11" fmla="*/ 2 h 61"/>
                    <a:gd name="T12" fmla="*/ 1 w 37"/>
                    <a:gd name="T13" fmla="*/ 2 h 61"/>
                    <a:gd name="T14" fmla="*/ 3 w 37"/>
                    <a:gd name="T15" fmla="*/ 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9" name="Freeform 18"/>
                <p:cNvSpPr>
                  <a:spLocks/>
                </p:cNvSpPr>
                <p:nvPr userDrawn="1"/>
              </p:nvSpPr>
              <p:spPr bwMode="ltGray">
                <a:xfrm>
                  <a:off x="2506" y="869"/>
                  <a:ext cx="47" cy="24"/>
                </a:xfrm>
                <a:custGeom>
                  <a:avLst/>
                  <a:gdLst>
                    <a:gd name="T0" fmla="*/ 7 w 49"/>
                    <a:gd name="T1" fmla="*/ 0 h 29"/>
                    <a:gd name="T2" fmla="*/ 14 w 49"/>
                    <a:gd name="T3" fmla="*/ 0 h 29"/>
                    <a:gd name="T4" fmla="*/ 27 w 49"/>
                    <a:gd name="T5" fmla="*/ 2 h 29"/>
                    <a:gd name="T6" fmla="*/ 20 w 49"/>
                    <a:gd name="T7" fmla="*/ 2 h 29"/>
                    <a:gd name="T8" fmla="*/ 3 w 49"/>
                    <a:gd name="T9" fmla="*/ 2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0" name="Freeform 19"/>
                <p:cNvSpPr>
                  <a:spLocks/>
                </p:cNvSpPr>
                <p:nvPr userDrawn="1"/>
              </p:nvSpPr>
              <p:spPr bwMode="ltGray">
                <a:xfrm>
                  <a:off x="2555" y="832"/>
                  <a:ext cx="61" cy="42"/>
                </a:xfrm>
                <a:custGeom>
                  <a:avLst/>
                  <a:gdLst>
                    <a:gd name="T0" fmla="*/ 21 w 61"/>
                    <a:gd name="T1" fmla="*/ 5 h 48"/>
                    <a:gd name="T2" fmla="*/ 15 w 61"/>
                    <a:gd name="T3" fmla="*/ 4 h 48"/>
                    <a:gd name="T4" fmla="*/ 3 w 61"/>
                    <a:gd name="T5" fmla="*/ 4 h 48"/>
                    <a:gd name="T6" fmla="*/ 13 w 61"/>
                    <a:gd name="T7" fmla="*/ 4 h 48"/>
                    <a:gd name="T8" fmla="*/ 25 w 61"/>
                    <a:gd name="T9" fmla="*/ 0 h 48"/>
                    <a:gd name="T10" fmla="*/ 49 w 61"/>
                    <a:gd name="T11" fmla="*/ 4 h 48"/>
                    <a:gd name="T12" fmla="*/ 53 w 61"/>
                    <a:gd name="T13" fmla="*/ 4 h 48"/>
                    <a:gd name="T14" fmla="*/ 61 w 61"/>
                    <a:gd name="T15" fmla="*/ 4 h 48"/>
                    <a:gd name="T16" fmla="*/ 41 w 61"/>
                    <a:gd name="T17" fmla="*/ 5 h 48"/>
                    <a:gd name="T18" fmla="*/ 23 w 61"/>
                    <a:gd name="T19" fmla="*/ 7 h 48"/>
                    <a:gd name="T20" fmla="*/ 21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1" name="Freeform 20"/>
                <p:cNvSpPr>
                  <a:spLocks/>
                </p:cNvSpPr>
                <p:nvPr userDrawn="1"/>
              </p:nvSpPr>
              <p:spPr bwMode="ltGray">
                <a:xfrm>
                  <a:off x="2572" y="852"/>
                  <a:ext cx="286" cy="149"/>
                </a:xfrm>
                <a:custGeom>
                  <a:avLst/>
                  <a:gdLst>
                    <a:gd name="T0" fmla="*/ 46 w 286"/>
                    <a:gd name="T1" fmla="*/ 2 h 182"/>
                    <a:gd name="T2" fmla="*/ 36 w 286"/>
                    <a:gd name="T3" fmla="*/ 2 h 182"/>
                    <a:gd name="T4" fmla="*/ 26 w 286"/>
                    <a:gd name="T5" fmla="*/ 2 h 182"/>
                    <a:gd name="T6" fmla="*/ 0 w 286"/>
                    <a:gd name="T7" fmla="*/ 2 h 182"/>
                    <a:gd name="T8" fmla="*/ 10 w 286"/>
                    <a:gd name="T9" fmla="*/ 2 h 182"/>
                    <a:gd name="T10" fmla="*/ 16 w 286"/>
                    <a:gd name="T11" fmla="*/ 3 h 182"/>
                    <a:gd name="T12" fmla="*/ 24 w 286"/>
                    <a:gd name="T13" fmla="*/ 2 h 182"/>
                    <a:gd name="T14" fmla="*/ 30 w 286"/>
                    <a:gd name="T15" fmla="*/ 2 h 182"/>
                    <a:gd name="T16" fmla="*/ 48 w 286"/>
                    <a:gd name="T17" fmla="*/ 2 h 182"/>
                    <a:gd name="T18" fmla="*/ 70 w 286"/>
                    <a:gd name="T19" fmla="*/ 3 h 182"/>
                    <a:gd name="T20" fmla="*/ 88 w 286"/>
                    <a:gd name="T21" fmla="*/ 3 h 182"/>
                    <a:gd name="T22" fmla="*/ 106 w 286"/>
                    <a:gd name="T23" fmla="*/ 5 h 182"/>
                    <a:gd name="T24" fmla="*/ 104 w 286"/>
                    <a:gd name="T25" fmla="*/ 6 h 182"/>
                    <a:gd name="T26" fmla="*/ 98 w 286"/>
                    <a:gd name="T27" fmla="*/ 7 h 182"/>
                    <a:gd name="T28" fmla="*/ 122 w 286"/>
                    <a:gd name="T29" fmla="*/ 6 h 182"/>
                    <a:gd name="T30" fmla="*/ 140 w 286"/>
                    <a:gd name="T31" fmla="*/ 7 h 182"/>
                    <a:gd name="T32" fmla="*/ 168 w 286"/>
                    <a:gd name="T33" fmla="*/ 7 h 182"/>
                    <a:gd name="T34" fmla="*/ 174 w 286"/>
                    <a:gd name="T35" fmla="*/ 7 h 182"/>
                    <a:gd name="T36" fmla="*/ 168 w 286"/>
                    <a:gd name="T37" fmla="*/ 7 h 182"/>
                    <a:gd name="T38" fmla="*/ 178 w 286"/>
                    <a:gd name="T39" fmla="*/ 7 h 182"/>
                    <a:gd name="T40" fmla="*/ 186 w 286"/>
                    <a:gd name="T41" fmla="*/ 6 h 182"/>
                    <a:gd name="T42" fmla="*/ 202 w 286"/>
                    <a:gd name="T43" fmla="*/ 6 h 182"/>
                    <a:gd name="T44" fmla="*/ 214 w 286"/>
                    <a:gd name="T45" fmla="*/ 6 h 182"/>
                    <a:gd name="T46" fmla="*/ 244 w 286"/>
                    <a:gd name="T47" fmla="*/ 9 h 182"/>
                    <a:gd name="T48" fmla="*/ 262 w 286"/>
                    <a:gd name="T49" fmla="*/ 9 h 182"/>
                    <a:gd name="T50" fmla="*/ 284 w 286"/>
                    <a:gd name="T51" fmla="*/ 9 h 182"/>
                    <a:gd name="T52" fmla="*/ 268 w 286"/>
                    <a:gd name="T53" fmla="*/ 7 h 182"/>
                    <a:gd name="T54" fmla="*/ 256 w 286"/>
                    <a:gd name="T55" fmla="*/ 7 h 182"/>
                    <a:gd name="T56" fmla="*/ 250 w 286"/>
                    <a:gd name="T57" fmla="*/ 6 h 182"/>
                    <a:gd name="T58" fmla="*/ 248 w 286"/>
                    <a:gd name="T59" fmla="*/ 6 h 182"/>
                    <a:gd name="T60" fmla="*/ 236 w 286"/>
                    <a:gd name="T61" fmla="*/ 6 h 182"/>
                    <a:gd name="T62" fmla="*/ 240 w 286"/>
                    <a:gd name="T63" fmla="*/ 5 h 182"/>
                    <a:gd name="T64" fmla="*/ 220 w 286"/>
                    <a:gd name="T65" fmla="*/ 4 h 182"/>
                    <a:gd name="T66" fmla="*/ 210 w 286"/>
                    <a:gd name="T67" fmla="*/ 3 h 182"/>
                    <a:gd name="T68" fmla="*/ 190 w 286"/>
                    <a:gd name="T69" fmla="*/ 2 h 182"/>
                    <a:gd name="T70" fmla="*/ 168 w 286"/>
                    <a:gd name="T71" fmla="*/ 2 h 182"/>
                    <a:gd name="T72" fmla="*/ 156 w 286"/>
                    <a:gd name="T73" fmla="*/ 2 h 182"/>
                    <a:gd name="T74" fmla="*/ 120 w 286"/>
                    <a:gd name="T75" fmla="*/ 2 h 182"/>
                    <a:gd name="T76" fmla="*/ 102 w 286"/>
                    <a:gd name="T77" fmla="*/ 2 h 182"/>
                    <a:gd name="T78" fmla="*/ 96 w 286"/>
                    <a:gd name="T79" fmla="*/ 0 h 182"/>
                    <a:gd name="T80" fmla="*/ 70 w 286"/>
                    <a:gd name="T81" fmla="*/ 2 h 182"/>
                    <a:gd name="T82" fmla="*/ 56 w 286"/>
                    <a:gd name="T83" fmla="*/ 2 h 182"/>
                    <a:gd name="T84" fmla="*/ 46 w 286"/>
                    <a:gd name="T85" fmla="*/ 2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2" name="Freeform 21"/>
                <p:cNvSpPr>
                  <a:spLocks/>
                </p:cNvSpPr>
                <p:nvPr userDrawn="1"/>
              </p:nvSpPr>
              <p:spPr bwMode="ltGray">
                <a:xfrm>
                  <a:off x="2820" y="866"/>
                  <a:ext cx="78" cy="64"/>
                </a:xfrm>
                <a:custGeom>
                  <a:avLst/>
                  <a:gdLst>
                    <a:gd name="T0" fmla="*/ 1 w 78"/>
                    <a:gd name="T1" fmla="*/ 2 h 78"/>
                    <a:gd name="T2" fmla="*/ 27 w 78"/>
                    <a:gd name="T3" fmla="*/ 3 h 78"/>
                    <a:gd name="T4" fmla="*/ 45 w 78"/>
                    <a:gd name="T5" fmla="*/ 2 h 78"/>
                    <a:gd name="T6" fmla="*/ 57 w 78"/>
                    <a:gd name="T7" fmla="*/ 2 h 78"/>
                    <a:gd name="T8" fmla="*/ 43 w 78"/>
                    <a:gd name="T9" fmla="*/ 2 h 78"/>
                    <a:gd name="T10" fmla="*/ 43 w 78"/>
                    <a:gd name="T11" fmla="*/ 2 h 78"/>
                    <a:gd name="T12" fmla="*/ 71 w 78"/>
                    <a:gd name="T13" fmla="*/ 2 h 78"/>
                    <a:gd name="T14" fmla="*/ 67 w 78"/>
                    <a:gd name="T15" fmla="*/ 2 h 78"/>
                    <a:gd name="T16" fmla="*/ 33 w 78"/>
                    <a:gd name="T17" fmla="*/ 4 h 78"/>
                    <a:gd name="T18" fmla="*/ 9 w 78"/>
                    <a:gd name="T19" fmla="*/ 3 h 78"/>
                    <a:gd name="T20" fmla="*/ 3 w 78"/>
                    <a:gd name="T21" fmla="*/ 3 h 78"/>
                    <a:gd name="T22" fmla="*/ 1 w 78"/>
                    <a:gd name="T23" fmla="*/ 2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3" name="Freeform 22"/>
                <p:cNvSpPr>
                  <a:spLocks/>
                </p:cNvSpPr>
                <p:nvPr userDrawn="1"/>
              </p:nvSpPr>
              <p:spPr bwMode="ltGray">
                <a:xfrm>
                  <a:off x="2984" y="732"/>
                  <a:ext cx="19" cy="14"/>
                </a:xfrm>
                <a:custGeom>
                  <a:avLst/>
                  <a:gdLst>
                    <a:gd name="T0" fmla="*/ 3 w 17"/>
                    <a:gd name="T1" fmla="*/ 2 h 18"/>
                    <a:gd name="T2" fmla="*/ 3 w 17"/>
                    <a:gd name="T3" fmla="*/ 2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4" name="Freeform 23"/>
                <p:cNvSpPr>
                  <a:spLocks/>
                </p:cNvSpPr>
                <p:nvPr userDrawn="1"/>
              </p:nvSpPr>
              <p:spPr bwMode="ltGray">
                <a:xfrm>
                  <a:off x="3083" y="830"/>
                  <a:ext cx="26" cy="19"/>
                </a:xfrm>
                <a:custGeom>
                  <a:avLst/>
                  <a:gdLst>
                    <a:gd name="T0" fmla="*/ 8 w 26"/>
                    <a:gd name="T1" fmla="*/ 3 h 22"/>
                    <a:gd name="T2" fmla="*/ 14 w 26"/>
                    <a:gd name="T3" fmla="*/ 0 h 22"/>
                    <a:gd name="T4" fmla="*/ 14 w 26"/>
                    <a:gd name="T5" fmla="*/ 3 h 22"/>
                    <a:gd name="T6" fmla="*/ 8 w 26"/>
                    <a:gd name="T7" fmla="*/ 3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5" name="Freeform 24"/>
                <p:cNvSpPr>
                  <a:spLocks/>
                </p:cNvSpPr>
                <p:nvPr userDrawn="1"/>
              </p:nvSpPr>
              <p:spPr bwMode="ltGray">
                <a:xfrm>
                  <a:off x="2766" y="610"/>
                  <a:ext cx="19" cy="12"/>
                </a:xfrm>
                <a:custGeom>
                  <a:avLst/>
                  <a:gdLst>
                    <a:gd name="T0" fmla="*/ 7 w 20"/>
                    <a:gd name="T1" fmla="*/ 2 h 15"/>
                    <a:gd name="T2" fmla="*/ 10 w 20"/>
                    <a:gd name="T3" fmla="*/ 2 h 15"/>
                    <a:gd name="T4" fmla="*/ 9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6" name="Freeform 25"/>
                <p:cNvSpPr>
                  <a:spLocks/>
                </p:cNvSpPr>
                <p:nvPr userDrawn="1"/>
              </p:nvSpPr>
              <p:spPr bwMode="ltGray">
                <a:xfrm>
                  <a:off x="2600" y="712"/>
                  <a:ext cx="19" cy="12"/>
                </a:xfrm>
                <a:custGeom>
                  <a:avLst/>
                  <a:gdLst>
                    <a:gd name="T0" fmla="*/ 7 w 20"/>
                    <a:gd name="T1" fmla="*/ 2 h 15"/>
                    <a:gd name="T2" fmla="*/ 10 w 20"/>
                    <a:gd name="T3" fmla="*/ 2 h 15"/>
                    <a:gd name="T4" fmla="*/ 10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7" name="Freeform 26"/>
                <p:cNvSpPr>
                  <a:spLocks/>
                </p:cNvSpPr>
                <p:nvPr userDrawn="1"/>
              </p:nvSpPr>
              <p:spPr bwMode="ltGray">
                <a:xfrm>
                  <a:off x="2417" y="680"/>
                  <a:ext cx="80" cy="66"/>
                </a:xfrm>
                <a:custGeom>
                  <a:avLst/>
                  <a:gdLst>
                    <a:gd name="T0" fmla="*/ 0 w 80"/>
                    <a:gd name="T1" fmla="*/ 2 h 80"/>
                    <a:gd name="T2" fmla="*/ 14 w 80"/>
                    <a:gd name="T3" fmla="*/ 2 h 80"/>
                    <a:gd name="T4" fmla="*/ 26 w 80"/>
                    <a:gd name="T5" fmla="*/ 2 h 80"/>
                    <a:gd name="T6" fmla="*/ 48 w 80"/>
                    <a:gd name="T7" fmla="*/ 2 h 80"/>
                    <a:gd name="T8" fmla="*/ 58 w 80"/>
                    <a:gd name="T9" fmla="*/ 0 h 80"/>
                    <a:gd name="T10" fmla="*/ 80 w 80"/>
                    <a:gd name="T11" fmla="*/ 2 h 80"/>
                    <a:gd name="T12" fmla="*/ 70 w 80"/>
                    <a:gd name="T13" fmla="*/ 3 h 80"/>
                    <a:gd name="T14" fmla="*/ 54 w 80"/>
                    <a:gd name="T15" fmla="*/ 4 h 80"/>
                    <a:gd name="T16" fmla="*/ 48 w 80"/>
                    <a:gd name="T17" fmla="*/ 5 h 80"/>
                    <a:gd name="T18" fmla="*/ 32 w 80"/>
                    <a:gd name="T19" fmla="*/ 4 h 80"/>
                    <a:gd name="T20" fmla="*/ 38 w 80"/>
                    <a:gd name="T21" fmla="*/ 3 h 80"/>
                    <a:gd name="T22" fmla="*/ 30 w 80"/>
                    <a:gd name="T23" fmla="*/ 2 h 80"/>
                    <a:gd name="T24" fmla="*/ 20 w 80"/>
                    <a:gd name="T25" fmla="*/ 2 h 80"/>
                    <a:gd name="T26" fmla="*/ 8 w 80"/>
                    <a:gd name="T27" fmla="*/ 3 h 80"/>
                    <a:gd name="T28" fmla="*/ 0 w 80"/>
                    <a:gd name="T29" fmla="*/ 2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8" name="Freeform 27"/>
                <p:cNvSpPr>
                  <a:spLocks/>
                </p:cNvSpPr>
                <p:nvPr userDrawn="1"/>
              </p:nvSpPr>
              <p:spPr bwMode="ltGray">
                <a:xfrm>
                  <a:off x="2391" y="541"/>
                  <a:ext cx="94" cy="142"/>
                </a:xfrm>
                <a:custGeom>
                  <a:avLst/>
                  <a:gdLst>
                    <a:gd name="T0" fmla="*/ 14 w 94"/>
                    <a:gd name="T1" fmla="*/ 5 h 174"/>
                    <a:gd name="T2" fmla="*/ 26 w 94"/>
                    <a:gd name="T3" fmla="*/ 6 h 174"/>
                    <a:gd name="T4" fmla="*/ 32 w 94"/>
                    <a:gd name="T5" fmla="*/ 5 h 174"/>
                    <a:gd name="T6" fmla="*/ 52 w 94"/>
                    <a:gd name="T7" fmla="*/ 5 h 174"/>
                    <a:gd name="T8" fmla="*/ 46 w 94"/>
                    <a:gd name="T9" fmla="*/ 6 h 174"/>
                    <a:gd name="T10" fmla="*/ 66 w 94"/>
                    <a:gd name="T11" fmla="*/ 6 h 174"/>
                    <a:gd name="T12" fmla="*/ 76 w 94"/>
                    <a:gd name="T13" fmla="*/ 7 h 174"/>
                    <a:gd name="T14" fmla="*/ 58 w 94"/>
                    <a:gd name="T15" fmla="*/ 7 h 174"/>
                    <a:gd name="T16" fmla="*/ 74 w 94"/>
                    <a:gd name="T17" fmla="*/ 9 h 174"/>
                    <a:gd name="T18" fmla="*/ 84 w 94"/>
                    <a:gd name="T19" fmla="*/ 7 h 174"/>
                    <a:gd name="T20" fmla="*/ 82 w 94"/>
                    <a:gd name="T21" fmla="*/ 6 h 174"/>
                    <a:gd name="T22" fmla="*/ 60 w 94"/>
                    <a:gd name="T23" fmla="*/ 5 h 174"/>
                    <a:gd name="T24" fmla="*/ 50 w 94"/>
                    <a:gd name="T25" fmla="*/ 4 h 174"/>
                    <a:gd name="T26" fmla="*/ 34 w 94"/>
                    <a:gd name="T27" fmla="*/ 4 h 174"/>
                    <a:gd name="T28" fmla="*/ 30 w 94"/>
                    <a:gd name="T29" fmla="*/ 3 h 174"/>
                    <a:gd name="T30" fmla="*/ 42 w 94"/>
                    <a:gd name="T31" fmla="*/ 2 h 174"/>
                    <a:gd name="T32" fmla="*/ 30 w 94"/>
                    <a:gd name="T33" fmla="*/ 0 h 174"/>
                    <a:gd name="T34" fmla="*/ 18 w 94"/>
                    <a:gd name="T35" fmla="*/ 2 h 174"/>
                    <a:gd name="T36" fmla="*/ 4 w 94"/>
                    <a:gd name="T37" fmla="*/ 2 h 174"/>
                    <a:gd name="T38" fmla="*/ 14 w 94"/>
                    <a:gd name="T39" fmla="*/ 4 h 174"/>
                    <a:gd name="T40" fmla="*/ 14 w 94"/>
                    <a:gd name="T41" fmla="*/ 5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9" name="Freeform 28"/>
                <p:cNvSpPr>
                  <a:spLocks/>
                </p:cNvSpPr>
                <p:nvPr userDrawn="1"/>
              </p:nvSpPr>
              <p:spPr bwMode="ltGray">
                <a:xfrm>
                  <a:off x="2415" y="644"/>
                  <a:ext cx="32" cy="41"/>
                </a:xfrm>
                <a:custGeom>
                  <a:avLst/>
                  <a:gdLst>
                    <a:gd name="T0" fmla="*/ 6 w 32"/>
                    <a:gd name="T1" fmla="*/ 2 h 50"/>
                    <a:gd name="T2" fmla="*/ 12 w 32"/>
                    <a:gd name="T3" fmla="*/ 0 h 50"/>
                    <a:gd name="T4" fmla="*/ 20 w 32"/>
                    <a:gd name="T5" fmla="*/ 2 h 50"/>
                    <a:gd name="T6" fmla="*/ 22 w 32"/>
                    <a:gd name="T7" fmla="*/ 2 h 50"/>
                    <a:gd name="T8" fmla="*/ 28 w 32"/>
                    <a:gd name="T9" fmla="*/ 2 h 50"/>
                    <a:gd name="T10" fmla="*/ 32 w 32"/>
                    <a:gd name="T11" fmla="*/ 2 h 50"/>
                    <a:gd name="T12" fmla="*/ 18 w 32"/>
                    <a:gd name="T13" fmla="*/ 2 h 50"/>
                    <a:gd name="T14" fmla="*/ 6 w 32"/>
                    <a:gd name="T15" fmla="*/ 2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0" name="Freeform 29"/>
                <p:cNvSpPr>
                  <a:spLocks/>
                </p:cNvSpPr>
                <p:nvPr userDrawn="1"/>
              </p:nvSpPr>
              <p:spPr bwMode="ltGray">
                <a:xfrm>
                  <a:off x="2349" y="654"/>
                  <a:ext cx="45" cy="41"/>
                </a:xfrm>
                <a:custGeom>
                  <a:avLst/>
                  <a:gdLst>
                    <a:gd name="T0" fmla="*/ 0 w 43"/>
                    <a:gd name="T1" fmla="*/ 2 h 50"/>
                    <a:gd name="T2" fmla="*/ 41 w 43"/>
                    <a:gd name="T3" fmla="*/ 2 h 50"/>
                    <a:gd name="T4" fmla="*/ 72 w 43"/>
                    <a:gd name="T5" fmla="*/ 0 h 50"/>
                    <a:gd name="T6" fmla="*/ 45 w 43"/>
                    <a:gd name="T7" fmla="*/ 2 h 50"/>
                    <a:gd name="T8" fmla="*/ 2 w 43"/>
                    <a:gd name="T9" fmla="*/ 2 h 50"/>
                    <a:gd name="T10" fmla="*/ 0 w 43"/>
                    <a:gd name="T11" fmla="*/ 2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1" name="Freeform 30"/>
                <p:cNvSpPr>
                  <a:spLocks/>
                </p:cNvSpPr>
                <p:nvPr userDrawn="1"/>
              </p:nvSpPr>
              <p:spPr bwMode="ltGray">
                <a:xfrm>
                  <a:off x="4808" y="597"/>
                  <a:ext cx="701" cy="438"/>
                </a:xfrm>
                <a:custGeom>
                  <a:avLst/>
                  <a:gdLst>
                    <a:gd name="T0" fmla="*/ 7988 w 471"/>
                    <a:gd name="T1" fmla="*/ 218026 h 281"/>
                    <a:gd name="T2" fmla="*/ 9412 w 471"/>
                    <a:gd name="T3" fmla="*/ 195014 h 281"/>
                    <a:gd name="T4" fmla="*/ 8641 w 471"/>
                    <a:gd name="T5" fmla="*/ 190648 h 281"/>
                    <a:gd name="T6" fmla="*/ 6324 w 471"/>
                    <a:gd name="T7" fmla="*/ 170005 h 281"/>
                    <a:gd name="T8" fmla="*/ 1520 w 471"/>
                    <a:gd name="T9" fmla="*/ 167461 h 281"/>
                    <a:gd name="T10" fmla="*/ 0 w 471"/>
                    <a:gd name="T11" fmla="*/ 148755 h 281"/>
                    <a:gd name="T12" fmla="*/ 4725 w 471"/>
                    <a:gd name="T13" fmla="*/ 140509 h 281"/>
                    <a:gd name="T14" fmla="*/ 2262 w 471"/>
                    <a:gd name="T15" fmla="*/ 128519 h 281"/>
                    <a:gd name="T16" fmla="*/ 686 w 471"/>
                    <a:gd name="T17" fmla="*/ 124428 h 281"/>
                    <a:gd name="T18" fmla="*/ 11100 w 471"/>
                    <a:gd name="T19" fmla="*/ 93492 h 281"/>
                    <a:gd name="T20" fmla="*/ 17020 w 471"/>
                    <a:gd name="T21" fmla="*/ 75130 h 281"/>
                    <a:gd name="T22" fmla="*/ 16520 w 471"/>
                    <a:gd name="T23" fmla="*/ 54526 h 281"/>
                    <a:gd name="T24" fmla="*/ 9412 w 471"/>
                    <a:gd name="T25" fmla="*/ 33363 h 281"/>
                    <a:gd name="T26" fmla="*/ 7946 w 471"/>
                    <a:gd name="T27" fmla="*/ 25052 h 281"/>
                    <a:gd name="T28" fmla="*/ 10196 w 471"/>
                    <a:gd name="T29" fmla="*/ 27926 h 281"/>
                    <a:gd name="T30" fmla="*/ 18649 w 471"/>
                    <a:gd name="T31" fmla="*/ 27614 h 281"/>
                    <a:gd name="T32" fmla="*/ 24867 w 471"/>
                    <a:gd name="T33" fmla="*/ 8475 h 281"/>
                    <a:gd name="T34" fmla="*/ 32002 w 471"/>
                    <a:gd name="T35" fmla="*/ 0 h 281"/>
                    <a:gd name="T36" fmla="*/ 34276 w 471"/>
                    <a:gd name="T37" fmla="*/ 1635 h 281"/>
                    <a:gd name="T38" fmla="*/ 35903 w 471"/>
                    <a:gd name="T39" fmla="*/ 7002 h 281"/>
                    <a:gd name="T40" fmla="*/ 38199 w 471"/>
                    <a:gd name="T41" fmla="*/ 3973 h 281"/>
                    <a:gd name="T42" fmla="*/ 42895 w 471"/>
                    <a:gd name="T43" fmla="*/ 6193 h 281"/>
                    <a:gd name="T44" fmla="*/ 45188 w 471"/>
                    <a:gd name="T45" fmla="*/ 7002 h 281"/>
                    <a:gd name="T46" fmla="*/ 55083 w 471"/>
                    <a:gd name="T47" fmla="*/ 10914 h 281"/>
                    <a:gd name="T48" fmla="*/ 60490 w 471"/>
                    <a:gd name="T49" fmla="*/ 18477 h 281"/>
                    <a:gd name="T50" fmla="*/ 65220 w 471"/>
                    <a:gd name="T51" fmla="*/ 13210 h 281"/>
                    <a:gd name="T52" fmla="*/ 67254 w 471"/>
                    <a:gd name="T53" fmla="*/ 10914 h 281"/>
                    <a:gd name="T54" fmla="*/ 75925 w 471"/>
                    <a:gd name="T55" fmla="*/ 10914 h 281"/>
                    <a:gd name="T56" fmla="*/ 82090 w 471"/>
                    <a:gd name="T57" fmla="*/ 25052 h 281"/>
                    <a:gd name="T58" fmla="*/ 90029 w 471"/>
                    <a:gd name="T59" fmla="*/ 45895 h 281"/>
                    <a:gd name="T60" fmla="*/ 95458 w 471"/>
                    <a:gd name="T61" fmla="*/ 54526 h 281"/>
                    <a:gd name="T62" fmla="*/ 100096 w 471"/>
                    <a:gd name="T63" fmla="*/ 52897 h 281"/>
                    <a:gd name="T64" fmla="*/ 105165 w 471"/>
                    <a:gd name="T65" fmla="*/ 50342 h 281"/>
                    <a:gd name="T66" fmla="*/ 113001 w 471"/>
                    <a:gd name="T67" fmla="*/ 55575 h 281"/>
                    <a:gd name="T68" fmla="*/ 116667 w 471"/>
                    <a:gd name="T69" fmla="*/ 62989 h 281"/>
                    <a:gd name="T70" fmla="*/ 119922 w 471"/>
                    <a:gd name="T71" fmla="*/ 69972 h 281"/>
                    <a:gd name="T72" fmla="*/ 123845 w 471"/>
                    <a:gd name="T73" fmla="*/ 86626 h 281"/>
                    <a:gd name="T74" fmla="*/ 125338 w 471"/>
                    <a:gd name="T75" fmla="*/ 93492 h 281"/>
                    <a:gd name="T76" fmla="*/ 126013 w 471"/>
                    <a:gd name="T77" fmla="*/ 97538 h 281"/>
                    <a:gd name="T78" fmla="*/ 120639 w 471"/>
                    <a:gd name="T79" fmla="*/ 110205 h 281"/>
                    <a:gd name="T80" fmla="*/ 125338 w 471"/>
                    <a:gd name="T81" fmla="*/ 110025 h 281"/>
                    <a:gd name="T82" fmla="*/ 133258 w 471"/>
                    <a:gd name="T83" fmla="*/ 120949 h 281"/>
                    <a:gd name="T84" fmla="*/ 141849 w 471"/>
                    <a:gd name="T85" fmla="*/ 122311 h 281"/>
                    <a:gd name="T86" fmla="*/ 148066 w 471"/>
                    <a:gd name="T87" fmla="*/ 130786 h 281"/>
                    <a:gd name="T88" fmla="*/ 148975 w 471"/>
                    <a:gd name="T89" fmla="*/ 134079 h 281"/>
                    <a:gd name="T90" fmla="*/ 148975 w 471"/>
                    <a:gd name="T91" fmla="*/ 136966 h 281"/>
                    <a:gd name="T92" fmla="*/ 153334 w 471"/>
                    <a:gd name="T93" fmla="*/ 134079 h 281"/>
                    <a:gd name="T94" fmla="*/ 155845 w 471"/>
                    <a:gd name="T95" fmla="*/ 133266 h 281"/>
                    <a:gd name="T96" fmla="*/ 170989 w 471"/>
                    <a:gd name="T97" fmla="*/ 143996 h 281"/>
                    <a:gd name="T98" fmla="*/ 173980 w 471"/>
                    <a:gd name="T99" fmla="*/ 154887 h 281"/>
                    <a:gd name="T100" fmla="*/ 181093 w 471"/>
                    <a:gd name="T101" fmla="*/ 156533 h 281"/>
                    <a:gd name="T102" fmla="*/ 183357 w 471"/>
                    <a:gd name="T103" fmla="*/ 167461 h 281"/>
                    <a:gd name="T104" fmla="*/ 175673 w 471"/>
                    <a:gd name="T105" fmla="*/ 200942 h 281"/>
                    <a:gd name="T106" fmla="*/ 169307 w 471"/>
                    <a:gd name="T107" fmla="*/ 219014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2" name="Freeform 31"/>
                <p:cNvSpPr>
                  <a:spLocks/>
                </p:cNvSpPr>
                <p:nvPr userDrawn="1"/>
              </p:nvSpPr>
              <p:spPr bwMode="ltGray">
                <a:xfrm>
                  <a:off x="3880" y="-7"/>
                  <a:ext cx="984" cy="692"/>
                </a:xfrm>
                <a:custGeom>
                  <a:avLst/>
                  <a:gdLst>
                    <a:gd name="T0" fmla="*/ 406 w 984"/>
                    <a:gd name="T1" fmla="*/ 2 h 844"/>
                    <a:gd name="T2" fmla="*/ 502 w 984"/>
                    <a:gd name="T3" fmla="*/ 2 h 844"/>
                    <a:gd name="T4" fmla="*/ 550 w 984"/>
                    <a:gd name="T5" fmla="*/ 2 h 844"/>
                    <a:gd name="T6" fmla="*/ 578 w 984"/>
                    <a:gd name="T7" fmla="*/ 6 h 844"/>
                    <a:gd name="T8" fmla="*/ 586 w 984"/>
                    <a:gd name="T9" fmla="*/ 5 h 844"/>
                    <a:gd name="T10" fmla="*/ 606 w 984"/>
                    <a:gd name="T11" fmla="*/ 3 h 844"/>
                    <a:gd name="T12" fmla="*/ 642 w 984"/>
                    <a:gd name="T13" fmla="*/ 6 h 844"/>
                    <a:gd name="T14" fmla="*/ 682 w 984"/>
                    <a:gd name="T15" fmla="*/ 5 h 844"/>
                    <a:gd name="T16" fmla="*/ 706 w 984"/>
                    <a:gd name="T17" fmla="*/ 4 h 844"/>
                    <a:gd name="T18" fmla="*/ 762 w 984"/>
                    <a:gd name="T19" fmla="*/ 2 h 844"/>
                    <a:gd name="T20" fmla="*/ 798 w 984"/>
                    <a:gd name="T21" fmla="*/ 3 h 844"/>
                    <a:gd name="T22" fmla="*/ 798 w 984"/>
                    <a:gd name="T23" fmla="*/ 6 h 844"/>
                    <a:gd name="T24" fmla="*/ 790 w 984"/>
                    <a:gd name="T25" fmla="*/ 7 h 844"/>
                    <a:gd name="T26" fmla="*/ 766 w 984"/>
                    <a:gd name="T27" fmla="*/ 8 h 844"/>
                    <a:gd name="T28" fmla="*/ 762 w 984"/>
                    <a:gd name="T29" fmla="*/ 9 h 844"/>
                    <a:gd name="T30" fmla="*/ 802 w 984"/>
                    <a:gd name="T31" fmla="*/ 11 h 844"/>
                    <a:gd name="T32" fmla="*/ 786 w 984"/>
                    <a:gd name="T33" fmla="*/ 16 h 844"/>
                    <a:gd name="T34" fmla="*/ 830 w 984"/>
                    <a:gd name="T35" fmla="*/ 21 h 844"/>
                    <a:gd name="T36" fmla="*/ 854 w 984"/>
                    <a:gd name="T37" fmla="*/ 23 h 844"/>
                    <a:gd name="T38" fmla="*/ 830 w 984"/>
                    <a:gd name="T39" fmla="*/ 23 h 844"/>
                    <a:gd name="T40" fmla="*/ 746 w 984"/>
                    <a:gd name="T41" fmla="*/ 20 h 844"/>
                    <a:gd name="T42" fmla="*/ 678 w 984"/>
                    <a:gd name="T43" fmla="*/ 20 h 844"/>
                    <a:gd name="T44" fmla="*/ 590 w 984"/>
                    <a:gd name="T45" fmla="*/ 23 h 844"/>
                    <a:gd name="T46" fmla="*/ 642 w 984"/>
                    <a:gd name="T47" fmla="*/ 30 h 844"/>
                    <a:gd name="T48" fmla="*/ 710 w 984"/>
                    <a:gd name="T49" fmla="*/ 32 h 844"/>
                    <a:gd name="T50" fmla="*/ 738 w 984"/>
                    <a:gd name="T51" fmla="*/ 28 h 844"/>
                    <a:gd name="T52" fmla="*/ 774 w 984"/>
                    <a:gd name="T53" fmla="*/ 29 h 844"/>
                    <a:gd name="T54" fmla="*/ 766 w 984"/>
                    <a:gd name="T55" fmla="*/ 32 h 844"/>
                    <a:gd name="T56" fmla="*/ 802 w 984"/>
                    <a:gd name="T57" fmla="*/ 34 h 844"/>
                    <a:gd name="T58" fmla="*/ 838 w 984"/>
                    <a:gd name="T59" fmla="*/ 34 h 844"/>
                    <a:gd name="T60" fmla="*/ 922 w 984"/>
                    <a:gd name="T61" fmla="*/ 41 h 844"/>
                    <a:gd name="T62" fmla="*/ 942 w 984"/>
                    <a:gd name="T63" fmla="*/ 42 h 844"/>
                    <a:gd name="T64" fmla="*/ 874 w 984"/>
                    <a:gd name="T65" fmla="*/ 41 h 844"/>
                    <a:gd name="T66" fmla="*/ 830 w 984"/>
                    <a:gd name="T67" fmla="*/ 39 h 844"/>
                    <a:gd name="T68" fmla="*/ 778 w 984"/>
                    <a:gd name="T69" fmla="*/ 36 h 844"/>
                    <a:gd name="T70" fmla="*/ 702 w 984"/>
                    <a:gd name="T71" fmla="*/ 34 h 844"/>
                    <a:gd name="T72" fmla="*/ 614 w 984"/>
                    <a:gd name="T73" fmla="*/ 33 h 844"/>
                    <a:gd name="T74" fmla="*/ 506 w 984"/>
                    <a:gd name="T75" fmla="*/ 30 h 844"/>
                    <a:gd name="T76" fmla="*/ 462 w 984"/>
                    <a:gd name="T77" fmla="*/ 26 h 844"/>
                    <a:gd name="T78" fmla="*/ 430 w 984"/>
                    <a:gd name="T79" fmla="*/ 24 h 844"/>
                    <a:gd name="T80" fmla="*/ 382 w 984"/>
                    <a:gd name="T81" fmla="*/ 21 h 844"/>
                    <a:gd name="T82" fmla="*/ 342 w 984"/>
                    <a:gd name="T83" fmla="*/ 19 h 844"/>
                    <a:gd name="T84" fmla="*/ 354 w 984"/>
                    <a:gd name="T85" fmla="*/ 21 h 844"/>
                    <a:gd name="T86" fmla="*/ 418 w 984"/>
                    <a:gd name="T87" fmla="*/ 25 h 844"/>
                    <a:gd name="T88" fmla="*/ 422 w 984"/>
                    <a:gd name="T89" fmla="*/ 26 h 844"/>
                    <a:gd name="T90" fmla="*/ 394 w 984"/>
                    <a:gd name="T91" fmla="*/ 26 h 844"/>
                    <a:gd name="T92" fmla="*/ 354 w 984"/>
                    <a:gd name="T93" fmla="*/ 24 h 844"/>
                    <a:gd name="T94" fmla="*/ 314 w 984"/>
                    <a:gd name="T95" fmla="*/ 20 h 844"/>
                    <a:gd name="T96" fmla="*/ 266 w 984"/>
                    <a:gd name="T97" fmla="*/ 17 h 844"/>
                    <a:gd name="T98" fmla="*/ 210 w 984"/>
                    <a:gd name="T99" fmla="*/ 16 h 844"/>
                    <a:gd name="T100" fmla="*/ 154 w 984"/>
                    <a:gd name="T101" fmla="*/ 11 h 844"/>
                    <a:gd name="T102" fmla="*/ 66 w 984"/>
                    <a:gd name="T103" fmla="*/ 3 h 844"/>
                    <a:gd name="T104" fmla="*/ 34 w 984"/>
                    <a:gd name="T105" fmla="*/ 2 h 844"/>
                    <a:gd name="T106" fmla="*/ 46 w 984"/>
                    <a:gd name="T107" fmla="*/ 2 h 844"/>
                    <a:gd name="T108" fmla="*/ 102 w 984"/>
                    <a:gd name="T109" fmla="*/ 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3" name="Freeform 32"/>
                <p:cNvSpPr>
                  <a:spLocks/>
                </p:cNvSpPr>
                <p:nvPr userDrawn="1"/>
              </p:nvSpPr>
              <p:spPr bwMode="ltGray">
                <a:xfrm>
                  <a:off x="3577" y="490"/>
                  <a:ext cx="36" cy="39"/>
                </a:xfrm>
                <a:custGeom>
                  <a:avLst/>
                  <a:gdLst>
                    <a:gd name="T0" fmla="*/ 6 w 36"/>
                    <a:gd name="T1" fmla="*/ 2 h 48"/>
                    <a:gd name="T2" fmla="*/ 10 w 36"/>
                    <a:gd name="T3" fmla="*/ 2 h 48"/>
                    <a:gd name="T4" fmla="*/ 6 w 36"/>
                    <a:gd name="T5" fmla="*/ 2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4" name="Freeform 33"/>
                <p:cNvSpPr>
                  <a:spLocks/>
                </p:cNvSpPr>
                <p:nvPr userDrawn="1"/>
              </p:nvSpPr>
              <p:spPr bwMode="ltGray">
                <a:xfrm>
                  <a:off x="3549" y="475"/>
                  <a:ext cx="38" cy="29"/>
                </a:xfrm>
                <a:custGeom>
                  <a:avLst/>
                  <a:gdLst>
                    <a:gd name="T0" fmla="*/ 0 w 36"/>
                    <a:gd name="T1" fmla="*/ 2 h 37"/>
                    <a:gd name="T2" fmla="*/ 27 w 36"/>
                    <a:gd name="T3" fmla="*/ 1 h 37"/>
                    <a:gd name="T4" fmla="*/ 80 w 36"/>
                    <a:gd name="T5" fmla="*/ 2 h 37"/>
                    <a:gd name="T6" fmla="*/ 8 w 36"/>
                    <a:gd name="T7" fmla="*/ 2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5" name="Freeform 34"/>
                <p:cNvSpPr>
                  <a:spLocks/>
                </p:cNvSpPr>
                <p:nvPr userDrawn="1"/>
              </p:nvSpPr>
              <p:spPr bwMode="ltGray">
                <a:xfrm>
                  <a:off x="4686" y="394"/>
                  <a:ext cx="171" cy="81"/>
                </a:xfrm>
                <a:custGeom>
                  <a:avLst/>
                  <a:gdLst>
                    <a:gd name="T0" fmla="*/ 0 w 170"/>
                    <a:gd name="T1" fmla="*/ 4 h 96"/>
                    <a:gd name="T2" fmla="*/ 28 w 170"/>
                    <a:gd name="T3" fmla="*/ 3 h 96"/>
                    <a:gd name="T4" fmla="*/ 56 w 170"/>
                    <a:gd name="T5" fmla="*/ 3 h 96"/>
                    <a:gd name="T6" fmla="*/ 80 w 170"/>
                    <a:gd name="T7" fmla="*/ 3 h 96"/>
                    <a:gd name="T8" fmla="*/ 64 w 170"/>
                    <a:gd name="T9" fmla="*/ 3 h 96"/>
                    <a:gd name="T10" fmla="*/ 139 w 170"/>
                    <a:gd name="T11" fmla="*/ 4 h 96"/>
                    <a:gd name="T12" fmla="*/ 175 w 170"/>
                    <a:gd name="T13" fmla="*/ 5 h 96"/>
                    <a:gd name="T14" fmla="*/ 131 w 170"/>
                    <a:gd name="T15" fmla="*/ 6 h 96"/>
                    <a:gd name="T16" fmla="*/ 103 w 170"/>
                    <a:gd name="T17" fmla="*/ 5 h 96"/>
                    <a:gd name="T18" fmla="*/ 76 w 170"/>
                    <a:gd name="T19" fmla="*/ 4 h 96"/>
                    <a:gd name="T20" fmla="*/ 24 w 170"/>
                    <a:gd name="T21" fmla="*/ 3 h 96"/>
                    <a:gd name="T22" fmla="*/ 0 w 170"/>
                    <a:gd name="T23" fmla="*/ 4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3 h 44"/>
                    <a:gd name="T6" fmla="*/ 112 w 138"/>
                    <a:gd name="T7" fmla="*/ 3 h 44"/>
                    <a:gd name="T8" fmla="*/ 108 w 138"/>
                    <a:gd name="T9" fmla="*/ 3 h 44"/>
                    <a:gd name="T10" fmla="*/ 64 w 138"/>
                    <a:gd name="T11" fmla="*/ 3 h 44"/>
                    <a:gd name="T12" fmla="*/ 0 w 138"/>
                    <a:gd name="T13" fmla="*/ 3 h 44"/>
                    <a:gd name="T14" fmla="*/ 28 w 138"/>
                    <a:gd name="T15" fmla="*/ 3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7" name="Freeform 36"/>
                <p:cNvSpPr>
                  <a:spLocks/>
                </p:cNvSpPr>
                <p:nvPr userDrawn="1"/>
              </p:nvSpPr>
              <p:spPr bwMode="ltGray">
                <a:xfrm>
                  <a:off x="4794" y="480"/>
                  <a:ext cx="56" cy="34"/>
                </a:xfrm>
                <a:custGeom>
                  <a:avLst/>
                  <a:gdLst>
                    <a:gd name="T0" fmla="*/ 17 w 57"/>
                    <a:gd name="T1" fmla="*/ 2 h 42"/>
                    <a:gd name="T2" fmla="*/ 28 w 57"/>
                    <a:gd name="T3" fmla="*/ 2 h 42"/>
                    <a:gd name="T4" fmla="*/ 17 w 57"/>
                    <a:gd name="T5" fmla="*/ 2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8" name="Freeform 37"/>
                <p:cNvSpPr>
                  <a:spLocks/>
                </p:cNvSpPr>
                <p:nvPr userDrawn="1"/>
              </p:nvSpPr>
              <p:spPr bwMode="ltGray">
                <a:xfrm>
                  <a:off x="4757" y="375"/>
                  <a:ext cx="37" cy="44"/>
                </a:xfrm>
                <a:custGeom>
                  <a:avLst/>
                  <a:gdLst>
                    <a:gd name="T0" fmla="*/ 9 w 39"/>
                    <a:gd name="T1" fmla="*/ 3 h 52"/>
                    <a:gd name="T2" fmla="*/ 9 w 39"/>
                    <a:gd name="T3" fmla="*/ 0 h 52"/>
                    <a:gd name="T4" fmla="*/ 9 w 39"/>
                    <a:gd name="T5" fmla="*/ 3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9" name="Freeform 38"/>
                <p:cNvSpPr>
                  <a:spLocks/>
                </p:cNvSpPr>
                <p:nvPr userDrawn="1"/>
              </p:nvSpPr>
              <p:spPr bwMode="ltGray">
                <a:xfrm>
                  <a:off x="5054" y="507"/>
                  <a:ext cx="45" cy="66"/>
                </a:xfrm>
                <a:custGeom>
                  <a:avLst/>
                  <a:gdLst>
                    <a:gd name="T0" fmla="*/ 4 w 44"/>
                    <a:gd name="T1" fmla="*/ 2 h 80"/>
                    <a:gd name="T2" fmla="*/ 20 w 44"/>
                    <a:gd name="T3" fmla="*/ 2 h 80"/>
                    <a:gd name="T4" fmla="*/ 39 w 44"/>
                    <a:gd name="T5" fmla="*/ 2 h 80"/>
                    <a:gd name="T6" fmla="*/ 51 w 44"/>
                    <a:gd name="T7" fmla="*/ 3 h 80"/>
                    <a:gd name="T8" fmla="*/ 39 w 44"/>
                    <a:gd name="T9" fmla="*/ 4 h 80"/>
                    <a:gd name="T10" fmla="*/ 0 w 44"/>
                    <a:gd name="T11" fmla="*/ 2 h 80"/>
                    <a:gd name="T12" fmla="*/ 4 w 44"/>
                    <a:gd name="T13" fmla="*/ 2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0" name="Freeform 39"/>
                <p:cNvSpPr>
                  <a:spLocks/>
                </p:cNvSpPr>
                <p:nvPr userDrawn="1"/>
              </p:nvSpPr>
              <p:spPr bwMode="ltGray">
                <a:xfrm>
                  <a:off x="4260" y="6"/>
                  <a:ext cx="480" cy="100"/>
                </a:xfrm>
                <a:custGeom>
                  <a:avLst/>
                  <a:gdLst>
                    <a:gd name="T0" fmla="*/ 83771 w 323"/>
                    <a:gd name="T1" fmla="*/ 1091 h 64"/>
                    <a:gd name="T2" fmla="*/ 87877 w 323"/>
                    <a:gd name="T3" fmla="*/ 6505 h 64"/>
                    <a:gd name="T4" fmla="*/ 89460 w 323"/>
                    <a:gd name="T5" fmla="*/ 0 h 64"/>
                    <a:gd name="T6" fmla="*/ 101018 w 323"/>
                    <a:gd name="T7" fmla="*/ 0 h 64"/>
                    <a:gd name="T8" fmla="*/ 109508 w 323"/>
                    <a:gd name="T9" fmla="*/ 14019 h 64"/>
                    <a:gd name="T10" fmla="*/ 121274 w 323"/>
                    <a:gd name="T11" fmla="*/ 8211 h 64"/>
                    <a:gd name="T12" fmla="*/ 119609 w 323"/>
                    <a:gd name="T13" fmla="*/ 23111 h 64"/>
                    <a:gd name="T14" fmla="*/ 113381 w 323"/>
                    <a:gd name="T15" fmla="*/ 37586 h 64"/>
                    <a:gd name="T16" fmla="*/ 112148 w 323"/>
                    <a:gd name="T17" fmla="*/ 23111 h 64"/>
                    <a:gd name="T18" fmla="*/ 109508 w 323"/>
                    <a:gd name="T19" fmla="*/ 24814 h 64"/>
                    <a:gd name="T20" fmla="*/ 106429 w 323"/>
                    <a:gd name="T21" fmla="*/ 23111 h 64"/>
                    <a:gd name="T22" fmla="*/ 100067 w 323"/>
                    <a:gd name="T23" fmla="*/ 17173 h 64"/>
                    <a:gd name="T24" fmla="*/ 86901 w 323"/>
                    <a:gd name="T25" fmla="*/ 30517 h 64"/>
                    <a:gd name="T26" fmla="*/ 76585 w 323"/>
                    <a:gd name="T27" fmla="*/ 35813 h 64"/>
                    <a:gd name="T28" fmla="*/ 80637 w 323"/>
                    <a:gd name="T29" fmla="*/ 45973 h 64"/>
                    <a:gd name="T30" fmla="*/ 71618 w 323"/>
                    <a:gd name="T31" fmla="*/ 50544 h 64"/>
                    <a:gd name="T32" fmla="*/ 64216 w 323"/>
                    <a:gd name="T33" fmla="*/ 48942 h 64"/>
                    <a:gd name="T34" fmla="*/ 67337 w 323"/>
                    <a:gd name="T35" fmla="*/ 45973 h 64"/>
                    <a:gd name="T36" fmla="*/ 64938 w 323"/>
                    <a:gd name="T37" fmla="*/ 32348 h 64"/>
                    <a:gd name="T38" fmla="*/ 64216 w 323"/>
                    <a:gd name="T39" fmla="*/ 24814 h 64"/>
                    <a:gd name="T40" fmla="*/ 60199 w 323"/>
                    <a:gd name="T41" fmla="*/ 18758 h 64"/>
                    <a:gd name="T42" fmla="*/ 54161 w 323"/>
                    <a:gd name="T43" fmla="*/ 21905 h 64"/>
                    <a:gd name="T44" fmla="*/ 51039 w 323"/>
                    <a:gd name="T45" fmla="*/ 21905 h 64"/>
                    <a:gd name="T46" fmla="*/ 46884 w 323"/>
                    <a:gd name="T47" fmla="*/ 20047 h 64"/>
                    <a:gd name="T48" fmla="*/ 31549 w 323"/>
                    <a:gd name="T49" fmla="*/ 1705 h 64"/>
                    <a:gd name="T50" fmla="*/ 22618 w 323"/>
                    <a:gd name="T51" fmla="*/ 11253 h 64"/>
                    <a:gd name="T52" fmla="*/ 1 w 323"/>
                    <a:gd name="T53" fmla="*/ 0 h 64"/>
                    <a:gd name="T54" fmla="*/ 83771 w 323"/>
                    <a:gd name="T55" fmla="*/ 109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1" name="Freeform 40"/>
                <p:cNvSpPr>
                  <a:spLocks/>
                </p:cNvSpPr>
                <p:nvPr userDrawn="1"/>
              </p:nvSpPr>
              <p:spPr bwMode="ltGray">
                <a:xfrm>
                  <a:off x="3835" y="3"/>
                  <a:ext cx="446" cy="49"/>
                </a:xfrm>
                <a:custGeom>
                  <a:avLst/>
                  <a:gdLst>
                    <a:gd name="T0" fmla="*/ 40241 w 300"/>
                    <a:gd name="T1" fmla="*/ 29681 h 31"/>
                    <a:gd name="T2" fmla="*/ 11713 w 300"/>
                    <a:gd name="T3" fmla="*/ 1279 h 31"/>
                    <a:gd name="T4" fmla="*/ 109208 w 300"/>
                    <a:gd name="T5" fmla="*/ 0 h 31"/>
                    <a:gd name="T6" fmla="*/ 113272 w 300"/>
                    <a:gd name="T7" fmla="*/ 13426 h 31"/>
                    <a:gd name="T8" fmla="*/ 101044 w 300"/>
                    <a:gd name="T9" fmla="*/ 15383 h 31"/>
                    <a:gd name="T10" fmla="*/ 40241 w 300"/>
                    <a:gd name="T11" fmla="*/ 2968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2" name="Freeform 41"/>
                <p:cNvSpPr>
                  <a:spLocks/>
                </p:cNvSpPr>
                <p:nvPr userDrawn="1"/>
              </p:nvSpPr>
              <p:spPr bwMode="ltGray">
                <a:xfrm>
                  <a:off x="2853" y="74"/>
                  <a:ext cx="42" cy="25"/>
                </a:xfrm>
                <a:custGeom>
                  <a:avLst/>
                  <a:gdLst>
                    <a:gd name="T0" fmla="*/ 0 w 41"/>
                    <a:gd name="T1" fmla="*/ 3 h 29"/>
                    <a:gd name="T2" fmla="*/ 1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3" name="Freeform 42"/>
                <p:cNvSpPr>
                  <a:spLocks/>
                </p:cNvSpPr>
                <p:nvPr userDrawn="1"/>
              </p:nvSpPr>
              <p:spPr bwMode="ltGray">
                <a:xfrm>
                  <a:off x="1704" y="3"/>
                  <a:ext cx="1022" cy="372"/>
                </a:xfrm>
                <a:custGeom>
                  <a:avLst/>
                  <a:gdLst>
                    <a:gd name="T0" fmla="*/ 25861419 w 436"/>
                    <a:gd name="T1" fmla="*/ 548578 h 152"/>
                    <a:gd name="T2" fmla="*/ 154524473 w 436"/>
                    <a:gd name="T3" fmla="*/ 0 h 152"/>
                    <a:gd name="T4" fmla="*/ 147374486 w 436"/>
                    <a:gd name="T5" fmla="*/ 36526122 h 152"/>
                    <a:gd name="T6" fmla="*/ 140743099 w 436"/>
                    <a:gd name="T7" fmla="*/ 45900314 h 152"/>
                    <a:gd name="T8" fmla="*/ 138924928 w 436"/>
                    <a:gd name="T9" fmla="*/ 47333755 h 152"/>
                    <a:gd name="T10" fmla="*/ 132865898 w 436"/>
                    <a:gd name="T11" fmla="*/ 49506188 h 152"/>
                    <a:gd name="T12" fmla="*/ 127888603 w 436"/>
                    <a:gd name="T13" fmla="*/ 59429406 h 152"/>
                    <a:gd name="T14" fmla="*/ 128357863 w 436"/>
                    <a:gd name="T15" fmla="*/ 66896919 h 152"/>
                    <a:gd name="T16" fmla="*/ 128934943 w 436"/>
                    <a:gd name="T17" fmla="*/ 72446599 h 152"/>
                    <a:gd name="T18" fmla="*/ 129710604 w 436"/>
                    <a:gd name="T19" fmla="*/ 76595963 h 152"/>
                    <a:gd name="T20" fmla="*/ 128357863 w 436"/>
                    <a:gd name="T21" fmla="*/ 82694252 h 152"/>
                    <a:gd name="T22" fmla="*/ 124426908 w 436"/>
                    <a:gd name="T23" fmla="*/ 81351686 h 152"/>
                    <a:gd name="T24" fmla="*/ 121258814 w 436"/>
                    <a:gd name="T25" fmla="*/ 87349413 h 152"/>
                    <a:gd name="T26" fmla="*/ 122935869 w 436"/>
                    <a:gd name="T27" fmla="*/ 71068312 h 152"/>
                    <a:gd name="T28" fmla="*/ 119720650 w 436"/>
                    <a:gd name="T29" fmla="*/ 67785196 h 152"/>
                    <a:gd name="T30" fmla="*/ 121833914 w 436"/>
                    <a:gd name="T31" fmla="*/ 63073317 h 152"/>
                    <a:gd name="T32" fmla="*/ 121258814 w 436"/>
                    <a:gd name="T33" fmla="*/ 60352267 h 152"/>
                    <a:gd name="T34" fmla="*/ 113390574 w 436"/>
                    <a:gd name="T35" fmla="*/ 63621278 h 152"/>
                    <a:gd name="T36" fmla="*/ 112348183 w 436"/>
                    <a:gd name="T37" fmla="*/ 57523606 h 152"/>
                    <a:gd name="T38" fmla="*/ 105187306 w 436"/>
                    <a:gd name="T39" fmla="*/ 63621278 h 152"/>
                    <a:gd name="T40" fmla="*/ 113390574 w 436"/>
                    <a:gd name="T41" fmla="*/ 69725771 h 152"/>
                    <a:gd name="T42" fmla="*/ 108111890 w 436"/>
                    <a:gd name="T43" fmla="*/ 79087648 h 152"/>
                    <a:gd name="T44" fmla="*/ 110227156 w 436"/>
                    <a:gd name="T45" fmla="*/ 85182068 h 152"/>
                    <a:gd name="T46" fmla="*/ 111572415 w 436"/>
                    <a:gd name="T47" fmla="*/ 93447707 h 152"/>
                    <a:gd name="T48" fmla="*/ 109459622 w 436"/>
                    <a:gd name="T49" fmla="*/ 94011265 h 152"/>
                    <a:gd name="T50" fmla="*/ 111241646 w 436"/>
                    <a:gd name="T51" fmla="*/ 97293015 h 152"/>
                    <a:gd name="T52" fmla="*/ 108874759 w 436"/>
                    <a:gd name="T53" fmla="*/ 102821162 h 152"/>
                    <a:gd name="T54" fmla="*/ 0 w 436"/>
                    <a:gd name="T55" fmla="*/ 100931542 h 152"/>
                    <a:gd name="T56" fmla="*/ 25861419 w 436"/>
                    <a:gd name="T57" fmla="*/ 548578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4" name="Freeform 43"/>
                <p:cNvSpPr>
                  <a:spLocks/>
                </p:cNvSpPr>
                <p:nvPr userDrawn="1"/>
              </p:nvSpPr>
              <p:spPr bwMode="ltGray">
                <a:xfrm>
                  <a:off x="2729" y="-9"/>
                  <a:ext cx="47" cy="134"/>
                </a:xfrm>
                <a:custGeom>
                  <a:avLst/>
                  <a:gdLst>
                    <a:gd name="T0" fmla="*/ 5 w 47"/>
                    <a:gd name="T1" fmla="*/ 6 h 165"/>
                    <a:gd name="T2" fmla="*/ 15 w 47"/>
                    <a:gd name="T3" fmla="*/ 5 h 165"/>
                    <a:gd name="T4" fmla="*/ 17 w 47"/>
                    <a:gd name="T5" fmla="*/ 2 h 165"/>
                    <a:gd name="T6" fmla="*/ 11 w 47"/>
                    <a:gd name="T7" fmla="*/ 2 h 165"/>
                    <a:gd name="T8" fmla="*/ 17 w 47"/>
                    <a:gd name="T9" fmla="*/ 2 h 165"/>
                    <a:gd name="T10" fmla="*/ 21 w 47"/>
                    <a:gd name="T11" fmla="*/ 0 h 165"/>
                    <a:gd name="T12" fmla="*/ 31 w 47"/>
                    <a:gd name="T13" fmla="*/ 2 h 165"/>
                    <a:gd name="T14" fmla="*/ 47 w 47"/>
                    <a:gd name="T15" fmla="*/ 4 h 165"/>
                    <a:gd name="T16" fmla="*/ 31 w 47"/>
                    <a:gd name="T17" fmla="*/ 5 h 165"/>
                    <a:gd name="T18" fmla="*/ 23 w 47"/>
                    <a:gd name="T19" fmla="*/ 5 h 165"/>
                    <a:gd name="T20" fmla="*/ 21 w 47"/>
                    <a:gd name="T21" fmla="*/ 6 h 165"/>
                    <a:gd name="T22" fmla="*/ 27 w 47"/>
                    <a:gd name="T23" fmla="*/ 6 h 165"/>
                    <a:gd name="T24" fmla="*/ 31 w 47"/>
                    <a:gd name="T25" fmla="*/ 6 h 165"/>
                    <a:gd name="T26" fmla="*/ 13 w 47"/>
                    <a:gd name="T27" fmla="*/ 6 h 165"/>
                    <a:gd name="T28" fmla="*/ 7 w 47"/>
                    <a:gd name="T29" fmla="*/ 6 h 165"/>
                    <a:gd name="T30" fmla="*/ 3 w 47"/>
                    <a:gd name="T31" fmla="*/ 6 h 165"/>
                    <a:gd name="T32" fmla="*/ 5 w 47"/>
                    <a:gd name="T33" fmla="*/ 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5" name="Freeform 44"/>
                <p:cNvSpPr>
                  <a:spLocks/>
                </p:cNvSpPr>
                <p:nvPr userDrawn="1"/>
              </p:nvSpPr>
              <p:spPr bwMode="ltGray">
                <a:xfrm>
                  <a:off x="2701" y="103"/>
                  <a:ext cx="138" cy="84"/>
                </a:xfrm>
                <a:custGeom>
                  <a:avLst/>
                  <a:gdLst>
                    <a:gd name="T0" fmla="*/ 26 w 138"/>
                    <a:gd name="T1" fmla="*/ 3 h 103"/>
                    <a:gd name="T2" fmla="*/ 30 w 138"/>
                    <a:gd name="T3" fmla="*/ 2 h 103"/>
                    <a:gd name="T4" fmla="*/ 50 w 138"/>
                    <a:gd name="T5" fmla="*/ 2 h 103"/>
                    <a:gd name="T6" fmla="*/ 54 w 138"/>
                    <a:gd name="T7" fmla="*/ 2 h 103"/>
                    <a:gd name="T8" fmla="*/ 66 w 138"/>
                    <a:gd name="T9" fmla="*/ 2 h 103"/>
                    <a:gd name="T10" fmla="*/ 80 w 138"/>
                    <a:gd name="T11" fmla="*/ 2 h 103"/>
                    <a:gd name="T12" fmla="*/ 116 w 138"/>
                    <a:gd name="T13" fmla="*/ 2 h 103"/>
                    <a:gd name="T14" fmla="*/ 130 w 138"/>
                    <a:gd name="T15" fmla="*/ 2 h 103"/>
                    <a:gd name="T16" fmla="*/ 138 w 138"/>
                    <a:gd name="T17" fmla="*/ 2 h 103"/>
                    <a:gd name="T18" fmla="*/ 106 w 138"/>
                    <a:gd name="T19" fmla="*/ 2 h 103"/>
                    <a:gd name="T20" fmla="*/ 84 w 138"/>
                    <a:gd name="T21" fmla="*/ 3 h 103"/>
                    <a:gd name="T22" fmla="*/ 66 w 138"/>
                    <a:gd name="T23" fmla="*/ 4 h 103"/>
                    <a:gd name="T24" fmla="*/ 48 w 138"/>
                    <a:gd name="T25" fmla="*/ 5 h 103"/>
                    <a:gd name="T26" fmla="*/ 26 w 138"/>
                    <a:gd name="T27" fmla="*/ 5 h 103"/>
                    <a:gd name="T28" fmla="*/ 20 w 138"/>
                    <a:gd name="T29" fmla="*/ 4 h 103"/>
                    <a:gd name="T30" fmla="*/ 22 w 138"/>
                    <a:gd name="T31" fmla="*/ 5 h 103"/>
                    <a:gd name="T32" fmla="*/ 0 w 138"/>
                    <a:gd name="T33" fmla="*/ 5 h 103"/>
                    <a:gd name="T34" fmla="*/ 10 w 138"/>
                    <a:gd name="T35" fmla="*/ 4 h 103"/>
                    <a:gd name="T36" fmla="*/ 26 w 138"/>
                    <a:gd name="T37" fmla="*/ 3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6" name="Freeform 45"/>
                <p:cNvSpPr>
                  <a:spLocks/>
                </p:cNvSpPr>
                <p:nvPr userDrawn="1"/>
              </p:nvSpPr>
              <p:spPr bwMode="ltGray">
                <a:xfrm>
                  <a:off x="2553" y="182"/>
                  <a:ext cx="187" cy="176"/>
                </a:xfrm>
                <a:custGeom>
                  <a:avLst/>
                  <a:gdLst>
                    <a:gd name="T0" fmla="*/ 143 w 188"/>
                    <a:gd name="T1" fmla="*/ 2 h 214"/>
                    <a:gd name="T2" fmla="*/ 145 w 188"/>
                    <a:gd name="T3" fmla="*/ 2 h 214"/>
                    <a:gd name="T4" fmla="*/ 155 w 188"/>
                    <a:gd name="T5" fmla="*/ 0 h 214"/>
                    <a:gd name="T6" fmla="*/ 167 w 188"/>
                    <a:gd name="T7" fmla="*/ 2 h 214"/>
                    <a:gd name="T8" fmla="*/ 173 w 188"/>
                    <a:gd name="T9" fmla="*/ 2 h 214"/>
                    <a:gd name="T10" fmla="*/ 163 w 188"/>
                    <a:gd name="T11" fmla="*/ 3 h 214"/>
                    <a:gd name="T12" fmla="*/ 155 w 188"/>
                    <a:gd name="T13" fmla="*/ 4 h 214"/>
                    <a:gd name="T14" fmla="*/ 147 w 188"/>
                    <a:gd name="T15" fmla="*/ 7 h 214"/>
                    <a:gd name="T16" fmla="*/ 129 w 188"/>
                    <a:gd name="T17" fmla="*/ 7 h 214"/>
                    <a:gd name="T18" fmla="*/ 105 w 188"/>
                    <a:gd name="T19" fmla="*/ 7 h 214"/>
                    <a:gd name="T20" fmla="*/ 97 w 188"/>
                    <a:gd name="T21" fmla="*/ 7 h 214"/>
                    <a:gd name="T22" fmla="*/ 94 w 188"/>
                    <a:gd name="T23" fmla="*/ 8 h 214"/>
                    <a:gd name="T24" fmla="*/ 90 w 188"/>
                    <a:gd name="T25" fmla="*/ 8 h 214"/>
                    <a:gd name="T26" fmla="*/ 80 w 188"/>
                    <a:gd name="T27" fmla="*/ 7 h 214"/>
                    <a:gd name="T28" fmla="*/ 58 w 188"/>
                    <a:gd name="T29" fmla="*/ 8 h 214"/>
                    <a:gd name="T30" fmla="*/ 76 w 188"/>
                    <a:gd name="T31" fmla="*/ 8 h 214"/>
                    <a:gd name="T32" fmla="*/ 78 w 188"/>
                    <a:gd name="T33" fmla="*/ 9 h 214"/>
                    <a:gd name="T34" fmla="*/ 58 w 188"/>
                    <a:gd name="T35" fmla="*/ 9 h 214"/>
                    <a:gd name="T36" fmla="*/ 34 w 188"/>
                    <a:gd name="T37" fmla="*/ 9 h 214"/>
                    <a:gd name="T38" fmla="*/ 36 w 188"/>
                    <a:gd name="T39" fmla="*/ 8 h 214"/>
                    <a:gd name="T40" fmla="*/ 46 w 188"/>
                    <a:gd name="T41" fmla="*/ 8 h 214"/>
                    <a:gd name="T42" fmla="*/ 34 w 188"/>
                    <a:gd name="T43" fmla="*/ 8 h 214"/>
                    <a:gd name="T44" fmla="*/ 26 w 188"/>
                    <a:gd name="T45" fmla="*/ 9 h 214"/>
                    <a:gd name="T46" fmla="*/ 30 w 188"/>
                    <a:gd name="T47" fmla="*/ 10 h 214"/>
                    <a:gd name="T48" fmla="*/ 14 w 188"/>
                    <a:gd name="T49" fmla="*/ 11 h 214"/>
                    <a:gd name="T50" fmla="*/ 0 w 188"/>
                    <a:gd name="T51" fmla="*/ 12 h 214"/>
                    <a:gd name="T52" fmla="*/ 8 w 188"/>
                    <a:gd name="T53" fmla="*/ 10 h 214"/>
                    <a:gd name="T54" fmla="*/ 0 w 188"/>
                    <a:gd name="T55" fmla="*/ 9 h 214"/>
                    <a:gd name="T56" fmla="*/ 14 w 188"/>
                    <a:gd name="T57" fmla="*/ 8 h 214"/>
                    <a:gd name="T58" fmla="*/ 32 w 188"/>
                    <a:gd name="T59" fmla="*/ 7 h 214"/>
                    <a:gd name="T60" fmla="*/ 44 w 188"/>
                    <a:gd name="T61" fmla="*/ 7 h 214"/>
                    <a:gd name="T62" fmla="*/ 72 w 188"/>
                    <a:gd name="T63" fmla="*/ 7 h 214"/>
                    <a:gd name="T64" fmla="*/ 84 w 188"/>
                    <a:gd name="T65" fmla="*/ 6 h 214"/>
                    <a:gd name="T66" fmla="*/ 99 w 188"/>
                    <a:gd name="T67" fmla="*/ 5 h 214"/>
                    <a:gd name="T68" fmla="*/ 105 w 188"/>
                    <a:gd name="T69" fmla="*/ 5 h 214"/>
                    <a:gd name="T70" fmla="*/ 117 w 188"/>
                    <a:gd name="T71" fmla="*/ 4 h 214"/>
                    <a:gd name="T72" fmla="*/ 135 w 188"/>
                    <a:gd name="T73" fmla="*/ 3 h 214"/>
                    <a:gd name="T74" fmla="*/ 139 w 188"/>
                    <a:gd name="T75" fmla="*/ 2 h 214"/>
                    <a:gd name="T76" fmla="*/ 133 w 188"/>
                    <a:gd name="T77" fmla="*/ 2 h 214"/>
                    <a:gd name="T78" fmla="*/ 137 w 188"/>
                    <a:gd name="T79" fmla="*/ 2 h 214"/>
                    <a:gd name="T80" fmla="*/ 143 w 188"/>
                    <a:gd name="T81" fmla="*/ 2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7" name="Freeform 46"/>
                <p:cNvSpPr>
                  <a:spLocks/>
                </p:cNvSpPr>
                <p:nvPr userDrawn="1"/>
              </p:nvSpPr>
              <p:spPr bwMode="ltGray">
                <a:xfrm>
                  <a:off x="2677" y="233"/>
                  <a:ext cx="14" cy="10"/>
                </a:xfrm>
                <a:custGeom>
                  <a:avLst/>
                  <a:gdLst>
                    <a:gd name="T0" fmla="*/ 0 w 13"/>
                    <a:gd name="T1" fmla="*/ 2 h 13"/>
                    <a:gd name="T2" fmla="*/ 4 w 13"/>
                    <a:gd name="T3" fmla="*/ 2 h 13"/>
                    <a:gd name="T4" fmla="*/ 0 w 13"/>
                    <a:gd name="T5" fmla="*/ 2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8" name="Freeform 47"/>
                <p:cNvSpPr>
                  <a:spLocks/>
                </p:cNvSpPr>
                <p:nvPr userDrawn="1"/>
              </p:nvSpPr>
              <p:spPr bwMode="ltGray">
                <a:xfrm>
                  <a:off x="1627" y="353"/>
                  <a:ext cx="813" cy="462"/>
                </a:xfrm>
                <a:custGeom>
                  <a:avLst/>
                  <a:gdLst>
                    <a:gd name="T0" fmla="*/ 827 w 812"/>
                    <a:gd name="T1" fmla="*/ 2 h 564"/>
                    <a:gd name="T2" fmla="*/ 793 w 812"/>
                    <a:gd name="T3" fmla="*/ 4 h 564"/>
                    <a:gd name="T4" fmla="*/ 763 w 812"/>
                    <a:gd name="T5" fmla="*/ 6 h 564"/>
                    <a:gd name="T6" fmla="*/ 737 w 812"/>
                    <a:gd name="T7" fmla="*/ 7 h 564"/>
                    <a:gd name="T8" fmla="*/ 649 w 812"/>
                    <a:gd name="T9" fmla="*/ 9 h 564"/>
                    <a:gd name="T10" fmla="*/ 647 w 812"/>
                    <a:gd name="T11" fmla="*/ 11 h 564"/>
                    <a:gd name="T12" fmla="*/ 619 w 812"/>
                    <a:gd name="T13" fmla="*/ 11 h 564"/>
                    <a:gd name="T14" fmla="*/ 635 w 812"/>
                    <a:gd name="T15" fmla="*/ 9 h 564"/>
                    <a:gd name="T16" fmla="*/ 591 w 812"/>
                    <a:gd name="T17" fmla="*/ 9 h 564"/>
                    <a:gd name="T18" fmla="*/ 571 w 812"/>
                    <a:gd name="T19" fmla="*/ 11 h 564"/>
                    <a:gd name="T20" fmla="*/ 611 w 812"/>
                    <a:gd name="T21" fmla="*/ 14 h 564"/>
                    <a:gd name="T22" fmla="*/ 609 w 812"/>
                    <a:gd name="T23" fmla="*/ 19 h 564"/>
                    <a:gd name="T24" fmla="*/ 557 w 812"/>
                    <a:gd name="T25" fmla="*/ 20 h 564"/>
                    <a:gd name="T26" fmla="*/ 537 w 812"/>
                    <a:gd name="T27" fmla="*/ 20 h 564"/>
                    <a:gd name="T28" fmla="*/ 497 w 812"/>
                    <a:gd name="T29" fmla="*/ 17 h 564"/>
                    <a:gd name="T30" fmla="*/ 477 w 812"/>
                    <a:gd name="T31" fmla="*/ 17 h 564"/>
                    <a:gd name="T32" fmla="*/ 465 w 812"/>
                    <a:gd name="T33" fmla="*/ 20 h 564"/>
                    <a:gd name="T34" fmla="*/ 515 w 812"/>
                    <a:gd name="T35" fmla="*/ 24 h 564"/>
                    <a:gd name="T36" fmla="*/ 525 w 812"/>
                    <a:gd name="T37" fmla="*/ 26 h 564"/>
                    <a:gd name="T38" fmla="*/ 541 w 812"/>
                    <a:gd name="T39" fmla="*/ 28 h 564"/>
                    <a:gd name="T40" fmla="*/ 507 w 812"/>
                    <a:gd name="T41" fmla="*/ 28 h 564"/>
                    <a:gd name="T42" fmla="*/ 485 w 812"/>
                    <a:gd name="T43" fmla="*/ 26 h 564"/>
                    <a:gd name="T44" fmla="*/ 437 w 812"/>
                    <a:gd name="T45" fmla="*/ 21 h 564"/>
                    <a:gd name="T46" fmla="*/ 441 w 812"/>
                    <a:gd name="T47" fmla="*/ 16 h 564"/>
                    <a:gd name="T48" fmla="*/ 437 w 812"/>
                    <a:gd name="T49" fmla="*/ 13 h 564"/>
                    <a:gd name="T50" fmla="*/ 427 w 812"/>
                    <a:gd name="T51" fmla="*/ 14 h 564"/>
                    <a:gd name="T52" fmla="*/ 386 w 812"/>
                    <a:gd name="T53" fmla="*/ 13 h 564"/>
                    <a:gd name="T54" fmla="*/ 360 w 812"/>
                    <a:gd name="T55" fmla="*/ 9 h 564"/>
                    <a:gd name="T56" fmla="*/ 330 w 812"/>
                    <a:gd name="T57" fmla="*/ 9 h 564"/>
                    <a:gd name="T58" fmla="*/ 288 w 812"/>
                    <a:gd name="T59" fmla="*/ 9 h 564"/>
                    <a:gd name="T60" fmla="*/ 242 w 812"/>
                    <a:gd name="T61" fmla="*/ 11 h 564"/>
                    <a:gd name="T62" fmla="*/ 196 w 812"/>
                    <a:gd name="T63" fmla="*/ 13 h 564"/>
                    <a:gd name="T64" fmla="*/ 184 w 812"/>
                    <a:gd name="T65" fmla="*/ 13 h 564"/>
                    <a:gd name="T66" fmla="*/ 160 w 812"/>
                    <a:gd name="T67" fmla="*/ 16 h 564"/>
                    <a:gd name="T68" fmla="*/ 152 w 812"/>
                    <a:gd name="T69" fmla="*/ 17 h 564"/>
                    <a:gd name="T70" fmla="*/ 128 w 812"/>
                    <a:gd name="T71" fmla="*/ 20 h 564"/>
                    <a:gd name="T72" fmla="*/ 94 w 812"/>
                    <a:gd name="T73" fmla="*/ 20 h 564"/>
                    <a:gd name="T74" fmla="*/ 66 w 812"/>
                    <a:gd name="T75" fmla="*/ 13 h 564"/>
                    <a:gd name="T76" fmla="*/ 72 w 812"/>
                    <a:gd name="T77" fmla="*/ 7 h 564"/>
                    <a:gd name="T78" fmla="*/ 44 w 812"/>
                    <a:gd name="T79" fmla="*/ 9 h 564"/>
                    <a:gd name="T80" fmla="*/ 20 w 812"/>
                    <a:gd name="T81" fmla="*/ 7 h 564"/>
                    <a:gd name="T82" fmla="*/ 24 w 812"/>
                    <a:gd name="T83" fmla="*/ 7 h 564"/>
                    <a:gd name="T84" fmla="*/ 0 w 812"/>
                    <a:gd name="T85" fmla="*/ 5 h 564"/>
                    <a:gd name="T86" fmla="*/ 813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9" name="Freeform 48"/>
                <p:cNvSpPr>
                  <a:spLocks/>
                </p:cNvSpPr>
                <p:nvPr userDrawn="1"/>
              </p:nvSpPr>
              <p:spPr bwMode="ltGray">
                <a:xfrm>
                  <a:off x="1770" y="671"/>
                  <a:ext cx="45" cy="71"/>
                </a:xfrm>
                <a:custGeom>
                  <a:avLst/>
                  <a:gdLst>
                    <a:gd name="T0" fmla="*/ 7 w 43"/>
                    <a:gd name="T1" fmla="*/ 3 h 85"/>
                    <a:gd name="T2" fmla="*/ 32 w 43"/>
                    <a:gd name="T3" fmla="*/ 3 h 85"/>
                    <a:gd name="T4" fmla="*/ 73 w 43"/>
                    <a:gd name="T5" fmla="*/ 3 h 85"/>
                    <a:gd name="T6" fmla="*/ 35 w 43"/>
                    <a:gd name="T7" fmla="*/ 6 h 85"/>
                    <a:gd name="T8" fmla="*/ 1 w 43"/>
                    <a:gd name="T9" fmla="*/ 5 h 85"/>
                    <a:gd name="T10" fmla="*/ 7 w 43"/>
                    <a:gd name="T11" fmla="*/ 3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0" name="Freeform 49"/>
                <p:cNvSpPr>
                  <a:spLocks/>
                </p:cNvSpPr>
                <p:nvPr userDrawn="1"/>
              </p:nvSpPr>
              <p:spPr bwMode="ltGray">
                <a:xfrm>
                  <a:off x="2394" y="431"/>
                  <a:ext cx="42" cy="59"/>
                </a:xfrm>
                <a:custGeom>
                  <a:avLst/>
                  <a:gdLst>
                    <a:gd name="T0" fmla="*/ 11 w 44"/>
                    <a:gd name="T1" fmla="*/ 2 h 74"/>
                    <a:gd name="T2" fmla="*/ 14 w 44"/>
                    <a:gd name="T3" fmla="*/ 2 h 74"/>
                    <a:gd name="T4" fmla="*/ 23 w 44"/>
                    <a:gd name="T5" fmla="*/ 2 h 74"/>
                    <a:gd name="T6" fmla="*/ 21 w 44"/>
                    <a:gd name="T7" fmla="*/ 2 h 74"/>
                    <a:gd name="T8" fmla="*/ 11 w 44"/>
                    <a:gd name="T9" fmla="*/ 2 h 74"/>
                    <a:gd name="T10" fmla="*/ 7 w 44"/>
                    <a:gd name="T11" fmla="*/ 2 h 74"/>
                    <a:gd name="T12" fmla="*/ 3 w 44"/>
                    <a:gd name="T13" fmla="*/ 2 h 74"/>
                    <a:gd name="T14" fmla="*/ 11 w 44"/>
                    <a:gd name="T15" fmla="*/ 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1" name="Freeform 50"/>
                <p:cNvSpPr>
                  <a:spLocks/>
                </p:cNvSpPr>
                <p:nvPr userDrawn="1"/>
              </p:nvSpPr>
              <p:spPr bwMode="ltGray">
                <a:xfrm>
                  <a:off x="2513" y="402"/>
                  <a:ext cx="21" cy="24"/>
                </a:xfrm>
                <a:custGeom>
                  <a:avLst/>
                  <a:gdLst>
                    <a:gd name="T0" fmla="*/ 7 w 20"/>
                    <a:gd name="T1" fmla="*/ 2 h 30"/>
                    <a:gd name="T2" fmla="*/ 5 w 20"/>
                    <a:gd name="T3" fmla="*/ 2 h 30"/>
                    <a:gd name="T4" fmla="*/ 7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2" name="Freeform 51"/>
                <p:cNvSpPr>
                  <a:spLocks/>
                </p:cNvSpPr>
                <p:nvPr userDrawn="1"/>
              </p:nvSpPr>
              <p:spPr bwMode="ltGray">
                <a:xfrm>
                  <a:off x="333" y="169"/>
                  <a:ext cx="1015" cy="866"/>
                </a:xfrm>
                <a:custGeom>
                  <a:avLst/>
                  <a:gdLst>
                    <a:gd name="T0" fmla="*/ 187232 w 682"/>
                    <a:gd name="T1" fmla="*/ 347720 h 557"/>
                    <a:gd name="T2" fmla="*/ 189101 w 682"/>
                    <a:gd name="T3" fmla="*/ 338147 h 557"/>
                    <a:gd name="T4" fmla="*/ 194652 w 682"/>
                    <a:gd name="T5" fmla="*/ 309636 h 557"/>
                    <a:gd name="T6" fmla="*/ 120394 w 682"/>
                    <a:gd name="T7" fmla="*/ 214838 h 557"/>
                    <a:gd name="T8" fmla="*/ 109830 w 682"/>
                    <a:gd name="T9" fmla="*/ 259318 h 557"/>
                    <a:gd name="T10" fmla="*/ 117972 w 682"/>
                    <a:gd name="T11" fmla="*/ 416544 h 557"/>
                    <a:gd name="T12" fmla="*/ 109830 w 682"/>
                    <a:gd name="T13" fmla="*/ 370326 h 557"/>
                    <a:gd name="T14" fmla="*/ 94255 w 682"/>
                    <a:gd name="T15" fmla="*/ 329386 h 557"/>
                    <a:gd name="T16" fmla="*/ 95431 w 682"/>
                    <a:gd name="T17" fmla="*/ 309636 h 557"/>
                    <a:gd name="T18" fmla="*/ 96319 w 682"/>
                    <a:gd name="T19" fmla="*/ 295619 h 557"/>
                    <a:gd name="T20" fmla="*/ 85614 w 682"/>
                    <a:gd name="T21" fmla="*/ 281141 h 557"/>
                    <a:gd name="T22" fmla="*/ 75558 w 682"/>
                    <a:gd name="T23" fmla="*/ 259318 h 557"/>
                    <a:gd name="T24" fmla="*/ 57526 w 682"/>
                    <a:gd name="T25" fmla="*/ 265078 h 557"/>
                    <a:gd name="T26" fmla="*/ 49245 w 682"/>
                    <a:gd name="T27" fmla="*/ 273580 h 557"/>
                    <a:gd name="T28" fmla="*/ 30353 w 682"/>
                    <a:gd name="T29" fmla="*/ 273580 h 557"/>
                    <a:gd name="T30" fmla="*/ 8641 w 682"/>
                    <a:gd name="T31" fmla="*/ 233862 h 557"/>
                    <a:gd name="T32" fmla="*/ 4249 w 682"/>
                    <a:gd name="T33" fmla="*/ 221516 h 557"/>
                    <a:gd name="T34" fmla="*/ 0 w 682"/>
                    <a:gd name="T35" fmla="*/ 197501 h 557"/>
                    <a:gd name="T36" fmla="*/ 9412 w 682"/>
                    <a:gd name="T37" fmla="*/ 159775 h 557"/>
                    <a:gd name="T38" fmla="*/ 12530 w 682"/>
                    <a:gd name="T39" fmla="*/ 135508 h 557"/>
                    <a:gd name="T40" fmla="*/ 19868 w 682"/>
                    <a:gd name="T41" fmla="*/ 106855 h 557"/>
                    <a:gd name="T42" fmla="*/ 31690 w 682"/>
                    <a:gd name="T43" fmla="*/ 86727 h 557"/>
                    <a:gd name="T44" fmla="*/ 65210 w 682"/>
                    <a:gd name="T45" fmla="*/ 50262 h 557"/>
                    <a:gd name="T46" fmla="*/ 85614 w 682"/>
                    <a:gd name="T47" fmla="*/ 22602 h 557"/>
                    <a:gd name="T48" fmla="*/ 100366 w 682"/>
                    <a:gd name="T49" fmla="*/ 4327 h 557"/>
                    <a:gd name="T50" fmla="*/ 141319 w 682"/>
                    <a:gd name="T51" fmla="*/ 1600 h 557"/>
                    <a:gd name="T52" fmla="*/ 154814 w 682"/>
                    <a:gd name="T53" fmla="*/ 0 h 557"/>
                    <a:gd name="T54" fmla="*/ 149372 w 682"/>
                    <a:gd name="T55" fmla="*/ 25282 h 557"/>
                    <a:gd name="T56" fmla="*/ 172398 w 682"/>
                    <a:gd name="T57" fmla="*/ 63221 h 557"/>
                    <a:gd name="T58" fmla="*/ 193527 w 682"/>
                    <a:gd name="T59" fmla="*/ 55469 h 557"/>
                    <a:gd name="T60" fmla="*/ 205840 w 682"/>
                    <a:gd name="T61" fmla="*/ 61113 h 557"/>
                    <a:gd name="T62" fmla="*/ 217472 w 682"/>
                    <a:gd name="T63" fmla="*/ 72794 h 557"/>
                    <a:gd name="T64" fmla="*/ 222720 w 682"/>
                    <a:gd name="T65" fmla="*/ 140878 h 557"/>
                    <a:gd name="T66" fmla="*/ 222720 w 682"/>
                    <a:gd name="T67" fmla="*/ 179906 h 557"/>
                    <a:gd name="T68" fmla="*/ 232980 w 682"/>
                    <a:gd name="T69" fmla="*/ 212134 h 557"/>
                    <a:gd name="T70" fmla="*/ 251195 w 682"/>
                    <a:gd name="T71" fmla="*/ 224812 h 557"/>
                    <a:gd name="T72" fmla="*/ 264567 w 682"/>
                    <a:gd name="T73" fmla="*/ 221516 h 557"/>
                    <a:gd name="T74" fmla="*/ 258338 w 682"/>
                    <a:gd name="T75" fmla="*/ 254971 h 557"/>
                    <a:gd name="T76" fmla="*/ 232980 w 682"/>
                    <a:gd name="T77" fmla="*/ 305277 h 557"/>
                    <a:gd name="T78" fmla="*/ 213342 w 682"/>
                    <a:gd name="T79" fmla="*/ 363599 h 557"/>
                    <a:gd name="T80" fmla="*/ 216406 w 682"/>
                    <a:gd name="T81" fmla="*/ 380855 h 557"/>
                    <a:gd name="T82" fmla="*/ 169227 w 682"/>
                    <a:gd name="T83" fmla="*/ 41654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3" name="Freeform 52"/>
                <p:cNvSpPr>
                  <a:spLocks/>
                </p:cNvSpPr>
                <p:nvPr userDrawn="1"/>
              </p:nvSpPr>
              <p:spPr bwMode="ltGray">
                <a:xfrm>
                  <a:off x="727" y="495"/>
                  <a:ext cx="382" cy="540"/>
                </a:xfrm>
                <a:custGeom>
                  <a:avLst/>
                  <a:gdLst>
                    <a:gd name="T0" fmla="*/ 92770 w 257"/>
                    <a:gd name="T1" fmla="*/ 263634 h 347"/>
                    <a:gd name="T2" fmla="*/ 88889 w 257"/>
                    <a:gd name="T3" fmla="*/ 228571 h 347"/>
                    <a:gd name="T4" fmla="*/ 82985 w 257"/>
                    <a:gd name="T5" fmla="*/ 218842 h 347"/>
                    <a:gd name="T6" fmla="*/ 82344 w 257"/>
                    <a:gd name="T7" fmla="*/ 204870 h 347"/>
                    <a:gd name="T8" fmla="*/ 79892 w 257"/>
                    <a:gd name="T9" fmla="*/ 193026 h 347"/>
                    <a:gd name="T10" fmla="*/ 79892 w 257"/>
                    <a:gd name="T11" fmla="*/ 173891 h 347"/>
                    <a:gd name="T12" fmla="*/ 79197 w 257"/>
                    <a:gd name="T13" fmla="*/ 162534 h 347"/>
                    <a:gd name="T14" fmla="*/ 87065 w 257"/>
                    <a:gd name="T15" fmla="*/ 153508 h 347"/>
                    <a:gd name="T16" fmla="*/ 98170 w 257"/>
                    <a:gd name="T17" fmla="*/ 150100 h 347"/>
                    <a:gd name="T18" fmla="*/ 98170 w 257"/>
                    <a:gd name="T19" fmla="*/ 103672 h 347"/>
                    <a:gd name="T20" fmla="*/ 20591 w 257"/>
                    <a:gd name="T21" fmla="*/ 72923 h 347"/>
                    <a:gd name="T22" fmla="*/ 12355 w 257"/>
                    <a:gd name="T23" fmla="*/ 74595 h 347"/>
                    <a:gd name="T24" fmla="*/ 6270 w 257"/>
                    <a:gd name="T25" fmla="*/ 77564 h 347"/>
                    <a:gd name="T26" fmla="*/ 0 w 257"/>
                    <a:gd name="T27" fmla="*/ 113482 h 347"/>
                    <a:gd name="T28" fmla="*/ 35407 w 257"/>
                    <a:gd name="T29" fmla="*/ 262845 h 347"/>
                    <a:gd name="T30" fmla="*/ 92770 w 257"/>
                    <a:gd name="T31" fmla="*/ 263634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4" name="Freeform 53"/>
                <p:cNvSpPr>
                  <a:spLocks/>
                </p:cNvSpPr>
                <p:nvPr userDrawn="1"/>
              </p:nvSpPr>
              <p:spPr bwMode="ltGray">
                <a:xfrm>
                  <a:off x="1400" y="896"/>
                  <a:ext cx="16" cy="29"/>
                </a:xfrm>
                <a:custGeom>
                  <a:avLst/>
                  <a:gdLst>
                    <a:gd name="T0" fmla="*/ 3 w 19"/>
                    <a:gd name="T1" fmla="*/ 2 h 37"/>
                    <a:gd name="T2" fmla="*/ 3 w 19"/>
                    <a:gd name="T3" fmla="*/ 2 h 37"/>
                    <a:gd name="T4" fmla="*/ 3 w 19"/>
                    <a:gd name="T5" fmla="*/ 2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5" name="Freeform 54"/>
                <p:cNvSpPr>
                  <a:spLocks/>
                </p:cNvSpPr>
                <p:nvPr userDrawn="1"/>
              </p:nvSpPr>
              <p:spPr bwMode="ltGray">
                <a:xfrm>
                  <a:off x="1379" y="617"/>
                  <a:ext cx="21" cy="17"/>
                </a:xfrm>
                <a:custGeom>
                  <a:avLst/>
                  <a:gdLst>
                    <a:gd name="T0" fmla="*/ 11 w 22"/>
                    <a:gd name="T1" fmla="*/ 3 h 20"/>
                    <a:gd name="T2" fmla="*/ 11 w 22"/>
                    <a:gd name="T3" fmla="*/ 0 h 20"/>
                    <a:gd name="T4" fmla="*/ 11 w 22"/>
                    <a:gd name="T5" fmla="*/ 3 h 20"/>
                    <a:gd name="T6" fmla="*/ 8 w 22"/>
                    <a:gd name="T7" fmla="*/ 3 h 20"/>
                    <a:gd name="T8" fmla="*/ 11 w 22"/>
                    <a:gd name="T9" fmla="*/ 3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6" name="Freeform 55"/>
                <p:cNvSpPr>
                  <a:spLocks/>
                </p:cNvSpPr>
                <p:nvPr userDrawn="1"/>
              </p:nvSpPr>
              <p:spPr bwMode="ltGray">
                <a:xfrm>
                  <a:off x="453" y="275"/>
                  <a:ext cx="58" cy="24"/>
                </a:xfrm>
                <a:custGeom>
                  <a:avLst/>
                  <a:gdLst>
                    <a:gd name="T0" fmla="*/ 24 w 57"/>
                    <a:gd name="T1" fmla="*/ 2 h 30"/>
                    <a:gd name="T2" fmla="*/ 47 w 57"/>
                    <a:gd name="T3" fmla="*/ 2 h 30"/>
                    <a:gd name="T4" fmla="*/ 51 w 57"/>
                    <a:gd name="T5" fmla="*/ 2 h 30"/>
                    <a:gd name="T6" fmla="*/ 24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7" name="Freeform 56"/>
                <p:cNvSpPr>
                  <a:spLocks/>
                </p:cNvSpPr>
                <p:nvPr userDrawn="1"/>
              </p:nvSpPr>
              <p:spPr bwMode="ltGray">
                <a:xfrm>
                  <a:off x="1161" y="50"/>
                  <a:ext cx="691" cy="569"/>
                </a:xfrm>
                <a:custGeom>
                  <a:avLst/>
                  <a:gdLst>
                    <a:gd name="T0" fmla="*/ 458 w 693"/>
                    <a:gd name="T1" fmla="*/ 23 h 696"/>
                    <a:gd name="T2" fmla="*/ 378 w 693"/>
                    <a:gd name="T3" fmla="*/ 22 h 696"/>
                    <a:gd name="T4" fmla="*/ 310 w 693"/>
                    <a:gd name="T5" fmla="*/ 20 h 696"/>
                    <a:gd name="T6" fmla="*/ 250 w 693"/>
                    <a:gd name="T7" fmla="*/ 20 h 696"/>
                    <a:gd name="T8" fmla="*/ 222 w 693"/>
                    <a:gd name="T9" fmla="*/ 20 h 696"/>
                    <a:gd name="T10" fmla="*/ 246 w 693"/>
                    <a:gd name="T11" fmla="*/ 20 h 696"/>
                    <a:gd name="T12" fmla="*/ 278 w 693"/>
                    <a:gd name="T13" fmla="*/ 23 h 696"/>
                    <a:gd name="T14" fmla="*/ 306 w 693"/>
                    <a:gd name="T15" fmla="*/ 24 h 696"/>
                    <a:gd name="T16" fmla="*/ 318 w 693"/>
                    <a:gd name="T17" fmla="*/ 25 h 696"/>
                    <a:gd name="T18" fmla="*/ 298 w 693"/>
                    <a:gd name="T19" fmla="*/ 27 h 696"/>
                    <a:gd name="T20" fmla="*/ 246 w 693"/>
                    <a:gd name="T21" fmla="*/ 31 h 696"/>
                    <a:gd name="T22" fmla="*/ 210 w 693"/>
                    <a:gd name="T23" fmla="*/ 31 h 696"/>
                    <a:gd name="T24" fmla="*/ 97 w 693"/>
                    <a:gd name="T25" fmla="*/ 34 h 696"/>
                    <a:gd name="T26" fmla="*/ 77 w 693"/>
                    <a:gd name="T27" fmla="*/ 31 h 696"/>
                    <a:gd name="T28" fmla="*/ 45 w 693"/>
                    <a:gd name="T29" fmla="*/ 25 h 696"/>
                    <a:gd name="T30" fmla="*/ 33 w 693"/>
                    <a:gd name="T31" fmla="*/ 22 h 696"/>
                    <a:gd name="T32" fmla="*/ 53 w 693"/>
                    <a:gd name="T33" fmla="*/ 16 h 696"/>
                    <a:gd name="T34" fmla="*/ 17 w 693"/>
                    <a:gd name="T35" fmla="*/ 20 h 696"/>
                    <a:gd name="T36" fmla="*/ 81 w 693"/>
                    <a:gd name="T37" fmla="*/ 13 h 696"/>
                    <a:gd name="T38" fmla="*/ 113 w 693"/>
                    <a:gd name="T39" fmla="*/ 11 h 696"/>
                    <a:gd name="T40" fmla="*/ 37 w 693"/>
                    <a:gd name="T41" fmla="*/ 11 h 696"/>
                    <a:gd name="T42" fmla="*/ 1 w 693"/>
                    <a:gd name="T43" fmla="*/ 9 h 696"/>
                    <a:gd name="T44" fmla="*/ 25 w 693"/>
                    <a:gd name="T45" fmla="*/ 7 h 696"/>
                    <a:gd name="T46" fmla="*/ 97 w 693"/>
                    <a:gd name="T47" fmla="*/ 6 h 696"/>
                    <a:gd name="T48" fmla="*/ 206 w 693"/>
                    <a:gd name="T49" fmla="*/ 6 h 696"/>
                    <a:gd name="T50" fmla="*/ 214 w 693"/>
                    <a:gd name="T51" fmla="*/ 3 h 696"/>
                    <a:gd name="T52" fmla="*/ 246 w 693"/>
                    <a:gd name="T53" fmla="*/ 0 h 696"/>
                    <a:gd name="T54" fmla="*/ 342 w 693"/>
                    <a:gd name="T55" fmla="*/ 2 h 696"/>
                    <a:gd name="T56" fmla="*/ 314 w 693"/>
                    <a:gd name="T57" fmla="*/ 4 h 696"/>
                    <a:gd name="T58" fmla="*/ 286 w 693"/>
                    <a:gd name="T59" fmla="*/ 9 h 696"/>
                    <a:gd name="T60" fmla="*/ 346 w 693"/>
                    <a:gd name="T61" fmla="*/ 9 h 696"/>
                    <a:gd name="T62" fmla="*/ 358 w 693"/>
                    <a:gd name="T63" fmla="*/ 7 h 696"/>
                    <a:gd name="T64" fmla="*/ 402 w 693"/>
                    <a:gd name="T65" fmla="*/ 5 h 696"/>
                    <a:gd name="T66" fmla="*/ 482 w 693"/>
                    <a:gd name="T67" fmla="*/ 4 h 696"/>
                    <a:gd name="T68" fmla="*/ 509 w 693"/>
                    <a:gd name="T69" fmla="*/ 2 h 696"/>
                    <a:gd name="T70" fmla="*/ 515 w 693"/>
                    <a:gd name="T71" fmla="*/ 23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8" name="Freeform 57"/>
                <p:cNvSpPr>
                  <a:spLocks/>
                </p:cNvSpPr>
                <p:nvPr userDrawn="1"/>
              </p:nvSpPr>
              <p:spPr bwMode="ltGray">
                <a:xfrm>
                  <a:off x="689" y="6"/>
                  <a:ext cx="1386" cy="232"/>
                </a:xfrm>
                <a:custGeom>
                  <a:avLst/>
                  <a:gdLst>
                    <a:gd name="T0" fmla="*/ 322484 w 931"/>
                    <a:gd name="T1" fmla="*/ 0 h 149"/>
                    <a:gd name="T2" fmla="*/ 56001 w 931"/>
                    <a:gd name="T3" fmla="*/ 22213 h 149"/>
                    <a:gd name="T4" fmla="*/ 35417 w 931"/>
                    <a:gd name="T5" fmla="*/ 31868 h 149"/>
                    <a:gd name="T6" fmla="*/ 24195 w 931"/>
                    <a:gd name="T7" fmla="*/ 31868 h 149"/>
                    <a:gd name="T8" fmla="*/ 8661 w 931"/>
                    <a:gd name="T9" fmla="*/ 59081 h 149"/>
                    <a:gd name="T10" fmla="*/ 0 w 931"/>
                    <a:gd name="T11" fmla="*/ 80255 h 149"/>
                    <a:gd name="T12" fmla="*/ 23090 w 931"/>
                    <a:gd name="T13" fmla="*/ 88232 h 149"/>
                    <a:gd name="T14" fmla="*/ 37828 w 931"/>
                    <a:gd name="T15" fmla="*/ 73261 h 149"/>
                    <a:gd name="T16" fmla="*/ 42315 w 931"/>
                    <a:gd name="T17" fmla="*/ 64535 h 149"/>
                    <a:gd name="T18" fmla="*/ 65428 w 931"/>
                    <a:gd name="T19" fmla="*/ 39804 h 149"/>
                    <a:gd name="T20" fmla="*/ 84064 w 931"/>
                    <a:gd name="T21" fmla="*/ 35339 h 149"/>
                    <a:gd name="T22" fmla="*/ 92816 w 931"/>
                    <a:gd name="T23" fmla="*/ 71702 h 149"/>
                    <a:gd name="T24" fmla="*/ 73559 w 931"/>
                    <a:gd name="T25" fmla="*/ 83853 h 149"/>
                    <a:gd name="T26" fmla="*/ 90257 w 931"/>
                    <a:gd name="T27" fmla="*/ 86714 h 149"/>
                    <a:gd name="T28" fmla="*/ 97739 w 931"/>
                    <a:gd name="T29" fmla="*/ 68857 h 149"/>
                    <a:gd name="T30" fmla="*/ 104063 w 931"/>
                    <a:gd name="T31" fmla="*/ 70402 h 149"/>
                    <a:gd name="T32" fmla="*/ 98920 w 931"/>
                    <a:gd name="T33" fmla="*/ 41447 h 149"/>
                    <a:gd name="T34" fmla="*/ 104063 w 931"/>
                    <a:gd name="T35" fmla="*/ 33925 h 149"/>
                    <a:gd name="T36" fmla="*/ 108175 w 931"/>
                    <a:gd name="T37" fmla="*/ 67406 h 149"/>
                    <a:gd name="T38" fmla="*/ 104063 w 931"/>
                    <a:gd name="T39" fmla="*/ 86714 h 149"/>
                    <a:gd name="T40" fmla="*/ 115962 w 931"/>
                    <a:gd name="T41" fmla="*/ 99534 h 149"/>
                    <a:gd name="T42" fmla="*/ 116856 w 931"/>
                    <a:gd name="T43" fmla="*/ 70402 h 149"/>
                    <a:gd name="T44" fmla="*/ 129502 w 931"/>
                    <a:gd name="T45" fmla="*/ 78774 h 149"/>
                    <a:gd name="T46" fmla="*/ 149396 w 931"/>
                    <a:gd name="T47" fmla="*/ 56200 h 149"/>
                    <a:gd name="T48" fmla="*/ 159996 w 931"/>
                    <a:gd name="T49" fmla="*/ 38199 h 149"/>
                    <a:gd name="T50" fmla="*/ 171877 w 931"/>
                    <a:gd name="T51" fmla="*/ 42666 h 149"/>
                    <a:gd name="T52" fmla="*/ 177916 w 931"/>
                    <a:gd name="T53" fmla="*/ 38199 h 149"/>
                    <a:gd name="T54" fmla="*/ 168598 w 931"/>
                    <a:gd name="T55" fmla="*/ 33925 h 149"/>
                    <a:gd name="T56" fmla="*/ 185481 w 931"/>
                    <a:gd name="T57" fmla="*/ 26619 h 149"/>
                    <a:gd name="T58" fmla="*/ 212709 w 931"/>
                    <a:gd name="T59" fmla="*/ 41447 h 149"/>
                    <a:gd name="T60" fmla="*/ 227233 w 931"/>
                    <a:gd name="T61" fmla="*/ 31868 h 149"/>
                    <a:gd name="T62" fmla="*/ 228223 w 931"/>
                    <a:gd name="T63" fmla="*/ 48398 h 149"/>
                    <a:gd name="T64" fmla="*/ 222108 w 931"/>
                    <a:gd name="T65" fmla="*/ 77261 h 149"/>
                    <a:gd name="T66" fmla="*/ 239084 w 931"/>
                    <a:gd name="T67" fmla="*/ 67406 h 149"/>
                    <a:gd name="T68" fmla="*/ 243996 w 931"/>
                    <a:gd name="T69" fmla="*/ 61628 h 149"/>
                    <a:gd name="T70" fmla="*/ 253491 w 931"/>
                    <a:gd name="T71" fmla="*/ 46638 h 149"/>
                    <a:gd name="T72" fmla="*/ 310491 w 931"/>
                    <a:gd name="T73" fmla="*/ 64535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9" name="Freeform 58"/>
                <p:cNvSpPr>
                  <a:spLocks/>
                </p:cNvSpPr>
                <p:nvPr userDrawn="1"/>
              </p:nvSpPr>
              <p:spPr bwMode="ltGray">
                <a:xfrm>
                  <a:off x="971" y="91"/>
                  <a:ext cx="30" cy="25"/>
                </a:xfrm>
                <a:custGeom>
                  <a:avLst/>
                  <a:gdLst>
                    <a:gd name="T0" fmla="*/ 3 w 31"/>
                    <a:gd name="T1" fmla="*/ 3 h 30"/>
                    <a:gd name="T2" fmla="*/ 16 w 31"/>
                    <a:gd name="T3" fmla="*/ 0 h 30"/>
                    <a:gd name="T4" fmla="*/ 15 w 31"/>
                    <a:gd name="T5" fmla="*/ 3 h 30"/>
                    <a:gd name="T6" fmla="*/ 3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0" name="Freeform 59"/>
                <p:cNvSpPr>
                  <a:spLocks/>
                </p:cNvSpPr>
                <p:nvPr userDrawn="1"/>
              </p:nvSpPr>
              <p:spPr bwMode="ltGray">
                <a:xfrm>
                  <a:off x="935" y="125"/>
                  <a:ext cx="45" cy="27"/>
                </a:xfrm>
                <a:custGeom>
                  <a:avLst/>
                  <a:gdLst>
                    <a:gd name="T0" fmla="*/ 6 w 44"/>
                    <a:gd name="T1" fmla="*/ 3 h 32"/>
                    <a:gd name="T2" fmla="*/ 37 w 44"/>
                    <a:gd name="T3" fmla="*/ 0 h 32"/>
                    <a:gd name="T4" fmla="*/ 53 w 44"/>
                    <a:gd name="T5" fmla="*/ 3 h 32"/>
                    <a:gd name="T6" fmla="*/ 6 w 44"/>
                    <a:gd name="T7" fmla="*/ 3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1" name="Freeform 60"/>
                <p:cNvSpPr>
                  <a:spLocks/>
                </p:cNvSpPr>
                <p:nvPr userDrawn="1"/>
              </p:nvSpPr>
              <p:spPr bwMode="ltGray">
                <a:xfrm>
                  <a:off x="1081" y="226"/>
                  <a:ext cx="75" cy="14"/>
                </a:xfrm>
                <a:custGeom>
                  <a:avLst/>
                  <a:gdLst>
                    <a:gd name="T0" fmla="*/ 37 w 76"/>
                    <a:gd name="T1" fmla="*/ 2 h 18"/>
                    <a:gd name="T2" fmla="*/ 25 w 76"/>
                    <a:gd name="T3" fmla="*/ 2 h 18"/>
                    <a:gd name="T4" fmla="*/ 3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2" name="Freeform 61"/>
                <p:cNvSpPr>
                  <a:spLocks/>
                </p:cNvSpPr>
                <p:nvPr userDrawn="1"/>
              </p:nvSpPr>
              <p:spPr bwMode="ltGray">
                <a:xfrm>
                  <a:off x="1210" y="223"/>
                  <a:ext cx="42" cy="37"/>
                </a:xfrm>
                <a:custGeom>
                  <a:avLst/>
                  <a:gdLst>
                    <a:gd name="T0" fmla="*/ 0 w 42"/>
                    <a:gd name="T1" fmla="*/ 3 h 44"/>
                    <a:gd name="T2" fmla="*/ 12 w 42"/>
                    <a:gd name="T3" fmla="*/ 3 h 44"/>
                    <a:gd name="T4" fmla="*/ 0 w 42"/>
                    <a:gd name="T5" fmla="*/ 3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3" name="Freeform 62"/>
                <p:cNvSpPr>
                  <a:spLocks/>
                </p:cNvSpPr>
                <p:nvPr userDrawn="1"/>
              </p:nvSpPr>
              <p:spPr bwMode="ltGray">
                <a:xfrm>
                  <a:off x="865" y="123"/>
                  <a:ext cx="33" cy="24"/>
                </a:xfrm>
                <a:custGeom>
                  <a:avLst/>
                  <a:gdLst>
                    <a:gd name="T0" fmla="*/ 7 w 31"/>
                    <a:gd name="T1" fmla="*/ 2 h 30"/>
                    <a:gd name="T2" fmla="*/ 78 w 31"/>
                    <a:gd name="T3" fmla="*/ 2 h 30"/>
                    <a:gd name="T4" fmla="*/ 7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fld id="{A076FCBE-B63B-43DF-A468-81E90E7D2850}" type="datetime1">
              <a:rPr lang="en-CA" smtClean="0"/>
              <a:t>2026-04-01</a:t>
            </a:fld>
            <a:endParaRPr lang="en-CA"/>
          </a:p>
        </p:txBody>
      </p:sp>
      <p:sp>
        <p:nvSpPr>
          <p:cNvPr id="95" name="Rectangle 95"/>
          <p:cNvSpPr>
            <a:spLocks noGrp="1" noChangeArrowheads="1"/>
          </p:cNvSpPr>
          <p:nvPr>
            <p:ph type="ftr" sz="quarter" idx="11"/>
          </p:nvPr>
        </p:nvSpPr>
        <p:spPr>
          <a:xfrm>
            <a:off x="1905000" y="6324600"/>
            <a:ext cx="5791200" cy="457200"/>
          </a:xfrm>
        </p:spPr>
        <p:txBody>
          <a:bodyPr/>
          <a:lstStyle>
            <a:lvl1pPr>
              <a:defRPr smtClean="0"/>
            </a:lvl1pPr>
          </a:lstStyle>
          <a:p>
            <a:r>
              <a:rPr lang="en-US" dirty="0"/>
              <a:t>Machine Learning in Business, 4</a:t>
            </a:r>
            <a:r>
              <a:rPr lang="en-US" baseline="30000" dirty="0"/>
              <a:t>th</a:t>
            </a:r>
            <a:r>
              <a:rPr lang="en-US" dirty="0"/>
              <a:t> Ed. Copyright  © John C. Hull et al. 2025</a:t>
            </a:r>
            <a:endParaRPr lang="en-CA" dirty="0"/>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B2435DD8-BC4F-4C8E-9390-DF43692AEB8E}" type="slidenum">
              <a:rPr lang="en-CA" smtClean="0"/>
              <a:t>‹#›</a:t>
            </a:fld>
            <a:endParaRPr lang="en-CA"/>
          </a:p>
        </p:txBody>
      </p:sp>
    </p:spTree>
    <p:extLst>
      <p:ext uri="{BB962C8B-B14F-4D97-AF65-F5344CB8AC3E}">
        <p14:creationId xmlns:p14="http://schemas.microsoft.com/office/powerpoint/2010/main" val="3899206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377D2847-26E2-4217-B0B5-65DF24A4E306}" type="datetime1">
              <a:rPr lang="en-CA" smtClean="0"/>
              <a:t>2026-04-01</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dirty="0"/>
              <a:t>Machine Learning in Business, 4</a:t>
            </a:r>
            <a:r>
              <a:rPr lang="en-US" baseline="30000" dirty="0"/>
              <a:t>th</a:t>
            </a:r>
            <a:r>
              <a:rPr lang="en-US" dirty="0"/>
              <a:t> Ed. Copyright  © John C. Hull et al. 2025</a:t>
            </a:r>
            <a:endParaRPr lang="en-CA" dirty="0"/>
          </a:p>
        </p:txBody>
      </p:sp>
      <p:sp>
        <p:nvSpPr>
          <p:cNvPr id="6" name="Slide Number Placeholder 5"/>
          <p:cNvSpPr>
            <a:spLocks noGrp="1"/>
          </p:cNvSpPr>
          <p:nvPr>
            <p:ph type="sldNum" sz="quarter" idx="12"/>
          </p:nvPr>
        </p:nvSpPr>
        <p:spPr/>
        <p:txBody>
          <a:bodyPr/>
          <a:lstStyle>
            <a:lvl1pPr>
              <a:defRPr/>
            </a:lvl1pPr>
          </a:lstStyle>
          <a:p>
            <a:fld id="{B2435DD8-BC4F-4C8E-9390-DF43692AEB8E}"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C3060C58-BD2B-4AAE-82D5-E6662150B587}" type="datetime1">
              <a:rPr lang="en-CA" smtClean="0"/>
              <a:t>2026-04-01</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a:ln/>
        </p:spPr>
        <p:txBody>
          <a:bodyPr/>
          <a:lstStyle>
            <a:lvl1pPr>
              <a:defRPr/>
            </a:lvl1pPr>
          </a:lstStyle>
          <a:p>
            <a:fld id="{B2435DD8-BC4F-4C8E-9390-DF43692AEB8E}" type="slidenum">
              <a:rPr lang="en-CA" smtClean="0"/>
              <a:t>‹#›</a:t>
            </a:fld>
            <a:endParaRPr lang="en-CA"/>
          </a:p>
        </p:txBody>
      </p:sp>
    </p:spTree>
    <p:extLst>
      <p:ext uri="{BB962C8B-B14F-4D97-AF65-F5344CB8AC3E}">
        <p14:creationId xmlns:p14="http://schemas.microsoft.com/office/powerpoint/2010/main" val="385639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1BAFC6C3-A4E3-4EC6-B9A2-042CF2A2A2D5}" type="datetime1">
              <a:rPr lang="en-CA" smtClean="0"/>
              <a:t>2026-04-01</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B2435DD8-BC4F-4C8E-9390-DF43692AEB8E}" type="slidenum">
              <a:rPr lang="en-CA" smtClean="0"/>
              <a:t>‹#›</a:t>
            </a:fld>
            <a:endParaRPr lang="en-CA"/>
          </a:p>
        </p:txBody>
      </p:sp>
    </p:spTree>
    <p:extLst>
      <p:ext uri="{BB962C8B-B14F-4D97-AF65-F5344CB8AC3E}">
        <p14:creationId xmlns:p14="http://schemas.microsoft.com/office/powerpoint/2010/main" val="270259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F7AEF390-9662-4A06-B672-030303B08E90}" type="datetime1">
              <a:rPr lang="en-CA" smtClean="0"/>
              <a:t>2026-04-01</a:t>
            </a:fld>
            <a:endParaRPr lang="en-CA"/>
          </a:p>
        </p:txBody>
      </p:sp>
      <p:sp>
        <p:nvSpPr>
          <p:cNvPr id="8"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9" name="Rectangle 6"/>
          <p:cNvSpPr>
            <a:spLocks noGrp="1" noChangeArrowheads="1"/>
          </p:cNvSpPr>
          <p:nvPr>
            <p:ph type="sldNum" sz="quarter" idx="12"/>
          </p:nvPr>
        </p:nvSpPr>
        <p:spPr>
          <a:ln/>
        </p:spPr>
        <p:txBody>
          <a:bodyPr/>
          <a:lstStyle>
            <a:lvl1pPr>
              <a:defRPr/>
            </a:lvl1pPr>
          </a:lstStyle>
          <a:p>
            <a:fld id="{B2435DD8-BC4F-4C8E-9390-DF43692AEB8E}" type="slidenum">
              <a:rPr lang="en-CA" smtClean="0"/>
              <a:t>‹#›</a:t>
            </a:fld>
            <a:endParaRPr lang="en-CA"/>
          </a:p>
        </p:txBody>
      </p:sp>
    </p:spTree>
    <p:extLst>
      <p:ext uri="{BB962C8B-B14F-4D97-AF65-F5344CB8AC3E}">
        <p14:creationId xmlns:p14="http://schemas.microsoft.com/office/powerpoint/2010/main" val="76695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33CCBD53-24AC-4AFB-A91E-C263133A4D1D}" type="datetime1">
              <a:rPr lang="en-CA" smtClean="0"/>
              <a:t>2026-04-01</a:t>
            </a:fld>
            <a:endParaRPr lang="en-CA"/>
          </a:p>
        </p:txBody>
      </p:sp>
      <p:sp>
        <p:nvSpPr>
          <p:cNvPr id="4"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5" name="Rectangle 6"/>
          <p:cNvSpPr>
            <a:spLocks noGrp="1" noChangeArrowheads="1"/>
          </p:cNvSpPr>
          <p:nvPr>
            <p:ph type="sldNum" sz="quarter" idx="12"/>
          </p:nvPr>
        </p:nvSpPr>
        <p:spPr>
          <a:ln/>
        </p:spPr>
        <p:txBody>
          <a:bodyPr/>
          <a:lstStyle>
            <a:lvl1pPr>
              <a:defRPr/>
            </a:lvl1pPr>
          </a:lstStyle>
          <a:p>
            <a:fld id="{B2435DD8-BC4F-4C8E-9390-DF43692AEB8E}" type="slidenum">
              <a:rPr lang="en-CA" smtClean="0"/>
              <a:t>‹#›</a:t>
            </a:fld>
            <a:endParaRPr lang="en-CA"/>
          </a:p>
        </p:txBody>
      </p:sp>
    </p:spTree>
    <p:extLst>
      <p:ext uri="{BB962C8B-B14F-4D97-AF65-F5344CB8AC3E}">
        <p14:creationId xmlns:p14="http://schemas.microsoft.com/office/powerpoint/2010/main" val="190941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B8C807DF-871E-470C-8C7C-06BEC02BD862}" type="datetime1">
              <a:rPr lang="en-CA" smtClean="0"/>
              <a:t>2026-04-01</a:t>
            </a:fld>
            <a:endParaRPr lang="en-CA"/>
          </a:p>
        </p:txBody>
      </p:sp>
      <p:sp>
        <p:nvSpPr>
          <p:cNvPr id="3"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4" name="Rectangle 6"/>
          <p:cNvSpPr>
            <a:spLocks noGrp="1" noChangeArrowheads="1"/>
          </p:cNvSpPr>
          <p:nvPr>
            <p:ph type="sldNum" sz="quarter" idx="12"/>
          </p:nvPr>
        </p:nvSpPr>
        <p:spPr>
          <a:ln/>
        </p:spPr>
        <p:txBody>
          <a:bodyPr/>
          <a:lstStyle>
            <a:lvl1pPr>
              <a:defRPr/>
            </a:lvl1pPr>
          </a:lstStyle>
          <a:p>
            <a:fld id="{B2435DD8-BC4F-4C8E-9390-DF43692AEB8E}" type="slidenum">
              <a:rPr lang="en-CA" smtClean="0"/>
              <a:t>‹#›</a:t>
            </a:fld>
            <a:endParaRPr lang="en-CA"/>
          </a:p>
        </p:txBody>
      </p:sp>
    </p:spTree>
    <p:extLst>
      <p:ext uri="{BB962C8B-B14F-4D97-AF65-F5344CB8AC3E}">
        <p14:creationId xmlns:p14="http://schemas.microsoft.com/office/powerpoint/2010/main" val="40168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61D4CD4A-2FE9-4104-995D-E327C6FC8DB1}" type="datetime1">
              <a:rPr lang="en-CA" smtClean="0"/>
              <a:t>2026-04-01</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B2435DD8-BC4F-4C8E-9390-DF43692AEB8E}" type="slidenum">
              <a:rPr lang="en-CA" smtClean="0"/>
              <a:t>‹#›</a:t>
            </a:fld>
            <a:endParaRPr lang="en-CA"/>
          </a:p>
        </p:txBody>
      </p:sp>
    </p:spTree>
    <p:extLst>
      <p:ext uri="{BB962C8B-B14F-4D97-AF65-F5344CB8AC3E}">
        <p14:creationId xmlns:p14="http://schemas.microsoft.com/office/powerpoint/2010/main" val="4079828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9643867D-E92A-4DE0-8945-F9CF68310760}" type="datetime1">
              <a:rPr lang="en-CA" smtClean="0"/>
              <a:t>2026-04-01</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B2435DD8-BC4F-4C8E-9390-DF43692AEB8E}" type="slidenum">
              <a:rPr lang="en-CA" smtClean="0"/>
              <a:t>‹#›</a:t>
            </a:fld>
            <a:endParaRPr lang="en-CA"/>
          </a:p>
        </p:txBody>
      </p:sp>
    </p:spTree>
    <p:extLst>
      <p:ext uri="{BB962C8B-B14F-4D97-AF65-F5344CB8AC3E}">
        <p14:creationId xmlns:p14="http://schemas.microsoft.com/office/powerpoint/2010/main" val="3245219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AAA8EB37-439C-4DF7-94B2-9EF7787B3C10}" type="datetime1">
              <a:rPr lang="en-CA" smtClean="0"/>
              <a:t>2026-04-01</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a:ln/>
        </p:spPr>
        <p:txBody>
          <a:bodyPr/>
          <a:lstStyle>
            <a:lvl1pPr>
              <a:defRPr/>
            </a:lvl1pPr>
          </a:lstStyle>
          <a:p>
            <a:fld id="{B2435DD8-BC4F-4C8E-9390-DF43692AEB8E}" type="slidenum">
              <a:rPr lang="en-CA" smtClean="0"/>
              <a:t>‹#›</a:t>
            </a:fld>
            <a:endParaRPr lang="en-CA"/>
          </a:p>
        </p:txBody>
      </p:sp>
    </p:spTree>
    <p:extLst>
      <p:ext uri="{BB962C8B-B14F-4D97-AF65-F5344CB8AC3E}">
        <p14:creationId xmlns:p14="http://schemas.microsoft.com/office/powerpoint/2010/main" val="3502955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4" y="930277"/>
            <a:ext cx="2052637" cy="5332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6064" y="930277"/>
            <a:ext cx="6007100" cy="5332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C2DFB819-97C5-447A-8BE6-58C8FB106BE1}" type="datetime1">
              <a:rPr lang="en-CA" smtClean="0"/>
              <a:t>2026-04-01</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a:ln/>
        </p:spPr>
        <p:txBody>
          <a:bodyPr/>
          <a:lstStyle>
            <a:lvl1pPr>
              <a:defRPr/>
            </a:lvl1pPr>
          </a:lstStyle>
          <a:p>
            <a:fld id="{B2435DD8-BC4F-4C8E-9390-DF43692AEB8E}" type="slidenum">
              <a:rPr lang="en-CA" smtClean="0"/>
              <a:t>‹#›</a:t>
            </a:fld>
            <a:endParaRPr lang="en-CA"/>
          </a:p>
        </p:txBody>
      </p:sp>
    </p:spTree>
    <p:extLst>
      <p:ext uri="{BB962C8B-B14F-4D97-AF65-F5344CB8AC3E}">
        <p14:creationId xmlns:p14="http://schemas.microsoft.com/office/powerpoint/2010/main" val="311075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201CA211-19D8-4519-BB3F-5EBE550B55BA}" type="datetime1">
              <a:rPr lang="en-CA" smtClean="0"/>
              <a:t>2026-04-01</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B2435DD8-BC4F-4C8E-9390-DF43692AEB8E}" type="slidenum">
              <a:rPr lang="en-CA" smtClean="0"/>
              <a:t>‹#›</a:t>
            </a:fld>
            <a:endParaRPr lang="en-CA"/>
          </a:p>
        </p:txBody>
      </p:sp>
    </p:spTree>
    <p:extLst>
      <p:ext uri="{BB962C8B-B14F-4D97-AF65-F5344CB8AC3E}">
        <p14:creationId xmlns:p14="http://schemas.microsoft.com/office/powerpoint/2010/main" val="125513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9265"/>
            <a:ext cx="4038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2"/>
            <a:ext cx="4038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fld id="{59407D82-535E-470B-B373-D21CB68F2245}" type="datetime1">
              <a:rPr lang="en-CA" smtClean="0"/>
              <a:t>2026-04-01</a:t>
            </a:fld>
            <a:endParaRPr lang="en-CA"/>
          </a:p>
        </p:txBody>
      </p:sp>
      <p:sp>
        <p:nvSpPr>
          <p:cNvPr id="7" name="Rectangle 5"/>
          <p:cNvSpPr>
            <a:spLocks noGrp="1" noChangeArrowheads="1"/>
          </p:cNvSpPr>
          <p:nvPr>
            <p:ph type="ftr" sz="quarter" idx="11"/>
          </p:nvPr>
        </p:nvSpPr>
        <p:spPr>
          <a:ln/>
        </p:spPr>
        <p:txBody>
          <a:bodyPr/>
          <a:lstStyle>
            <a:lvl1pPr>
              <a:defRPr/>
            </a:lvl1pPr>
          </a:lstStyle>
          <a:p>
            <a:r>
              <a:rPr lang="en-US"/>
              <a:t>Machine Learning in Business. Copyright  © John C. Hull 2021</a:t>
            </a:r>
            <a:endParaRPr lang="en-CA"/>
          </a:p>
        </p:txBody>
      </p:sp>
      <p:sp>
        <p:nvSpPr>
          <p:cNvPr id="8" name="Rectangle 6"/>
          <p:cNvSpPr>
            <a:spLocks noGrp="1" noChangeArrowheads="1"/>
          </p:cNvSpPr>
          <p:nvPr>
            <p:ph type="sldNum" sz="quarter" idx="12"/>
          </p:nvPr>
        </p:nvSpPr>
        <p:spPr>
          <a:ln/>
        </p:spPr>
        <p:txBody>
          <a:bodyPr/>
          <a:lstStyle>
            <a:lvl1pPr>
              <a:defRPr/>
            </a:lvl1pPr>
          </a:lstStyle>
          <a:p>
            <a:fld id="{B2435DD8-BC4F-4C8E-9390-DF43692AEB8E}" type="slidenum">
              <a:rPr lang="en-CA" smtClean="0"/>
              <a:t>‹#›</a:t>
            </a:fld>
            <a:endParaRPr lang="en-CA"/>
          </a:p>
        </p:txBody>
      </p:sp>
    </p:spTree>
    <p:extLst>
      <p:ext uri="{BB962C8B-B14F-4D97-AF65-F5344CB8AC3E}">
        <p14:creationId xmlns:p14="http://schemas.microsoft.com/office/powerpoint/2010/main" val="3181141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yan - Blank">
    <p:spTree>
      <p:nvGrpSpPr>
        <p:cNvPr id="1" name=""/>
        <p:cNvGrpSpPr/>
        <p:nvPr/>
      </p:nvGrpSpPr>
      <p:grpSpPr>
        <a:xfrm>
          <a:off x="0" y="0"/>
          <a:ext cx="0" cy="0"/>
          <a:chOff x="0" y="0"/>
          <a:chExt cx="0" cy="0"/>
        </a:xfrm>
      </p:grpSpPr>
      <p:sp>
        <p:nvSpPr>
          <p:cNvPr id="2" name="Title 1"/>
          <p:cNvSpPr>
            <a:spLocks noGrp="1"/>
          </p:cNvSpPr>
          <p:nvPr>
            <p:ph type="ctrTitle"/>
          </p:nvPr>
        </p:nvSpPr>
        <p:spPr>
          <a:xfrm>
            <a:off x="251521" y="274638"/>
            <a:ext cx="7200800" cy="563564"/>
          </a:xfrm>
        </p:spPr>
        <p:txBody>
          <a:bodyPr anchor="b"/>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7C376346-5DC3-40FB-A3CD-43243A37009B}" type="datetime1">
              <a:rPr lang="en-CA" smtClean="0"/>
              <a:t>2026-04-01</a:t>
            </a:fld>
            <a:endParaRPr lang="en-CA"/>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B2435DD8-BC4F-4C8E-9390-DF43692AEB8E}" type="slidenum">
              <a:rPr lang="en-CA" smtClean="0"/>
              <a:t>‹#›</a:t>
            </a:fld>
            <a:endParaRPr lang="en-CA"/>
          </a:p>
        </p:txBody>
      </p:sp>
      <p:sp>
        <p:nvSpPr>
          <p:cNvPr id="3" name="Subtitle 2"/>
          <p:cNvSpPr>
            <a:spLocks noGrp="1"/>
          </p:cNvSpPr>
          <p:nvPr>
            <p:ph type="subTitle" idx="1"/>
          </p:nvPr>
        </p:nvSpPr>
        <p:spPr>
          <a:xfrm>
            <a:off x="251521" y="838201"/>
            <a:ext cx="7200800" cy="533400"/>
          </a:xfrm>
        </p:spPr>
        <p:txBody>
          <a:bodyPr anchor="t">
            <a:normAutofit/>
          </a:bodyPr>
          <a:lstStyle>
            <a:lvl1pPr marL="0" indent="0" algn="l">
              <a:buNone/>
              <a:defRPr sz="1350" b="0">
                <a:solidFill>
                  <a:schemeClr val="bg1">
                    <a:lumMod val="65000"/>
                  </a:schemeClr>
                </a:solidFill>
                <a:latin typeface="Arial" panose="020B0604020202020204" pitchFamily="34" charset="0"/>
                <a:cs typeface="Arial"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12" name="Content Placeholder 2"/>
          <p:cNvSpPr>
            <a:spLocks noGrp="1"/>
          </p:cNvSpPr>
          <p:nvPr>
            <p:ph idx="14"/>
          </p:nvPr>
        </p:nvSpPr>
        <p:spPr>
          <a:xfrm>
            <a:off x="251520" y="1484784"/>
            <a:ext cx="8637640" cy="4752528"/>
          </a:xfrm>
        </p:spPr>
        <p:txBody>
          <a:bodyPr/>
          <a:lstStyle>
            <a:lvl1pPr>
              <a:defRPr>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2005514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17C30987-6D08-4BD1-A547-1D993EC84A33}" type="datetime1">
              <a:rPr lang="en-CA" smtClean="0"/>
              <a:t>2026-04-01</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a:t>Machine Learning in Business. Copyright  © John C. Hull 2021</a:t>
            </a:r>
            <a:endParaRPr lang="en-CA"/>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B2435DD8-BC4F-4C8E-9390-DF43692AEB8E}"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16">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17"/>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18"/>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2.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4.bin"/></Relationships>
</file>

<file path=ppt/slides/_rels/slide2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23.wmf"/><Relationship Id="rId18" Type="http://schemas.openxmlformats.org/officeDocument/2006/relationships/oleObject" Target="../embeddings/oleObject14.bin"/><Relationship Id="rId3" Type="http://schemas.openxmlformats.org/officeDocument/2006/relationships/image" Target="../media/image18.wmf"/><Relationship Id="rId21" Type="http://schemas.openxmlformats.org/officeDocument/2006/relationships/image" Target="../media/image27.wmf"/><Relationship Id="rId7" Type="http://schemas.openxmlformats.org/officeDocument/2006/relationships/image" Target="../media/image20.wmf"/><Relationship Id="rId12" Type="http://schemas.openxmlformats.org/officeDocument/2006/relationships/oleObject" Target="../embeddings/oleObject11.bin"/><Relationship Id="rId17" Type="http://schemas.openxmlformats.org/officeDocument/2006/relationships/image" Target="../media/image25.wmf"/><Relationship Id="rId2" Type="http://schemas.openxmlformats.org/officeDocument/2006/relationships/oleObject" Target="../embeddings/oleObject6.bin"/><Relationship Id="rId16" Type="http://schemas.openxmlformats.org/officeDocument/2006/relationships/oleObject" Target="../embeddings/oleObject13.bin"/><Relationship Id="rId20"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8.bin"/><Relationship Id="rId11" Type="http://schemas.openxmlformats.org/officeDocument/2006/relationships/image" Target="../media/image22.wmf"/><Relationship Id="rId5" Type="http://schemas.openxmlformats.org/officeDocument/2006/relationships/image" Target="../media/image19.wmf"/><Relationship Id="rId15" Type="http://schemas.openxmlformats.org/officeDocument/2006/relationships/image" Target="../media/image24.wmf"/><Relationship Id="rId10" Type="http://schemas.openxmlformats.org/officeDocument/2006/relationships/oleObject" Target="../embeddings/oleObject10.bin"/><Relationship Id="rId19" Type="http://schemas.openxmlformats.org/officeDocument/2006/relationships/image" Target="../media/image26.wmf"/><Relationship Id="rId4" Type="http://schemas.openxmlformats.org/officeDocument/2006/relationships/oleObject" Target="../embeddings/oleObject7.bin"/><Relationship Id="rId9" Type="http://schemas.openxmlformats.org/officeDocument/2006/relationships/image" Target="../media/image21.wmf"/><Relationship Id="rId14" Type="http://schemas.openxmlformats.org/officeDocument/2006/relationships/oleObject" Target="../embeddings/oleObject12.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24.wmf"/><Relationship Id="rId3" Type="http://schemas.openxmlformats.org/officeDocument/2006/relationships/image" Target="../media/image28.wmf"/><Relationship Id="rId7" Type="http://schemas.openxmlformats.org/officeDocument/2006/relationships/image" Target="../media/image21.wmf"/><Relationship Id="rId12" Type="http://schemas.openxmlformats.org/officeDocument/2006/relationships/oleObject" Target="../embeddings/oleObject21.bin"/><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11" Type="http://schemas.openxmlformats.org/officeDocument/2006/relationships/image" Target="../media/image23.wmf"/><Relationship Id="rId5" Type="http://schemas.openxmlformats.org/officeDocument/2006/relationships/image" Target="../media/image29.wmf"/><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30.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34.wmf"/><Relationship Id="rId18" Type="http://schemas.openxmlformats.org/officeDocument/2006/relationships/image" Target="../media/image37.jpeg"/><Relationship Id="rId3" Type="http://schemas.openxmlformats.org/officeDocument/2006/relationships/image" Target="../media/image31.wmf"/><Relationship Id="rId7" Type="http://schemas.openxmlformats.org/officeDocument/2006/relationships/image" Target="../media/image23.wmf"/><Relationship Id="rId12" Type="http://schemas.openxmlformats.org/officeDocument/2006/relationships/oleObject" Target="../embeddings/oleObject25.bin"/><Relationship Id="rId17" Type="http://schemas.openxmlformats.org/officeDocument/2006/relationships/image" Target="../media/image36.wmf"/><Relationship Id="rId2" Type="http://schemas.openxmlformats.org/officeDocument/2006/relationships/oleObject" Target="../embeddings/oleObject22.bin"/><Relationship Id="rId16" Type="http://schemas.openxmlformats.org/officeDocument/2006/relationships/oleObject" Target="../embeddings/oleObject27.bin"/><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33.wmf"/><Relationship Id="rId5" Type="http://schemas.openxmlformats.org/officeDocument/2006/relationships/image" Target="../media/image32.wmf"/><Relationship Id="rId15" Type="http://schemas.openxmlformats.org/officeDocument/2006/relationships/image" Target="../media/image35.wmf"/><Relationship Id="rId10" Type="http://schemas.openxmlformats.org/officeDocument/2006/relationships/oleObject" Target="../embeddings/oleObject24.bin"/><Relationship Id="rId4" Type="http://schemas.openxmlformats.org/officeDocument/2006/relationships/oleObject" Target="../embeddings/oleObject23.bin"/><Relationship Id="rId9" Type="http://schemas.openxmlformats.org/officeDocument/2006/relationships/image" Target="../media/image24.wmf"/><Relationship Id="rId14" Type="http://schemas.openxmlformats.org/officeDocument/2006/relationships/oleObject" Target="../embeddings/oleObject26.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8.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828800"/>
            <a:ext cx="6631632" cy="2362200"/>
          </a:xfrm>
        </p:spPr>
        <p:txBody>
          <a:bodyPr/>
          <a:lstStyle/>
          <a:p>
            <a:br>
              <a:rPr lang="en-US" sz="4000" dirty="0"/>
            </a:br>
            <a:br>
              <a:rPr lang="en-US" sz="4000" dirty="0"/>
            </a:br>
            <a:r>
              <a:rPr lang="zh-CN" altLang="en-US" sz="4000" i="0" dirty="0"/>
              <a:t>大数据精算与</a:t>
            </a:r>
            <a:r>
              <a:rPr lang="en-US" altLang="zh-CN" sz="4000" i="0" dirty="0"/>
              <a:t>MATLAB</a:t>
            </a:r>
            <a:r>
              <a:rPr lang="zh-CN" altLang="en-US" sz="4000" i="0" dirty="0"/>
              <a:t>编程</a:t>
            </a:r>
            <a:br>
              <a:rPr lang="en-US" sz="4800" i="0" dirty="0"/>
            </a:br>
            <a:br>
              <a:rPr lang="en-US" sz="4800" dirty="0"/>
            </a:br>
            <a:endParaRPr lang="en-CA" sz="4800" dirty="0"/>
          </a:p>
        </p:txBody>
      </p:sp>
      <p:sp>
        <p:nvSpPr>
          <p:cNvPr id="3" name="Subtitle 2"/>
          <p:cNvSpPr>
            <a:spLocks noGrp="1"/>
          </p:cNvSpPr>
          <p:nvPr>
            <p:ph type="subTitle" idx="1"/>
          </p:nvPr>
        </p:nvSpPr>
        <p:spPr>
          <a:xfrm>
            <a:off x="1817046" y="4365104"/>
            <a:ext cx="6797080" cy="1295400"/>
          </a:xfrm>
        </p:spPr>
        <p:txBody>
          <a:bodyPr/>
          <a:lstStyle/>
          <a:p>
            <a:pPr marL="457200" indent="-457200">
              <a:buFont typeface="Wingdings" panose="05000000000000000000" pitchFamily="2" charset="2"/>
              <a:buChar char="Ø"/>
            </a:pPr>
            <a:r>
              <a:rPr lang="zh-CN" altLang="en-US" sz="3200" dirty="0"/>
              <a:t>商用机器学习</a:t>
            </a:r>
            <a:endParaRPr lang="en-US" sz="3200" dirty="0"/>
          </a:p>
        </p:txBody>
      </p:sp>
      <p:sp>
        <p:nvSpPr>
          <p:cNvPr id="5" name="Slide Number Placeholder 4"/>
          <p:cNvSpPr>
            <a:spLocks noGrp="1"/>
          </p:cNvSpPr>
          <p:nvPr>
            <p:ph type="sldNum" sz="quarter" idx="12"/>
          </p:nvPr>
        </p:nvSpPr>
        <p:spPr/>
        <p:txBody>
          <a:bodyPr/>
          <a:lstStyle/>
          <a:p>
            <a:fld id="{2E8C09BE-1715-42CA-A91A-E7B0E09A3015}" type="slidenum">
              <a:rPr lang="en-CA" smtClean="0"/>
              <a:t>1</a:t>
            </a:fld>
            <a:endParaRPr lang="en-CA" dirty="0"/>
          </a:p>
        </p:txBody>
      </p:sp>
    </p:spTree>
    <p:extLst>
      <p:ext uri="{BB962C8B-B14F-4D97-AF65-F5344CB8AC3E}">
        <p14:creationId xmlns:p14="http://schemas.microsoft.com/office/powerpoint/2010/main" val="1070417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机器学习</a:t>
            </a:r>
            <a:endParaRPr lang="en-CA" i="0" dirty="0"/>
          </a:p>
        </p:txBody>
      </p:sp>
      <p:sp>
        <p:nvSpPr>
          <p:cNvPr id="3" name="Content Placeholder 2"/>
          <p:cNvSpPr>
            <a:spLocks noGrp="1"/>
          </p:cNvSpPr>
          <p:nvPr>
            <p:ph idx="1"/>
          </p:nvPr>
        </p:nvSpPr>
        <p:spPr>
          <a:xfrm>
            <a:off x="395536" y="2147888"/>
            <a:ext cx="8568952" cy="3369344"/>
          </a:xfrm>
        </p:spPr>
        <p:txBody>
          <a:bodyPr/>
          <a:lstStyle/>
          <a:p>
            <a:r>
              <a:rPr lang="zh-CN" altLang="en-US" sz="2800" dirty="0"/>
              <a:t>机器学习是人工智能的一个分支。</a:t>
            </a:r>
            <a:endParaRPr lang="en-US" altLang="zh-CN" sz="2800" dirty="0"/>
          </a:p>
          <a:p>
            <a:r>
              <a:rPr lang="zh-CN" altLang="en-US" sz="2800" dirty="0"/>
              <a:t>机器学习的基本思想是，我们让计算机程序访问大量数据，让它学习变量之间的关系并进行预测。</a:t>
            </a:r>
            <a:endParaRPr lang="en-US" altLang="zh-CN" sz="2800" dirty="0"/>
          </a:p>
          <a:p>
            <a:r>
              <a:rPr lang="zh-CN" altLang="en-US" sz="2800" dirty="0"/>
              <a:t>机器学习的一些技术可以追溯到</a:t>
            </a:r>
            <a:r>
              <a:rPr lang="en-US" altLang="zh-CN" sz="2800" dirty="0"/>
              <a:t>20</a:t>
            </a:r>
            <a:r>
              <a:rPr lang="zh-CN" altLang="en-US" sz="2800" dirty="0"/>
              <a:t>世纪</a:t>
            </a:r>
            <a:r>
              <a:rPr lang="en-US" altLang="zh-CN" sz="2800" dirty="0"/>
              <a:t>50</a:t>
            </a:r>
            <a:r>
              <a:rPr lang="zh-CN" altLang="en-US" sz="2800" dirty="0"/>
              <a:t>年代，但计算机速度和数据存储成本的提升如今已使机器学习成为一种实用的工具。</a:t>
            </a:r>
            <a:endParaRPr lang="en-CA" sz="2800" dirty="0"/>
          </a:p>
        </p:txBody>
      </p:sp>
      <p:sp>
        <p:nvSpPr>
          <p:cNvPr id="5" name="Slide Number Placeholder 4"/>
          <p:cNvSpPr>
            <a:spLocks noGrp="1"/>
          </p:cNvSpPr>
          <p:nvPr>
            <p:ph type="sldNum" sz="quarter" idx="12"/>
          </p:nvPr>
        </p:nvSpPr>
        <p:spPr/>
        <p:txBody>
          <a:bodyPr/>
          <a:lstStyle/>
          <a:p>
            <a:fld id="{2E8C09BE-1715-42CA-A91A-E7B0E09A3015}" type="slidenum">
              <a:rPr lang="en-CA" smtClean="0"/>
              <a:t>2</a:t>
            </a:fld>
            <a:endParaRPr lang="en-CA"/>
          </a:p>
        </p:txBody>
      </p:sp>
    </p:spTree>
    <p:extLst>
      <p:ext uri="{BB962C8B-B14F-4D97-AF65-F5344CB8AC3E}">
        <p14:creationId xmlns:p14="http://schemas.microsoft.com/office/powerpoint/2010/main" val="1211245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软件</a:t>
            </a:r>
            <a:endParaRPr lang="en-CA" i="0" dirty="0"/>
          </a:p>
        </p:txBody>
      </p:sp>
      <p:sp>
        <p:nvSpPr>
          <p:cNvPr id="3" name="Content Placeholder 2"/>
          <p:cNvSpPr>
            <a:spLocks noGrp="1"/>
          </p:cNvSpPr>
          <p:nvPr>
            <p:ph idx="1"/>
          </p:nvPr>
        </p:nvSpPr>
        <p:spPr>
          <a:xfrm>
            <a:off x="246063" y="1916832"/>
            <a:ext cx="8568952" cy="4114800"/>
          </a:xfrm>
        </p:spPr>
        <p:txBody>
          <a:bodyPr/>
          <a:lstStyle/>
          <a:p>
            <a:r>
              <a:rPr lang="zh-CN" altLang="en-US" sz="2800" dirty="0"/>
              <a:t>有以下几种选择，如 </a:t>
            </a:r>
            <a:r>
              <a:rPr lang="en-US" altLang="zh-CN" sz="2800" dirty="0"/>
              <a:t>Python</a:t>
            </a:r>
            <a:r>
              <a:rPr lang="zh-CN" altLang="en-US" sz="2800" dirty="0"/>
              <a:t>、</a:t>
            </a:r>
            <a:r>
              <a:rPr lang="en-US" altLang="zh-CN" sz="2800" dirty="0"/>
              <a:t>R</a:t>
            </a:r>
            <a:r>
              <a:rPr lang="zh-CN" altLang="en-US" sz="2800" dirty="0"/>
              <a:t>、</a:t>
            </a:r>
            <a:r>
              <a:rPr lang="en-US" altLang="zh-CN" sz="2800" dirty="0" err="1"/>
              <a:t>MatLab</a:t>
            </a:r>
            <a:r>
              <a:rPr lang="zh-CN" altLang="en-US" sz="2800" dirty="0"/>
              <a:t>、</a:t>
            </a:r>
            <a:r>
              <a:rPr lang="en-US" altLang="zh-CN" sz="2800" dirty="0"/>
              <a:t>Spark </a:t>
            </a:r>
            <a:r>
              <a:rPr lang="zh-CN" altLang="en-US" sz="2800" dirty="0"/>
              <a:t>和 </a:t>
            </a:r>
            <a:r>
              <a:rPr lang="en-US" altLang="zh-CN" sz="2800" dirty="0"/>
              <a:t>Julia</a:t>
            </a:r>
            <a:r>
              <a:rPr lang="zh-CN" altLang="en-US" sz="2800" dirty="0"/>
              <a:t>。</a:t>
            </a:r>
            <a:endParaRPr lang="en-US" altLang="zh-CN" sz="2800" dirty="0"/>
          </a:p>
          <a:p>
            <a:r>
              <a:rPr lang="zh-CN" altLang="en-US" sz="2800" dirty="0"/>
              <a:t>需要具备处理超大数据集的能力，以及提供实现相关算法的软件包。</a:t>
            </a:r>
            <a:endParaRPr lang="en-US" altLang="zh-CN" sz="2800" dirty="0"/>
          </a:p>
          <a:p>
            <a:r>
              <a:rPr lang="zh-CN" altLang="en-US" sz="2800" dirty="0"/>
              <a:t>目前</a:t>
            </a:r>
            <a:r>
              <a:rPr lang="en-US" altLang="zh-CN" sz="2800" dirty="0"/>
              <a:t>Python</a:t>
            </a:r>
            <a:r>
              <a:rPr lang="zh-CN" altLang="en-US" sz="2800" dirty="0"/>
              <a:t>似乎占据优势。</a:t>
            </a:r>
            <a:endParaRPr lang="en-US" altLang="zh-CN" sz="2800" dirty="0"/>
          </a:p>
          <a:p>
            <a:r>
              <a:rPr lang="zh-CN" altLang="en-US" sz="2800" dirty="0"/>
              <a:t>像</a:t>
            </a:r>
            <a:r>
              <a:rPr lang="en-US" altLang="zh-CN" sz="2800" dirty="0" err="1"/>
              <a:t>Numpy</a:t>
            </a:r>
            <a:r>
              <a:rPr lang="zh-CN" altLang="en-US" sz="2800" dirty="0"/>
              <a:t>、</a:t>
            </a:r>
            <a:r>
              <a:rPr lang="en-US" altLang="zh-CN" sz="2800" dirty="0"/>
              <a:t>Pandas</a:t>
            </a:r>
            <a:r>
              <a:rPr lang="zh-CN" altLang="en-US" sz="2800" dirty="0"/>
              <a:t>、</a:t>
            </a:r>
            <a:r>
              <a:rPr lang="en-US" altLang="zh-CN" sz="2800" dirty="0"/>
              <a:t>Scikit-Learn</a:t>
            </a:r>
            <a:r>
              <a:rPr lang="zh-CN" altLang="en-US" sz="2800" dirty="0"/>
              <a:t>（</a:t>
            </a:r>
            <a:r>
              <a:rPr lang="en-US" altLang="zh-CN" sz="2800" dirty="0" err="1"/>
              <a:t>Sklearn</a:t>
            </a:r>
            <a:r>
              <a:rPr lang="zh-CN" altLang="en-US" sz="2800" dirty="0"/>
              <a:t>）和 </a:t>
            </a:r>
            <a:r>
              <a:rPr lang="en-US" altLang="zh-CN" sz="2800" dirty="0" err="1"/>
              <a:t>Tensorflow</a:t>
            </a:r>
            <a:r>
              <a:rPr lang="zh-CN" altLang="en-US" sz="2800" dirty="0"/>
              <a:t>这样的库，使得在</a:t>
            </a:r>
            <a:r>
              <a:rPr lang="en-US" altLang="zh-CN" sz="2800" dirty="0"/>
              <a:t>Python</a:t>
            </a:r>
            <a:r>
              <a:rPr lang="zh-CN" altLang="en-US" sz="2800" dirty="0"/>
              <a:t>中处理大数据集和实现机器学习算法变得十分便捷。</a:t>
            </a:r>
            <a:endParaRPr lang="en-CA" sz="2800" dirty="0"/>
          </a:p>
        </p:txBody>
      </p:sp>
      <p:sp>
        <p:nvSpPr>
          <p:cNvPr id="5" name="Slide Number Placeholder 4"/>
          <p:cNvSpPr>
            <a:spLocks noGrp="1"/>
          </p:cNvSpPr>
          <p:nvPr>
            <p:ph type="sldNum" sz="quarter" idx="12"/>
          </p:nvPr>
        </p:nvSpPr>
        <p:spPr/>
        <p:txBody>
          <a:bodyPr/>
          <a:lstStyle/>
          <a:p>
            <a:fld id="{2E8C09BE-1715-42CA-A91A-E7B0E09A3015}" type="slidenum">
              <a:rPr lang="en-CA" smtClean="0"/>
              <a:t>3</a:t>
            </a:fld>
            <a:endParaRPr lang="en-CA"/>
          </a:p>
        </p:txBody>
      </p:sp>
    </p:spTree>
    <p:extLst>
      <p:ext uri="{BB962C8B-B14F-4D97-AF65-F5344CB8AC3E}">
        <p14:creationId xmlns:p14="http://schemas.microsoft.com/office/powerpoint/2010/main" val="340578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81F88-7843-41B2-82B7-9BC242241820}"/>
              </a:ext>
            </a:extLst>
          </p:cNvPr>
          <p:cNvSpPr>
            <a:spLocks noGrp="1"/>
          </p:cNvSpPr>
          <p:nvPr>
            <p:ph type="title"/>
          </p:nvPr>
        </p:nvSpPr>
        <p:spPr/>
        <p:txBody>
          <a:bodyPr/>
          <a:lstStyle/>
          <a:p>
            <a:r>
              <a:rPr lang="zh-CN" altLang="en-US" i="0" dirty="0"/>
              <a:t>机器学习与自动化</a:t>
            </a:r>
            <a:endParaRPr lang="en-CA" i="0" dirty="0"/>
          </a:p>
        </p:txBody>
      </p:sp>
      <p:sp>
        <p:nvSpPr>
          <p:cNvPr id="3" name="Content Placeholder 2">
            <a:extLst>
              <a:ext uri="{FF2B5EF4-FFF2-40B4-BE49-F238E27FC236}">
                <a16:creationId xmlns:a16="http://schemas.microsoft.com/office/drawing/2014/main" id="{A16BB00F-3C3E-4EE9-ADCC-CFFF10F2C54E}"/>
              </a:ext>
            </a:extLst>
          </p:cNvPr>
          <p:cNvSpPr>
            <a:spLocks noGrp="1"/>
          </p:cNvSpPr>
          <p:nvPr>
            <p:ph idx="1"/>
          </p:nvPr>
        </p:nvSpPr>
        <p:spPr/>
        <p:txBody>
          <a:bodyPr/>
          <a:lstStyle/>
          <a:p>
            <a:r>
              <a:rPr lang="zh-CN" altLang="en-US" sz="2800" dirty="0"/>
              <a:t>计算机已被用于许多商业决策的自动化（如工资发放、发送发票、按地区汇总销售额等）。</a:t>
            </a:r>
            <a:endParaRPr lang="en-US" altLang="zh-CN" sz="2800" dirty="0"/>
          </a:p>
          <a:p>
            <a:pPr marL="0" indent="0">
              <a:buNone/>
            </a:pPr>
            <a:endParaRPr lang="en-US" altLang="zh-CN" sz="2800" dirty="0"/>
          </a:p>
          <a:p>
            <a:r>
              <a:rPr lang="zh-CN" altLang="en-US" sz="2800" dirty="0"/>
              <a:t>这就是数字化：第三次工业革命。</a:t>
            </a:r>
            <a:endParaRPr lang="en-US" altLang="zh-CN" sz="2800" dirty="0"/>
          </a:p>
          <a:p>
            <a:pPr marL="0" indent="0">
              <a:buNone/>
            </a:pPr>
            <a:endParaRPr lang="en-US" altLang="zh-CN" sz="2800" dirty="0"/>
          </a:p>
          <a:p>
            <a:r>
              <a:rPr lang="zh-CN" altLang="en-US" sz="2800" dirty="0"/>
              <a:t>机器学习是第四次工业革命的核心，在这场革命中，计算机被用来创造智能。</a:t>
            </a:r>
            <a:endParaRPr lang="en-CA" sz="2800" dirty="0"/>
          </a:p>
        </p:txBody>
      </p:sp>
      <p:sp>
        <p:nvSpPr>
          <p:cNvPr id="5" name="Slide Number Placeholder 4">
            <a:extLst>
              <a:ext uri="{FF2B5EF4-FFF2-40B4-BE49-F238E27FC236}">
                <a16:creationId xmlns:a16="http://schemas.microsoft.com/office/drawing/2014/main" id="{0321C98A-1C8C-4056-8127-3E1CC8910A9A}"/>
              </a:ext>
            </a:extLst>
          </p:cNvPr>
          <p:cNvSpPr>
            <a:spLocks noGrp="1"/>
          </p:cNvSpPr>
          <p:nvPr>
            <p:ph type="sldNum" sz="quarter" idx="12"/>
          </p:nvPr>
        </p:nvSpPr>
        <p:spPr/>
        <p:txBody>
          <a:bodyPr/>
          <a:lstStyle/>
          <a:p>
            <a:fld id="{B2435DD8-BC4F-4C8E-9390-DF43692AEB8E}" type="slidenum">
              <a:rPr lang="en-CA" smtClean="0"/>
              <a:t>4</a:t>
            </a:fld>
            <a:endParaRPr lang="en-CA"/>
          </a:p>
        </p:txBody>
      </p:sp>
    </p:spTree>
    <p:extLst>
      <p:ext uri="{BB962C8B-B14F-4D97-AF65-F5344CB8AC3E}">
        <p14:creationId xmlns:p14="http://schemas.microsoft.com/office/powerpoint/2010/main" val="2034573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60322-8D21-48D9-BCA9-DECF9159B18E}"/>
              </a:ext>
            </a:extLst>
          </p:cNvPr>
          <p:cNvSpPr>
            <a:spLocks noGrp="1"/>
          </p:cNvSpPr>
          <p:nvPr>
            <p:ph type="title"/>
          </p:nvPr>
        </p:nvSpPr>
        <p:spPr>
          <a:xfrm>
            <a:off x="228600" y="838200"/>
            <a:ext cx="7772400" cy="1143000"/>
          </a:xfrm>
        </p:spPr>
        <p:txBody>
          <a:bodyPr/>
          <a:lstStyle/>
          <a:p>
            <a:r>
              <a:rPr lang="zh-CN" altLang="en-US" b="0" i="0" dirty="0"/>
              <a:t>示例：贷款申请（数字化 </a:t>
            </a:r>
            <a:r>
              <a:rPr lang="en-US" altLang="zh-CN" b="0" i="0" dirty="0"/>
              <a:t>vs </a:t>
            </a:r>
            <a:r>
              <a:rPr lang="zh-CN" altLang="en-US" b="0" i="0" dirty="0"/>
              <a:t>机器学习）</a:t>
            </a:r>
            <a:endParaRPr lang="en-CA" dirty="0"/>
          </a:p>
        </p:txBody>
      </p:sp>
      <p:sp>
        <p:nvSpPr>
          <p:cNvPr id="3" name="Content Placeholder 2">
            <a:extLst>
              <a:ext uri="{FF2B5EF4-FFF2-40B4-BE49-F238E27FC236}">
                <a16:creationId xmlns:a16="http://schemas.microsoft.com/office/drawing/2014/main" id="{B41A09C1-7E43-46DB-B513-E4FE9FC56EF3}"/>
              </a:ext>
            </a:extLst>
          </p:cNvPr>
          <p:cNvSpPr>
            <a:spLocks noGrp="1"/>
          </p:cNvSpPr>
          <p:nvPr>
            <p:ph idx="1"/>
          </p:nvPr>
        </p:nvSpPr>
        <p:spPr>
          <a:xfrm>
            <a:off x="323528" y="1891947"/>
            <a:ext cx="8208912" cy="4114800"/>
          </a:xfrm>
        </p:spPr>
        <p:txBody>
          <a:bodyPr/>
          <a:lstStyle/>
          <a:p>
            <a:r>
              <a:rPr lang="zh-CN" altLang="en-US" sz="2800" dirty="0"/>
              <a:t>如果贷款审核员应用某些已知的规则，我们可以将他们的工作数字化。</a:t>
            </a:r>
            <a:endParaRPr lang="en-US" altLang="zh-CN" sz="2800" dirty="0"/>
          </a:p>
          <a:p>
            <a:pPr marL="0" indent="0">
              <a:buNone/>
            </a:pPr>
            <a:endParaRPr lang="en-US" altLang="zh-CN" sz="2800" dirty="0"/>
          </a:p>
          <a:p>
            <a:r>
              <a:rPr lang="zh-CN" altLang="en-US" sz="2800" dirty="0"/>
              <a:t>如果我们不知道所使用的规则，则可以利用机器学习来确定这些规则。</a:t>
            </a:r>
            <a:endParaRPr lang="en-US" altLang="zh-CN" sz="2800" dirty="0"/>
          </a:p>
          <a:p>
            <a:endParaRPr lang="en-US" altLang="zh-CN" sz="2800" dirty="0"/>
          </a:p>
          <a:p>
            <a:r>
              <a:rPr lang="zh-CN" altLang="en-US" sz="2800" dirty="0"/>
              <a:t>但我们还可以更进一步，利用机器学习来优化贷款审批的规则。</a:t>
            </a:r>
            <a:endParaRPr lang="en-CA" sz="2800" dirty="0"/>
          </a:p>
        </p:txBody>
      </p:sp>
      <p:sp>
        <p:nvSpPr>
          <p:cNvPr id="5" name="Slide Number Placeholder 4">
            <a:extLst>
              <a:ext uri="{FF2B5EF4-FFF2-40B4-BE49-F238E27FC236}">
                <a16:creationId xmlns:a16="http://schemas.microsoft.com/office/drawing/2014/main" id="{34E8ACED-12DF-442F-B81F-93C328484DF3}"/>
              </a:ext>
            </a:extLst>
          </p:cNvPr>
          <p:cNvSpPr>
            <a:spLocks noGrp="1"/>
          </p:cNvSpPr>
          <p:nvPr>
            <p:ph type="sldNum" sz="quarter" idx="12"/>
          </p:nvPr>
        </p:nvSpPr>
        <p:spPr/>
        <p:txBody>
          <a:bodyPr/>
          <a:lstStyle/>
          <a:p>
            <a:fld id="{B2435DD8-BC4F-4C8E-9390-DF43692AEB8E}" type="slidenum">
              <a:rPr lang="en-CA" smtClean="0"/>
              <a:t>5</a:t>
            </a:fld>
            <a:endParaRPr lang="en-CA"/>
          </a:p>
        </p:txBody>
      </p:sp>
    </p:spTree>
    <p:extLst>
      <p:ext uri="{BB962C8B-B14F-4D97-AF65-F5344CB8AC3E}">
        <p14:creationId xmlns:p14="http://schemas.microsoft.com/office/powerpoint/2010/main" val="3608837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764704"/>
            <a:ext cx="7772400" cy="1143000"/>
          </a:xfrm>
        </p:spPr>
        <p:txBody>
          <a:bodyPr/>
          <a:lstStyle/>
          <a:p>
            <a:r>
              <a:rPr lang="zh-CN" altLang="en-US" i="0" dirty="0"/>
              <a:t>传统统计学</a:t>
            </a:r>
            <a:endParaRPr lang="en-CA" i="0" dirty="0"/>
          </a:p>
        </p:txBody>
      </p:sp>
      <p:sp>
        <p:nvSpPr>
          <p:cNvPr id="3" name="Content Placeholder 2"/>
          <p:cNvSpPr>
            <a:spLocks noGrp="1"/>
          </p:cNvSpPr>
          <p:nvPr>
            <p:ph idx="1"/>
          </p:nvPr>
        </p:nvSpPr>
        <p:spPr>
          <a:xfrm>
            <a:off x="685800" y="1844824"/>
            <a:ext cx="7772400" cy="4114800"/>
          </a:xfrm>
        </p:spPr>
        <p:txBody>
          <a:bodyPr/>
          <a:lstStyle/>
          <a:p>
            <a:r>
              <a:rPr lang="zh-CN" altLang="en-US" sz="2800" dirty="0"/>
              <a:t>均值、标准差</a:t>
            </a:r>
            <a:br>
              <a:rPr lang="zh-CN" altLang="en-US" sz="2800" dirty="0"/>
            </a:br>
            <a:endParaRPr lang="en-US" altLang="zh-CN" sz="2800" dirty="0"/>
          </a:p>
          <a:p>
            <a:r>
              <a:rPr lang="zh-CN" altLang="en-US" sz="2800" dirty="0"/>
              <a:t>概率分布</a:t>
            </a:r>
            <a:br>
              <a:rPr lang="zh-CN" altLang="en-US" sz="2800" dirty="0"/>
            </a:br>
            <a:endParaRPr lang="en-US" altLang="zh-CN" sz="2800" dirty="0"/>
          </a:p>
          <a:p>
            <a:r>
              <a:rPr lang="zh-CN" altLang="en-US" sz="2800" dirty="0"/>
              <a:t>显著性检验</a:t>
            </a:r>
            <a:br>
              <a:rPr lang="zh-CN" altLang="en-US" sz="2800" dirty="0"/>
            </a:br>
            <a:endParaRPr lang="en-US" altLang="zh-CN" sz="2800" dirty="0"/>
          </a:p>
          <a:p>
            <a:r>
              <a:rPr lang="zh-CN" altLang="en-US" sz="2800" dirty="0"/>
              <a:t>置信区间</a:t>
            </a:r>
            <a:br>
              <a:rPr lang="zh-CN" altLang="en-US" sz="2800" dirty="0"/>
            </a:br>
            <a:endParaRPr lang="en-US" altLang="zh-CN" sz="2800" dirty="0"/>
          </a:p>
          <a:p>
            <a:r>
              <a:rPr lang="zh-CN" altLang="en-US" sz="2800" dirty="0"/>
              <a:t>线性回归</a:t>
            </a:r>
            <a:r>
              <a:rPr lang="en-US" altLang="zh-CN" sz="2800" dirty="0"/>
              <a:t>…</a:t>
            </a:r>
            <a:endParaRPr lang="en-CA" sz="2800" dirty="0"/>
          </a:p>
        </p:txBody>
      </p:sp>
      <p:sp>
        <p:nvSpPr>
          <p:cNvPr id="5" name="Slide Number Placeholder 4"/>
          <p:cNvSpPr>
            <a:spLocks noGrp="1"/>
          </p:cNvSpPr>
          <p:nvPr>
            <p:ph type="sldNum" sz="quarter" idx="12"/>
          </p:nvPr>
        </p:nvSpPr>
        <p:spPr/>
        <p:txBody>
          <a:bodyPr/>
          <a:lstStyle/>
          <a:p>
            <a:fld id="{2E8C09BE-1715-42CA-A91A-E7B0E09A3015}" type="slidenum">
              <a:rPr lang="en-CA" smtClean="0"/>
              <a:t>6</a:t>
            </a:fld>
            <a:endParaRPr lang="en-CA"/>
          </a:p>
        </p:txBody>
      </p:sp>
    </p:spTree>
    <p:extLst>
      <p:ext uri="{BB962C8B-B14F-4D97-AF65-F5344CB8AC3E}">
        <p14:creationId xmlns:p14="http://schemas.microsoft.com/office/powerpoint/2010/main" val="2465292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机器学习与统计学</a:t>
            </a:r>
            <a:endParaRPr lang="en-CA" i="0" dirty="0"/>
          </a:p>
        </p:txBody>
      </p:sp>
      <p:sp>
        <p:nvSpPr>
          <p:cNvPr id="3" name="Content Placeholder 2"/>
          <p:cNvSpPr>
            <a:spLocks noGrp="1"/>
          </p:cNvSpPr>
          <p:nvPr>
            <p:ph idx="1"/>
          </p:nvPr>
        </p:nvSpPr>
        <p:spPr>
          <a:xfrm>
            <a:off x="323528" y="2147888"/>
            <a:ext cx="8424936" cy="4114800"/>
          </a:xfrm>
        </p:spPr>
        <p:txBody>
          <a:bodyPr>
            <a:normAutofit/>
          </a:bodyPr>
          <a:lstStyle/>
          <a:p>
            <a:r>
              <a:rPr lang="zh-CN" altLang="en-US" sz="2800" dirty="0"/>
              <a:t>海量数据集</a:t>
            </a:r>
            <a:endParaRPr lang="en-US" altLang="zh-CN" sz="2800" dirty="0"/>
          </a:p>
          <a:p>
            <a:r>
              <a:rPr lang="zh-CN" altLang="en-US" sz="2800" dirty="0"/>
              <a:t>计算机处理速度的显著提升与数据存储成本的大幅降低</a:t>
            </a:r>
            <a:endParaRPr lang="en-US" altLang="zh-CN" sz="2800" dirty="0"/>
          </a:p>
          <a:p>
            <a:r>
              <a:rPr lang="zh-CN" altLang="en-US" sz="2800" dirty="0"/>
              <a:t>机器学习工具如今已切实可行</a:t>
            </a:r>
            <a:endParaRPr lang="en-US" altLang="zh-CN" sz="2800" dirty="0"/>
          </a:p>
          <a:p>
            <a:r>
              <a:rPr lang="zh-CN" altLang="en-US" sz="2800" dirty="0"/>
              <a:t>现在可以开发非线性预测模型，以从前无法实现的方式发现数据中的模式，并制定多阶段决策策略</a:t>
            </a:r>
            <a:br>
              <a:rPr lang="zh-CN" altLang="en-US" sz="2800" dirty="0"/>
            </a:br>
            <a:r>
              <a:rPr lang="zh-CN" altLang="en-US" sz="2800" dirty="0"/>
              <a:t>新术语：特征、标签、激活函数、目标、偏差、监督式</a:t>
            </a:r>
            <a:r>
              <a:rPr lang="en-US" altLang="zh-CN" sz="2800" dirty="0"/>
              <a:t>/</a:t>
            </a:r>
            <a:r>
              <a:rPr lang="zh-CN" altLang="en-US" sz="2800" dirty="0"/>
              <a:t>无监督式学习</a:t>
            </a:r>
            <a:r>
              <a:rPr lang="en-US" altLang="zh-CN" sz="2800" dirty="0"/>
              <a:t>……</a:t>
            </a:r>
            <a:endParaRPr lang="en-CA" sz="2800" dirty="0"/>
          </a:p>
        </p:txBody>
      </p:sp>
      <p:sp>
        <p:nvSpPr>
          <p:cNvPr id="5" name="Slide Number Placeholder 4"/>
          <p:cNvSpPr>
            <a:spLocks noGrp="1"/>
          </p:cNvSpPr>
          <p:nvPr>
            <p:ph type="sldNum" sz="quarter" idx="12"/>
          </p:nvPr>
        </p:nvSpPr>
        <p:spPr/>
        <p:txBody>
          <a:bodyPr/>
          <a:lstStyle/>
          <a:p>
            <a:fld id="{2E8C09BE-1715-42CA-A91A-E7B0E09A3015}" type="slidenum">
              <a:rPr lang="en-CA" smtClean="0"/>
              <a:t>7</a:t>
            </a:fld>
            <a:endParaRPr lang="en-CA"/>
          </a:p>
        </p:txBody>
      </p:sp>
    </p:spTree>
    <p:extLst>
      <p:ext uri="{BB962C8B-B14F-4D97-AF65-F5344CB8AC3E}">
        <p14:creationId xmlns:p14="http://schemas.microsoft.com/office/powerpoint/2010/main" val="3625683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DA99E-B876-4546-B814-17A38C786F88}"/>
              </a:ext>
            </a:extLst>
          </p:cNvPr>
          <p:cNvSpPr>
            <a:spLocks noGrp="1"/>
          </p:cNvSpPr>
          <p:nvPr>
            <p:ph type="title"/>
          </p:nvPr>
        </p:nvSpPr>
        <p:spPr>
          <a:xfrm>
            <a:off x="246062" y="930275"/>
            <a:ext cx="8574410" cy="1143000"/>
          </a:xfrm>
        </p:spPr>
        <p:txBody>
          <a:bodyPr/>
          <a:lstStyle/>
          <a:p>
            <a:r>
              <a:rPr lang="zh-CN" altLang="en-US" sz="2800" i="0" dirty="0"/>
              <a:t>传统统计学</a:t>
            </a:r>
            <a:r>
              <a:rPr lang="en-CA" sz="2800" i="0" dirty="0"/>
              <a:t> vs </a:t>
            </a:r>
            <a:r>
              <a:rPr lang="zh-CN" altLang="en-US" sz="2800" i="0" dirty="0"/>
              <a:t>机器学习</a:t>
            </a:r>
            <a:endParaRPr lang="en-CA" sz="2800" dirty="0"/>
          </a:p>
        </p:txBody>
      </p:sp>
      <p:sp>
        <p:nvSpPr>
          <p:cNvPr id="4" name="Slide Number Placeholder 3">
            <a:extLst>
              <a:ext uri="{FF2B5EF4-FFF2-40B4-BE49-F238E27FC236}">
                <a16:creationId xmlns:a16="http://schemas.microsoft.com/office/drawing/2014/main" id="{43277665-9B18-40E6-B3C3-54446C2DCB39}"/>
              </a:ext>
            </a:extLst>
          </p:cNvPr>
          <p:cNvSpPr>
            <a:spLocks noGrp="1"/>
          </p:cNvSpPr>
          <p:nvPr>
            <p:ph type="sldNum" sz="quarter" idx="12"/>
          </p:nvPr>
        </p:nvSpPr>
        <p:spPr/>
        <p:txBody>
          <a:bodyPr/>
          <a:lstStyle/>
          <a:p>
            <a:fld id="{B2435DD8-BC4F-4C8E-9390-DF43692AEB8E}" type="slidenum">
              <a:rPr lang="en-CA" smtClean="0"/>
              <a:t>8</a:t>
            </a:fld>
            <a:endParaRPr lang="en-CA"/>
          </a:p>
        </p:txBody>
      </p:sp>
      <p:sp>
        <p:nvSpPr>
          <p:cNvPr id="5" name="TextBox 4">
            <a:extLst>
              <a:ext uri="{FF2B5EF4-FFF2-40B4-BE49-F238E27FC236}">
                <a16:creationId xmlns:a16="http://schemas.microsoft.com/office/drawing/2014/main" id="{FC5B90F2-C7CB-45BB-9567-8F8118A8947E}"/>
              </a:ext>
            </a:extLst>
          </p:cNvPr>
          <p:cNvSpPr txBox="1"/>
          <p:nvPr/>
        </p:nvSpPr>
        <p:spPr>
          <a:xfrm>
            <a:off x="1547664" y="2996952"/>
            <a:ext cx="2304256" cy="369332"/>
          </a:xfrm>
          <a:prstGeom prst="rect">
            <a:avLst/>
          </a:prstGeom>
          <a:noFill/>
          <a:ln w="6350">
            <a:solidFill>
              <a:schemeClr val="tx1"/>
            </a:solidFill>
          </a:ln>
        </p:spPr>
        <p:txBody>
          <a:bodyPr wrap="square" rtlCol="0">
            <a:spAutoFit/>
          </a:bodyPr>
          <a:lstStyle/>
          <a:p>
            <a:pPr algn="ctr"/>
            <a:r>
              <a:rPr lang="zh-CN" altLang="en-US" dirty="0"/>
              <a:t>提出假设</a:t>
            </a:r>
            <a:endParaRPr lang="en-CA" dirty="0"/>
          </a:p>
        </p:txBody>
      </p:sp>
      <p:sp>
        <p:nvSpPr>
          <p:cNvPr id="6" name="TextBox 5">
            <a:extLst>
              <a:ext uri="{FF2B5EF4-FFF2-40B4-BE49-F238E27FC236}">
                <a16:creationId xmlns:a16="http://schemas.microsoft.com/office/drawing/2014/main" id="{6B551B84-7EA8-415B-8830-051D41B66A43}"/>
              </a:ext>
            </a:extLst>
          </p:cNvPr>
          <p:cNvSpPr txBox="1"/>
          <p:nvPr/>
        </p:nvSpPr>
        <p:spPr>
          <a:xfrm>
            <a:off x="1907704" y="4041827"/>
            <a:ext cx="1728192" cy="369332"/>
          </a:xfrm>
          <a:prstGeom prst="rect">
            <a:avLst/>
          </a:prstGeom>
          <a:noFill/>
          <a:ln w="6350">
            <a:solidFill>
              <a:schemeClr val="tx1"/>
            </a:solidFill>
          </a:ln>
        </p:spPr>
        <p:txBody>
          <a:bodyPr wrap="square" rtlCol="0">
            <a:spAutoFit/>
          </a:bodyPr>
          <a:lstStyle/>
          <a:p>
            <a:pPr algn="ctr"/>
            <a:r>
              <a:rPr lang="zh-CN" altLang="en-US" dirty="0"/>
              <a:t>收集数据</a:t>
            </a:r>
            <a:endParaRPr lang="en-CA" dirty="0"/>
          </a:p>
        </p:txBody>
      </p:sp>
      <p:sp>
        <p:nvSpPr>
          <p:cNvPr id="7" name="TextBox 6">
            <a:extLst>
              <a:ext uri="{FF2B5EF4-FFF2-40B4-BE49-F238E27FC236}">
                <a16:creationId xmlns:a16="http://schemas.microsoft.com/office/drawing/2014/main" id="{311D4DD7-E319-4451-BA34-17C0CE91FB59}"/>
              </a:ext>
            </a:extLst>
          </p:cNvPr>
          <p:cNvSpPr txBox="1"/>
          <p:nvPr/>
        </p:nvSpPr>
        <p:spPr>
          <a:xfrm>
            <a:off x="1628080" y="5040706"/>
            <a:ext cx="2287440" cy="369332"/>
          </a:xfrm>
          <a:prstGeom prst="rect">
            <a:avLst/>
          </a:prstGeom>
          <a:noFill/>
          <a:ln w="6350">
            <a:solidFill>
              <a:schemeClr val="tx1"/>
            </a:solidFill>
          </a:ln>
        </p:spPr>
        <p:txBody>
          <a:bodyPr wrap="square" rtlCol="0">
            <a:spAutoFit/>
          </a:bodyPr>
          <a:lstStyle/>
          <a:p>
            <a:pPr algn="ctr"/>
            <a:r>
              <a:rPr lang="zh-CN" altLang="en-US" dirty="0"/>
              <a:t>假设检验</a:t>
            </a:r>
            <a:endParaRPr lang="en-CA" dirty="0"/>
          </a:p>
        </p:txBody>
      </p:sp>
      <p:sp>
        <p:nvSpPr>
          <p:cNvPr id="8" name="TextBox 7">
            <a:extLst>
              <a:ext uri="{FF2B5EF4-FFF2-40B4-BE49-F238E27FC236}">
                <a16:creationId xmlns:a16="http://schemas.microsoft.com/office/drawing/2014/main" id="{9F82ED46-F5CF-4D9C-A8A7-DFB97993A430}"/>
              </a:ext>
            </a:extLst>
          </p:cNvPr>
          <p:cNvSpPr txBox="1"/>
          <p:nvPr/>
        </p:nvSpPr>
        <p:spPr>
          <a:xfrm>
            <a:off x="5724128" y="2996952"/>
            <a:ext cx="1591072" cy="369332"/>
          </a:xfrm>
          <a:prstGeom prst="rect">
            <a:avLst/>
          </a:prstGeom>
          <a:noFill/>
          <a:ln w="6350">
            <a:solidFill>
              <a:schemeClr val="tx1"/>
            </a:solidFill>
          </a:ln>
        </p:spPr>
        <p:txBody>
          <a:bodyPr wrap="square" rtlCol="0">
            <a:spAutoFit/>
          </a:bodyPr>
          <a:lstStyle/>
          <a:p>
            <a:pPr algn="ctr"/>
            <a:r>
              <a:rPr lang="zh-CN" altLang="en-US" dirty="0">
                <a:ln w="6350">
                  <a:noFill/>
                </a:ln>
              </a:rPr>
              <a:t>收集数据</a:t>
            </a:r>
            <a:endParaRPr lang="en-CA" dirty="0">
              <a:ln w="6350">
                <a:noFill/>
              </a:ln>
            </a:endParaRPr>
          </a:p>
        </p:txBody>
      </p:sp>
      <p:sp>
        <p:nvSpPr>
          <p:cNvPr id="9" name="TextBox 8">
            <a:extLst>
              <a:ext uri="{FF2B5EF4-FFF2-40B4-BE49-F238E27FC236}">
                <a16:creationId xmlns:a16="http://schemas.microsoft.com/office/drawing/2014/main" id="{AFB0D22F-527C-429E-A776-8FE6A00CF037}"/>
              </a:ext>
            </a:extLst>
          </p:cNvPr>
          <p:cNvSpPr txBox="1"/>
          <p:nvPr/>
        </p:nvSpPr>
        <p:spPr>
          <a:xfrm>
            <a:off x="5655568" y="4152808"/>
            <a:ext cx="1728192" cy="369332"/>
          </a:xfrm>
          <a:prstGeom prst="rect">
            <a:avLst/>
          </a:prstGeom>
          <a:noFill/>
          <a:ln w="6350">
            <a:solidFill>
              <a:schemeClr val="tx1"/>
            </a:solidFill>
          </a:ln>
        </p:spPr>
        <p:txBody>
          <a:bodyPr wrap="square" rtlCol="0">
            <a:spAutoFit/>
          </a:bodyPr>
          <a:lstStyle/>
          <a:p>
            <a:pPr algn="ctr"/>
            <a:r>
              <a:rPr lang="zh-CN" altLang="en-US" dirty="0"/>
              <a:t>拟合不同模型</a:t>
            </a:r>
            <a:endParaRPr lang="en-CA" dirty="0"/>
          </a:p>
        </p:txBody>
      </p:sp>
      <p:sp>
        <p:nvSpPr>
          <p:cNvPr id="10" name="TextBox 9">
            <a:extLst>
              <a:ext uri="{FF2B5EF4-FFF2-40B4-BE49-F238E27FC236}">
                <a16:creationId xmlns:a16="http://schemas.microsoft.com/office/drawing/2014/main" id="{2101BB45-D8AA-4669-81C0-003D100C73BC}"/>
              </a:ext>
            </a:extLst>
          </p:cNvPr>
          <p:cNvSpPr txBox="1"/>
          <p:nvPr/>
        </p:nvSpPr>
        <p:spPr>
          <a:xfrm>
            <a:off x="5228482" y="5404096"/>
            <a:ext cx="2943918" cy="369332"/>
          </a:xfrm>
          <a:prstGeom prst="rect">
            <a:avLst/>
          </a:prstGeom>
          <a:noFill/>
          <a:ln w="6350">
            <a:solidFill>
              <a:schemeClr val="tx1"/>
            </a:solidFill>
          </a:ln>
        </p:spPr>
        <p:txBody>
          <a:bodyPr wrap="square" rtlCol="0">
            <a:spAutoFit/>
          </a:bodyPr>
          <a:lstStyle/>
          <a:p>
            <a:pPr algn="ctr"/>
            <a:r>
              <a:rPr lang="zh-CN" altLang="en-US" dirty="0"/>
              <a:t>查找模式或开发预测工具</a:t>
            </a:r>
            <a:endParaRPr lang="en-CA" dirty="0"/>
          </a:p>
        </p:txBody>
      </p:sp>
      <p:sp>
        <p:nvSpPr>
          <p:cNvPr id="12" name="Arrow: Down 11">
            <a:extLst>
              <a:ext uri="{FF2B5EF4-FFF2-40B4-BE49-F238E27FC236}">
                <a16:creationId xmlns:a16="http://schemas.microsoft.com/office/drawing/2014/main" id="{3A0DAEBA-46DF-45C9-B3B5-9C8D0CC7F79D}"/>
              </a:ext>
            </a:extLst>
          </p:cNvPr>
          <p:cNvSpPr/>
          <p:nvPr/>
        </p:nvSpPr>
        <p:spPr bwMode="auto">
          <a:xfrm>
            <a:off x="2457476" y="4413674"/>
            <a:ext cx="484632" cy="627032"/>
          </a:xfrm>
          <a:prstGeom prst="downArrow">
            <a:avLst/>
          </a:prstGeom>
          <a:solidFill>
            <a:schemeClr val="tx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A" sz="2400" b="0" i="0" u="none" strike="noStrike" cap="none" normalizeH="0" baseline="0">
              <a:ln>
                <a:noFill/>
              </a:ln>
              <a:solidFill>
                <a:schemeClr val="tx1"/>
              </a:solidFill>
              <a:effectLst/>
              <a:latin typeface="Times New Roman" pitchFamily="18" charset="0"/>
            </a:endParaRPr>
          </a:p>
        </p:txBody>
      </p:sp>
      <p:sp>
        <p:nvSpPr>
          <p:cNvPr id="13" name="Arrow: Down 12">
            <a:extLst>
              <a:ext uri="{FF2B5EF4-FFF2-40B4-BE49-F238E27FC236}">
                <a16:creationId xmlns:a16="http://schemas.microsoft.com/office/drawing/2014/main" id="{2CCD5B65-DEA6-4D7F-B9D1-97AC2B4F4356}"/>
              </a:ext>
            </a:extLst>
          </p:cNvPr>
          <p:cNvSpPr/>
          <p:nvPr/>
        </p:nvSpPr>
        <p:spPr bwMode="auto">
          <a:xfrm>
            <a:off x="2457476" y="3370940"/>
            <a:ext cx="484632" cy="673028"/>
          </a:xfrm>
          <a:prstGeom prst="downArrow">
            <a:avLst/>
          </a:prstGeom>
          <a:solidFill>
            <a:schemeClr val="tx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A" sz="2400" b="0" i="0" u="none" strike="noStrike" cap="none" normalizeH="0" baseline="0">
              <a:ln>
                <a:noFill/>
              </a:ln>
              <a:solidFill>
                <a:schemeClr val="tx1"/>
              </a:solidFill>
              <a:effectLst/>
              <a:latin typeface="Times New Roman" pitchFamily="18" charset="0"/>
            </a:endParaRPr>
          </a:p>
        </p:txBody>
      </p:sp>
      <p:sp>
        <p:nvSpPr>
          <p:cNvPr id="14" name="Arrow: Down 13">
            <a:extLst>
              <a:ext uri="{FF2B5EF4-FFF2-40B4-BE49-F238E27FC236}">
                <a16:creationId xmlns:a16="http://schemas.microsoft.com/office/drawing/2014/main" id="{8461632E-90EC-475C-81B5-3E71449A00E8}"/>
              </a:ext>
            </a:extLst>
          </p:cNvPr>
          <p:cNvSpPr/>
          <p:nvPr/>
        </p:nvSpPr>
        <p:spPr bwMode="auto">
          <a:xfrm>
            <a:off x="6254504" y="3388860"/>
            <a:ext cx="484632" cy="673028"/>
          </a:xfrm>
          <a:prstGeom prst="downArrow">
            <a:avLst/>
          </a:prstGeom>
          <a:solidFill>
            <a:schemeClr val="tx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A" sz="2400" b="0" i="0" u="none" strike="noStrike" cap="none" normalizeH="0" baseline="0">
              <a:ln>
                <a:noFill/>
              </a:ln>
              <a:solidFill>
                <a:schemeClr val="tx1"/>
              </a:solidFill>
              <a:effectLst/>
              <a:latin typeface="Times New Roman" pitchFamily="18" charset="0"/>
            </a:endParaRPr>
          </a:p>
        </p:txBody>
      </p:sp>
      <p:sp>
        <p:nvSpPr>
          <p:cNvPr id="15" name="Arrow: Down 14">
            <a:extLst>
              <a:ext uri="{FF2B5EF4-FFF2-40B4-BE49-F238E27FC236}">
                <a16:creationId xmlns:a16="http://schemas.microsoft.com/office/drawing/2014/main" id="{B90737EF-FAE0-4F45-B8FB-D5141FCEF107}"/>
              </a:ext>
            </a:extLst>
          </p:cNvPr>
          <p:cNvSpPr/>
          <p:nvPr/>
        </p:nvSpPr>
        <p:spPr bwMode="auto">
          <a:xfrm>
            <a:off x="6277348" y="4731068"/>
            <a:ext cx="484632" cy="673028"/>
          </a:xfrm>
          <a:prstGeom prst="downArrow">
            <a:avLst/>
          </a:prstGeom>
          <a:solidFill>
            <a:schemeClr val="tx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A" sz="2400" b="0" i="0" u="none" strike="noStrike" cap="none" normalizeH="0" baseline="0">
              <a:ln>
                <a:noFill/>
              </a:ln>
              <a:solidFill>
                <a:schemeClr val="tx1"/>
              </a:solidFill>
              <a:effectLst/>
              <a:latin typeface="Times New Roman" pitchFamily="18" charset="0"/>
            </a:endParaRPr>
          </a:p>
        </p:txBody>
      </p:sp>
      <p:sp>
        <p:nvSpPr>
          <p:cNvPr id="16" name="TextBox 15">
            <a:extLst>
              <a:ext uri="{FF2B5EF4-FFF2-40B4-BE49-F238E27FC236}">
                <a16:creationId xmlns:a16="http://schemas.microsoft.com/office/drawing/2014/main" id="{61D315BE-D810-4994-88A0-9E09130B91D9}"/>
              </a:ext>
            </a:extLst>
          </p:cNvPr>
          <p:cNvSpPr txBox="1"/>
          <p:nvPr/>
        </p:nvSpPr>
        <p:spPr>
          <a:xfrm>
            <a:off x="2411760" y="2257550"/>
            <a:ext cx="1807096" cy="369332"/>
          </a:xfrm>
          <a:prstGeom prst="rect">
            <a:avLst/>
          </a:prstGeom>
          <a:noFill/>
        </p:spPr>
        <p:txBody>
          <a:bodyPr wrap="square" rtlCol="0">
            <a:spAutoFit/>
          </a:bodyPr>
          <a:lstStyle/>
          <a:p>
            <a:r>
              <a:rPr lang="zh-CN" altLang="en-US" b="1" dirty="0"/>
              <a:t>统计</a:t>
            </a:r>
            <a:endParaRPr lang="en-CA" b="1" dirty="0"/>
          </a:p>
        </p:txBody>
      </p:sp>
      <p:sp>
        <p:nvSpPr>
          <p:cNvPr id="17" name="TextBox 16">
            <a:extLst>
              <a:ext uri="{FF2B5EF4-FFF2-40B4-BE49-F238E27FC236}">
                <a16:creationId xmlns:a16="http://schemas.microsoft.com/office/drawing/2014/main" id="{F08CB041-BADA-4FBD-922E-E36E15B0659E}"/>
              </a:ext>
            </a:extLst>
          </p:cNvPr>
          <p:cNvSpPr txBox="1"/>
          <p:nvPr/>
        </p:nvSpPr>
        <p:spPr>
          <a:xfrm>
            <a:off x="5436096" y="2289849"/>
            <a:ext cx="2304256" cy="369332"/>
          </a:xfrm>
          <a:prstGeom prst="rect">
            <a:avLst/>
          </a:prstGeom>
          <a:noFill/>
        </p:spPr>
        <p:txBody>
          <a:bodyPr wrap="square" rtlCol="0">
            <a:spAutoFit/>
          </a:bodyPr>
          <a:lstStyle/>
          <a:p>
            <a:pPr algn="ctr"/>
            <a:r>
              <a:rPr lang="zh-CN" altLang="en-US" b="1" dirty="0"/>
              <a:t>机器学习</a:t>
            </a:r>
            <a:endParaRPr lang="en-CA" b="1" dirty="0"/>
          </a:p>
        </p:txBody>
      </p:sp>
    </p:spTree>
    <p:extLst>
      <p:ext uri="{BB962C8B-B14F-4D97-AF65-F5344CB8AC3E}">
        <p14:creationId xmlns:p14="http://schemas.microsoft.com/office/powerpoint/2010/main" val="1363276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214438"/>
            <a:ext cx="7772400" cy="857250"/>
          </a:xfrm>
        </p:spPr>
        <p:txBody>
          <a:bodyPr>
            <a:normAutofit/>
          </a:bodyPr>
          <a:lstStyle/>
          <a:p>
            <a:r>
              <a:rPr lang="zh-CN" altLang="en-US" i="0" dirty="0"/>
              <a:t>机器学习分类</a:t>
            </a:r>
            <a:endParaRPr lang="en-CA" i="0" dirty="0"/>
          </a:p>
        </p:txBody>
      </p:sp>
      <p:sp>
        <p:nvSpPr>
          <p:cNvPr id="3" name="Content Placeholder 2"/>
          <p:cNvSpPr>
            <a:spLocks noGrp="1"/>
          </p:cNvSpPr>
          <p:nvPr>
            <p:ph idx="1"/>
          </p:nvPr>
        </p:nvSpPr>
        <p:spPr>
          <a:xfrm>
            <a:off x="107504" y="2147888"/>
            <a:ext cx="8640960" cy="4114800"/>
          </a:xfrm>
        </p:spPr>
        <p:txBody>
          <a:bodyPr/>
          <a:lstStyle/>
          <a:p>
            <a:r>
              <a:rPr lang="zh-CN" altLang="en-US" sz="2800" dirty="0"/>
              <a:t>无监督学习（发现模式）</a:t>
            </a:r>
            <a:endParaRPr lang="en-US" altLang="zh-CN" sz="2800" dirty="0"/>
          </a:p>
          <a:p>
            <a:endParaRPr lang="en-US" altLang="zh-CN" sz="2800" dirty="0"/>
          </a:p>
          <a:p>
            <a:r>
              <a:rPr lang="zh-CN" altLang="en-US" sz="2800" dirty="0"/>
              <a:t>监督学习（预测数值或分类）</a:t>
            </a:r>
            <a:endParaRPr lang="en-US" altLang="zh-CN" sz="2800" dirty="0"/>
          </a:p>
          <a:p>
            <a:endParaRPr lang="en-US" altLang="zh-CN" sz="2800" dirty="0"/>
          </a:p>
          <a:p>
            <a:r>
              <a:rPr lang="zh-CN" altLang="en-US" sz="2800" dirty="0"/>
              <a:t>半监督学习（仅部分数据具有目标值或目标分类）</a:t>
            </a:r>
            <a:endParaRPr lang="en-US" altLang="zh-CN" sz="2800" dirty="0"/>
          </a:p>
          <a:p>
            <a:endParaRPr lang="en-US" altLang="zh-CN" sz="2800" dirty="0"/>
          </a:p>
          <a:p>
            <a:r>
              <a:rPr lang="zh-CN" altLang="en-US" sz="2800" dirty="0"/>
              <a:t>强化学习（多阶段决策）</a:t>
            </a:r>
            <a:endParaRPr lang="en-CA" sz="2800" dirty="0"/>
          </a:p>
        </p:txBody>
      </p:sp>
      <p:sp>
        <p:nvSpPr>
          <p:cNvPr id="5" name="Slide Number Placeholder 4"/>
          <p:cNvSpPr>
            <a:spLocks noGrp="1"/>
          </p:cNvSpPr>
          <p:nvPr>
            <p:ph type="sldNum" sz="quarter" idx="12"/>
          </p:nvPr>
        </p:nvSpPr>
        <p:spPr/>
        <p:txBody>
          <a:bodyPr/>
          <a:lstStyle/>
          <a:p>
            <a:fld id="{2E8C09BE-1715-42CA-A91A-E7B0E09A3015}" type="slidenum">
              <a:rPr lang="en-CA" smtClean="0"/>
              <a:t>9</a:t>
            </a:fld>
            <a:endParaRPr lang="en-CA"/>
          </a:p>
        </p:txBody>
      </p:sp>
    </p:spTree>
    <p:extLst>
      <p:ext uri="{BB962C8B-B14F-4D97-AF65-F5344CB8AC3E}">
        <p14:creationId xmlns:p14="http://schemas.microsoft.com/office/powerpoint/2010/main" val="1959437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355ED-7C2E-3BB7-6FC2-697C1BD3047C}"/>
              </a:ext>
            </a:extLst>
          </p:cNvPr>
          <p:cNvSpPr>
            <a:spLocks noGrp="1"/>
          </p:cNvSpPr>
          <p:nvPr>
            <p:ph type="title"/>
          </p:nvPr>
        </p:nvSpPr>
        <p:spPr/>
        <p:txBody>
          <a:bodyPr/>
          <a:lstStyle/>
          <a:p>
            <a:r>
              <a:rPr lang="zh-CN" altLang="en-US" i="0" dirty="0"/>
              <a:t>生成式人工智能</a:t>
            </a:r>
            <a:endParaRPr lang="en-CA" i="0" dirty="0"/>
          </a:p>
        </p:txBody>
      </p:sp>
      <p:sp>
        <p:nvSpPr>
          <p:cNvPr id="3" name="Content Placeholder 2">
            <a:extLst>
              <a:ext uri="{FF2B5EF4-FFF2-40B4-BE49-F238E27FC236}">
                <a16:creationId xmlns:a16="http://schemas.microsoft.com/office/drawing/2014/main" id="{641234A3-3B4A-C560-05E6-7D736F5AE3DE}"/>
              </a:ext>
            </a:extLst>
          </p:cNvPr>
          <p:cNvSpPr>
            <a:spLocks noGrp="1"/>
          </p:cNvSpPr>
          <p:nvPr>
            <p:ph idx="1"/>
          </p:nvPr>
        </p:nvSpPr>
        <p:spPr>
          <a:xfrm>
            <a:off x="179512" y="2149475"/>
            <a:ext cx="8856984" cy="3007717"/>
          </a:xfrm>
        </p:spPr>
        <p:txBody>
          <a:bodyPr/>
          <a:lstStyle/>
          <a:p>
            <a:r>
              <a:rPr lang="zh-CN" altLang="en-US" sz="2800" dirty="0"/>
              <a:t>人工智能的一个子集，专注于生成类似人类的数据</a:t>
            </a:r>
            <a:endParaRPr lang="en-US" altLang="zh-CN" sz="2800" dirty="0"/>
          </a:p>
          <a:p>
            <a:r>
              <a:rPr lang="zh-CN" altLang="en-US" sz="2800" dirty="0"/>
              <a:t>依托于能够处理文本数据的大型语言模型（</a:t>
            </a:r>
            <a:r>
              <a:rPr lang="en-US" altLang="zh-CN" sz="2800" dirty="0"/>
              <a:t>Large Language Models</a:t>
            </a:r>
            <a:r>
              <a:rPr lang="zh-CN" altLang="en-US" sz="2800" dirty="0"/>
              <a:t>）</a:t>
            </a:r>
            <a:endParaRPr lang="en-US" altLang="zh-CN" sz="2800" dirty="0"/>
          </a:p>
          <a:p>
            <a:r>
              <a:rPr lang="zh-CN" altLang="en-US" sz="2800" dirty="0"/>
              <a:t>非常适合摘要总结、内容创作、代码编写和聊天机器人等任务</a:t>
            </a:r>
            <a:endParaRPr lang="en-US" altLang="zh-CN" sz="2800" dirty="0"/>
          </a:p>
          <a:p>
            <a:r>
              <a:rPr lang="zh-CN" altLang="en-US" sz="2800" dirty="0"/>
              <a:t>提示工程（设计有效的提问来引导人工智能）将成为未来职场的一项必备技能</a:t>
            </a:r>
            <a:endParaRPr lang="en-CA" sz="2800" dirty="0"/>
          </a:p>
        </p:txBody>
      </p:sp>
      <p:sp>
        <p:nvSpPr>
          <p:cNvPr id="5" name="Slide Number Placeholder 4">
            <a:extLst>
              <a:ext uri="{FF2B5EF4-FFF2-40B4-BE49-F238E27FC236}">
                <a16:creationId xmlns:a16="http://schemas.microsoft.com/office/drawing/2014/main" id="{7792FCD7-41A3-3965-0ECB-3E8211827195}"/>
              </a:ext>
            </a:extLst>
          </p:cNvPr>
          <p:cNvSpPr>
            <a:spLocks noGrp="1"/>
          </p:cNvSpPr>
          <p:nvPr>
            <p:ph type="sldNum" sz="quarter" idx="12"/>
          </p:nvPr>
        </p:nvSpPr>
        <p:spPr/>
        <p:txBody>
          <a:bodyPr/>
          <a:lstStyle/>
          <a:p>
            <a:fld id="{B2435DD8-BC4F-4C8E-9390-DF43692AEB8E}" type="slidenum">
              <a:rPr lang="en-CA" smtClean="0"/>
              <a:t>10</a:t>
            </a:fld>
            <a:endParaRPr lang="en-CA"/>
          </a:p>
        </p:txBody>
      </p:sp>
    </p:spTree>
    <p:extLst>
      <p:ext uri="{BB962C8B-B14F-4D97-AF65-F5344CB8AC3E}">
        <p14:creationId xmlns:p14="http://schemas.microsoft.com/office/powerpoint/2010/main" val="2449973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机器学习的应用</a:t>
            </a:r>
            <a:endParaRPr lang="en-CA" i="0" dirty="0"/>
          </a:p>
        </p:txBody>
      </p:sp>
      <p:sp>
        <p:nvSpPr>
          <p:cNvPr id="3" name="Content Placeholder 2"/>
          <p:cNvSpPr>
            <a:spLocks noGrp="1"/>
          </p:cNvSpPr>
          <p:nvPr>
            <p:ph idx="1"/>
          </p:nvPr>
        </p:nvSpPr>
        <p:spPr>
          <a:xfrm>
            <a:off x="395536" y="1988840"/>
            <a:ext cx="7772400" cy="4114800"/>
          </a:xfrm>
        </p:spPr>
        <p:txBody>
          <a:bodyPr>
            <a:normAutofit fontScale="92500" lnSpcReduction="20000"/>
          </a:bodyPr>
          <a:lstStyle/>
          <a:p>
            <a:r>
              <a:rPr lang="zh-CN" altLang="en-US" sz="2800" dirty="0"/>
              <a:t>信贷决策</a:t>
            </a:r>
            <a:endParaRPr lang="en-US" altLang="zh-CN" sz="2800" dirty="0"/>
          </a:p>
          <a:p>
            <a:r>
              <a:rPr lang="zh-CN" altLang="en-US" sz="2800" dirty="0"/>
              <a:t>更好地对客户进行分类与理解</a:t>
            </a:r>
            <a:endParaRPr lang="en-US" altLang="zh-CN" sz="2800" dirty="0"/>
          </a:p>
          <a:p>
            <a:r>
              <a:rPr lang="zh-CN" altLang="en-US" sz="2800" dirty="0"/>
              <a:t>投资组合管理</a:t>
            </a:r>
            <a:endParaRPr lang="en-US" altLang="zh-CN" sz="2800" dirty="0"/>
          </a:p>
          <a:p>
            <a:r>
              <a:rPr lang="zh-CN" altLang="en-US" sz="2800" dirty="0"/>
              <a:t>私募股权</a:t>
            </a:r>
            <a:endParaRPr lang="en-US" altLang="zh-CN" sz="2800" dirty="0"/>
          </a:p>
          <a:p>
            <a:r>
              <a:rPr lang="zh-CN" altLang="en-US" sz="2800" dirty="0"/>
              <a:t>反洗钱</a:t>
            </a:r>
            <a:endParaRPr lang="en-US" altLang="zh-CN" sz="2800" dirty="0"/>
          </a:p>
          <a:p>
            <a:r>
              <a:rPr lang="zh-CN" altLang="en-US" sz="2800" dirty="0"/>
              <a:t>识别欺诈交易</a:t>
            </a:r>
            <a:endParaRPr lang="en-US" altLang="zh-CN" sz="2800" dirty="0"/>
          </a:p>
          <a:p>
            <a:r>
              <a:rPr lang="zh-CN" altLang="en-US" sz="2800" dirty="0"/>
              <a:t>语言翻译</a:t>
            </a:r>
            <a:endParaRPr lang="en-US" altLang="zh-CN" sz="2800" dirty="0"/>
          </a:p>
          <a:p>
            <a:r>
              <a:rPr lang="zh-CN" altLang="en-US" sz="2800" dirty="0"/>
              <a:t>语音识别</a:t>
            </a:r>
            <a:endParaRPr lang="en-US" altLang="zh-CN" sz="2800" dirty="0"/>
          </a:p>
          <a:p>
            <a:r>
              <a:rPr lang="zh-CN" altLang="en-US" sz="2800" dirty="0"/>
              <a:t>生物识别技术</a:t>
            </a:r>
            <a:r>
              <a:rPr lang="en-US" altLang="zh-CN" sz="2800" dirty="0"/>
              <a:t>…</a:t>
            </a:r>
            <a:br>
              <a:rPr lang="zh-CN" altLang="en-US" dirty="0"/>
            </a:br>
            <a:endParaRPr lang="en-US" dirty="0"/>
          </a:p>
          <a:p>
            <a:endParaRPr lang="en-US" dirty="0"/>
          </a:p>
          <a:p>
            <a:pPr marL="0" indent="0">
              <a:buNone/>
            </a:pPr>
            <a:endParaRPr lang="en-US" dirty="0"/>
          </a:p>
          <a:p>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11</a:t>
            </a:fld>
            <a:endParaRPr lang="en-CA"/>
          </a:p>
        </p:txBody>
      </p:sp>
    </p:spTree>
    <p:extLst>
      <p:ext uri="{BB962C8B-B14F-4D97-AF65-F5344CB8AC3E}">
        <p14:creationId xmlns:p14="http://schemas.microsoft.com/office/powerpoint/2010/main" val="2331986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2400" dirty="0"/>
            </a:br>
            <a:endParaRPr lang="en-CA" sz="2400" dirty="0"/>
          </a:p>
        </p:txBody>
      </p:sp>
      <p:sp>
        <p:nvSpPr>
          <p:cNvPr id="6" name="Slide Number Placeholder 5"/>
          <p:cNvSpPr>
            <a:spLocks noGrp="1"/>
          </p:cNvSpPr>
          <p:nvPr>
            <p:ph type="sldNum" sz="quarter" idx="12"/>
          </p:nvPr>
        </p:nvSpPr>
        <p:spPr/>
        <p:txBody>
          <a:bodyPr/>
          <a:lstStyle/>
          <a:p>
            <a:fld id="{B2435DD8-BC4F-4C8E-9390-DF43692AEB8E}" type="slidenum">
              <a:rPr lang="en-CA" smtClean="0"/>
              <a:t>12</a:t>
            </a:fld>
            <a:endParaRPr lang="en-CA"/>
          </a:p>
        </p:txBody>
      </p:sp>
      <p:graphicFrame>
        <p:nvGraphicFramePr>
          <p:cNvPr id="3" name="Table 2"/>
          <p:cNvGraphicFramePr>
            <a:graphicFrameLocks noGrp="1"/>
          </p:cNvGraphicFramePr>
          <p:nvPr>
            <p:extLst>
              <p:ext uri="{D42A27DB-BD31-4B8C-83A1-F6EECF244321}">
                <p14:modId xmlns:p14="http://schemas.microsoft.com/office/powerpoint/2010/main" val="3003028599"/>
              </p:ext>
            </p:extLst>
          </p:nvPr>
        </p:nvGraphicFramePr>
        <p:xfrm>
          <a:off x="2123728" y="2048293"/>
          <a:ext cx="5112568" cy="4060127"/>
        </p:xfrm>
        <a:graphic>
          <a:graphicData uri="http://schemas.openxmlformats.org/drawingml/2006/table">
            <a:tbl>
              <a:tblPr firstRow="1" firstCol="1" bandRow="1">
                <a:tableStyleId>{5940675A-B579-460E-94D1-54222C63F5DA}</a:tableStyleId>
              </a:tblPr>
              <a:tblGrid>
                <a:gridCol w="2188334">
                  <a:extLst>
                    <a:ext uri="{9D8B030D-6E8A-4147-A177-3AD203B41FA5}">
                      <a16:colId xmlns:a16="http://schemas.microsoft.com/office/drawing/2014/main" val="20000"/>
                    </a:ext>
                  </a:extLst>
                </a:gridCol>
                <a:gridCol w="2924234">
                  <a:extLst>
                    <a:ext uri="{9D8B030D-6E8A-4147-A177-3AD203B41FA5}">
                      <a16:colId xmlns:a16="http://schemas.microsoft.com/office/drawing/2014/main" val="20001"/>
                    </a:ext>
                  </a:extLst>
                </a:gridCol>
              </a:tblGrid>
              <a:tr h="280830">
                <a:tc>
                  <a:txBody>
                    <a:bodyPr/>
                    <a:lstStyle/>
                    <a:p>
                      <a:pPr marL="71755" marR="165735" indent="180340" algn="ctr" defTabSz="685800" rtl="0" eaLnBrk="1" latinLnBrk="0" hangingPunct="1">
                        <a:lnSpc>
                          <a:spcPct val="107000"/>
                        </a:lnSpc>
                        <a:spcAft>
                          <a:spcPts val="0"/>
                        </a:spcAft>
                        <a:tabLst>
                          <a:tab pos="921385" algn="l"/>
                        </a:tabLst>
                      </a:pPr>
                      <a:r>
                        <a:rPr lang="zh-CN" altLang="en-US" sz="2400" kern="1200" dirty="0">
                          <a:solidFill>
                            <a:schemeClr val="tx1"/>
                          </a:solidFill>
                          <a:effectLst/>
                          <a:latin typeface="Book Antiqua"/>
                          <a:cs typeface="Times New Roman"/>
                        </a:rPr>
                        <a:t>年龄</a:t>
                      </a:r>
                      <a:r>
                        <a:rPr lang="en-US" sz="2400" kern="1200" dirty="0">
                          <a:solidFill>
                            <a:schemeClr val="tx1"/>
                          </a:solidFill>
                          <a:effectLst/>
                          <a:latin typeface="Book Antiqua"/>
                          <a:cs typeface="Times New Roman"/>
                        </a:rPr>
                        <a:t>(</a:t>
                      </a:r>
                      <a:r>
                        <a:rPr lang="zh-CN" altLang="en-US" sz="2400" kern="1200" dirty="0">
                          <a:solidFill>
                            <a:schemeClr val="tx1"/>
                          </a:solidFill>
                          <a:effectLst/>
                          <a:latin typeface="Book Antiqua"/>
                          <a:cs typeface="Times New Roman"/>
                        </a:rPr>
                        <a:t>岁</a:t>
                      </a:r>
                      <a:r>
                        <a:rPr lang="en-US" sz="2400" kern="1200" dirty="0">
                          <a:solidFill>
                            <a:schemeClr val="tx1"/>
                          </a:solidFill>
                          <a:effectLst/>
                          <a:latin typeface="Book Antiqua"/>
                          <a:cs typeface="Times New Roman"/>
                        </a:rPr>
                        <a:t>)</a:t>
                      </a:r>
                      <a:endParaRPr lang="en-CA" sz="2400" kern="1200" dirty="0">
                        <a:solidFill>
                          <a:schemeClr val="tx1"/>
                        </a:solidFill>
                        <a:effectLst/>
                        <a:latin typeface="Book Antiqua"/>
                        <a:ea typeface="Times New Roman"/>
                        <a:cs typeface="Times New Roman"/>
                      </a:endParaRPr>
                    </a:p>
                  </a:txBody>
                  <a:tcPr marL="68580" marR="68580" marT="0" marB="0"/>
                </a:tc>
                <a:tc>
                  <a:txBody>
                    <a:bodyPr/>
                    <a:lstStyle/>
                    <a:p>
                      <a:pPr marL="71755" marR="165735" indent="180340" algn="ctr">
                        <a:lnSpc>
                          <a:spcPct val="107000"/>
                        </a:lnSpc>
                        <a:spcAft>
                          <a:spcPts val="0"/>
                        </a:spcAft>
                      </a:pPr>
                      <a:r>
                        <a:rPr lang="zh-CN" altLang="en-US" sz="2400" dirty="0">
                          <a:effectLst/>
                          <a:latin typeface="Book Antiqua"/>
                          <a:ea typeface="Times New Roman"/>
                          <a:cs typeface="Times New Roman"/>
                        </a:rPr>
                        <a:t>工资</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0"/>
                  </a:ext>
                </a:extLst>
              </a:tr>
              <a:tr h="280830">
                <a:tc>
                  <a:txBody>
                    <a:bodyPr/>
                    <a:lstStyle/>
                    <a:p>
                      <a:pPr marL="71755" marR="165735" indent="180340" algn="ctr">
                        <a:lnSpc>
                          <a:spcPct val="107000"/>
                        </a:lnSpc>
                        <a:spcAft>
                          <a:spcPts val="0"/>
                        </a:spcAft>
                      </a:pPr>
                      <a:r>
                        <a:rPr lang="en-US" sz="2400" dirty="0">
                          <a:effectLst/>
                        </a:rPr>
                        <a:t>25</a:t>
                      </a:r>
                      <a:endParaRPr lang="en-CA" sz="2400" dirty="0">
                        <a:effectLst/>
                        <a:latin typeface="Book Antiqua"/>
                        <a:ea typeface="Times New Roman"/>
                        <a:cs typeface="Times New Roman"/>
                      </a:endParaRPr>
                    </a:p>
                  </a:txBody>
                  <a:tcPr marL="68580" marR="68580" marT="0" marB="0"/>
                </a:tc>
                <a:tc>
                  <a:txBody>
                    <a:bodyPr/>
                    <a:lstStyle/>
                    <a:p>
                      <a:pPr marL="71755" marR="165735" indent="180340" algn="ctr">
                        <a:lnSpc>
                          <a:spcPct val="107000"/>
                        </a:lnSpc>
                        <a:spcAft>
                          <a:spcPts val="0"/>
                        </a:spcAft>
                      </a:pPr>
                      <a:r>
                        <a:rPr lang="en-US" sz="2400">
                          <a:effectLst/>
                        </a:rPr>
                        <a:t>135,000</a:t>
                      </a:r>
                      <a:endParaRPr lang="en-CA" sz="240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1"/>
                  </a:ext>
                </a:extLst>
              </a:tr>
              <a:tr h="280830">
                <a:tc>
                  <a:txBody>
                    <a:bodyPr/>
                    <a:lstStyle/>
                    <a:p>
                      <a:pPr marL="71755" marR="165735" indent="180340" algn="ctr">
                        <a:lnSpc>
                          <a:spcPct val="107000"/>
                        </a:lnSpc>
                        <a:spcAft>
                          <a:spcPts val="0"/>
                        </a:spcAft>
                      </a:pPr>
                      <a:r>
                        <a:rPr lang="en-US" sz="2400" dirty="0">
                          <a:effectLst/>
                        </a:rPr>
                        <a:t>55</a:t>
                      </a:r>
                      <a:endParaRPr lang="en-CA" sz="2400" dirty="0">
                        <a:effectLst/>
                        <a:latin typeface="Book Antiqua"/>
                        <a:ea typeface="Times New Roman"/>
                        <a:cs typeface="Times New Roman"/>
                      </a:endParaRPr>
                    </a:p>
                  </a:txBody>
                  <a:tcPr marL="68580" marR="68580" marT="0" marB="0"/>
                </a:tc>
                <a:tc>
                  <a:txBody>
                    <a:bodyPr/>
                    <a:lstStyle/>
                    <a:p>
                      <a:pPr marL="71755" marR="165735" indent="180340" algn="ctr">
                        <a:lnSpc>
                          <a:spcPct val="107000"/>
                        </a:lnSpc>
                        <a:spcAft>
                          <a:spcPts val="0"/>
                        </a:spcAft>
                      </a:pPr>
                      <a:r>
                        <a:rPr lang="en-US" sz="2400" dirty="0">
                          <a:effectLst/>
                        </a:rPr>
                        <a:t>260,000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2"/>
                  </a:ext>
                </a:extLst>
              </a:tr>
              <a:tr h="280830">
                <a:tc>
                  <a:txBody>
                    <a:bodyPr/>
                    <a:lstStyle/>
                    <a:p>
                      <a:pPr marL="71755" marR="165735" indent="180340" algn="ctr" defTabSz="685800" rtl="0" eaLnBrk="1" latinLnBrk="0" hangingPunct="1">
                        <a:lnSpc>
                          <a:spcPct val="107000"/>
                        </a:lnSpc>
                        <a:spcAft>
                          <a:spcPts val="0"/>
                        </a:spcAft>
                      </a:pPr>
                      <a:r>
                        <a:rPr lang="en-US" sz="2400" kern="1200" dirty="0">
                          <a:solidFill>
                            <a:schemeClr val="tx1"/>
                          </a:solidFill>
                          <a:effectLst/>
                          <a:latin typeface="+mn-lt"/>
                          <a:ea typeface="+mn-ea"/>
                          <a:cs typeface="+mn-cs"/>
                        </a:rPr>
                        <a:t>27</a:t>
                      </a:r>
                      <a:endParaRPr lang="en-CA" sz="2400" kern="1200" dirty="0">
                        <a:solidFill>
                          <a:schemeClr val="tx1"/>
                        </a:solidFill>
                        <a:effectLst/>
                        <a:latin typeface="+mn-lt"/>
                        <a:ea typeface="+mn-ea"/>
                        <a:cs typeface="+mn-cs"/>
                      </a:endParaRPr>
                    </a:p>
                  </a:txBody>
                  <a:tcPr marL="68580" marR="68580" marT="0" marB="0"/>
                </a:tc>
                <a:tc>
                  <a:txBody>
                    <a:bodyPr/>
                    <a:lstStyle/>
                    <a:p>
                      <a:pPr marL="71755" marR="165735" indent="180340" algn="ctr" defTabSz="685800" rtl="0" eaLnBrk="1" latinLnBrk="0" hangingPunct="1">
                        <a:lnSpc>
                          <a:spcPct val="107000"/>
                        </a:lnSpc>
                        <a:spcAft>
                          <a:spcPts val="0"/>
                        </a:spcAft>
                      </a:pPr>
                      <a:r>
                        <a:rPr lang="en-US" sz="2400" kern="1200" dirty="0">
                          <a:solidFill>
                            <a:schemeClr val="tx1"/>
                          </a:solidFill>
                          <a:effectLst/>
                          <a:latin typeface="+mn-lt"/>
                          <a:ea typeface="+mn-ea"/>
                          <a:cs typeface="+mn-cs"/>
                        </a:rPr>
                        <a:t>105,000</a:t>
                      </a:r>
                      <a:endParaRPr lang="en-CA" sz="2400" kern="1200" dirty="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10003"/>
                  </a:ext>
                </a:extLst>
              </a:tr>
              <a:tr h="280830">
                <a:tc>
                  <a:txBody>
                    <a:bodyPr/>
                    <a:lstStyle/>
                    <a:p>
                      <a:pPr marL="71755" marR="165735" indent="180340" algn="ctr" defTabSz="685800" rtl="0" eaLnBrk="1" latinLnBrk="0" hangingPunct="1">
                        <a:lnSpc>
                          <a:spcPct val="107000"/>
                        </a:lnSpc>
                        <a:spcAft>
                          <a:spcPts val="0"/>
                        </a:spcAft>
                      </a:pPr>
                      <a:r>
                        <a:rPr lang="en-US" sz="2400" kern="1200" dirty="0">
                          <a:solidFill>
                            <a:schemeClr val="tx1"/>
                          </a:solidFill>
                          <a:effectLst/>
                          <a:latin typeface="+mn-lt"/>
                          <a:ea typeface="+mn-ea"/>
                          <a:cs typeface="+mn-cs"/>
                        </a:rPr>
                        <a:t>35</a:t>
                      </a:r>
                      <a:endParaRPr lang="en-CA" sz="2400" kern="1200" dirty="0">
                        <a:solidFill>
                          <a:schemeClr val="tx1"/>
                        </a:solidFill>
                        <a:effectLst/>
                        <a:latin typeface="+mn-lt"/>
                        <a:ea typeface="+mn-ea"/>
                        <a:cs typeface="+mn-cs"/>
                      </a:endParaRPr>
                    </a:p>
                  </a:txBody>
                  <a:tcPr marL="68580" marR="68580" marT="0" marB="0"/>
                </a:tc>
                <a:tc>
                  <a:txBody>
                    <a:bodyPr/>
                    <a:lstStyle/>
                    <a:p>
                      <a:pPr marL="71755" marR="165735" indent="180340" algn="ctr" defTabSz="685800" rtl="0" eaLnBrk="1" latinLnBrk="0" hangingPunct="1">
                        <a:lnSpc>
                          <a:spcPct val="107000"/>
                        </a:lnSpc>
                        <a:spcAft>
                          <a:spcPts val="0"/>
                        </a:spcAft>
                      </a:pPr>
                      <a:r>
                        <a:rPr lang="en-US" sz="2400" kern="1200" dirty="0">
                          <a:solidFill>
                            <a:schemeClr val="tx1"/>
                          </a:solidFill>
                          <a:effectLst/>
                          <a:latin typeface="+mn-lt"/>
                          <a:ea typeface="+mn-ea"/>
                          <a:cs typeface="+mn-cs"/>
                        </a:rPr>
                        <a:t>220,000</a:t>
                      </a:r>
                      <a:endParaRPr lang="en-CA" sz="2400" kern="1200" dirty="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10004"/>
                  </a:ext>
                </a:extLst>
              </a:tr>
              <a:tr h="280830">
                <a:tc>
                  <a:txBody>
                    <a:bodyPr/>
                    <a:lstStyle/>
                    <a:p>
                      <a:pPr marL="71755" marR="165735" indent="180340" algn="ctr">
                        <a:lnSpc>
                          <a:spcPct val="107000"/>
                        </a:lnSpc>
                        <a:spcAft>
                          <a:spcPts val="0"/>
                        </a:spcAft>
                      </a:pPr>
                      <a:r>
                        <a:rPr lang="en-US" sz="2400" dirty="0">
                          <a:effectLst/>
                        </a:rPr>
                        <a:t>60</a:t>
                      </a:r>
                      <a:endParaRPr lang="en-CA" sz="2400" dirty="0">
                        <a:effectLst/>
                        <a:latin typeface="Book Antiqua"/>
                        <a:ea typeface="Times New Roman"/>
                        <a:cs typeface="Times New Roman"/>
                      </a:endParaRPr>
                    </a:p>
                  </a:txBody>
                  <a:tcPr marL="68580" marR="68580" marT="0" marB="0"/>
                </a:tc>
                <a:tc>
                  <a:txBody>
                    <a:bodyPr/>
                    <a:lstStyle/>
                    <a:p>
                      <a:pPr marL="71755" marR="165735" indent="180340" algn="ctr">
                        <a:lnSpc>
                          <a:spcPct val="107000"/>
                        </a:lnSpc>
                        <a:spcAft>
                          <a:spcPts val="0"/>
                        </a:spcAft>
                      </a:pPr>
                      <a:r>
                        <a:rPr lang="en-US" sz="2400" dirty="0">
                          <a:effectLst/>
                        </a:rPr>
                        <a:t>240,000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5"/>
                  </a:ext>
                </a:extLst>
              </a:tr>
              <a:tr h="280830">
                <a:tc>
                  <a:txBody>
                    <a:bodyPr/>
                    <a:lstStyle/>
                    <a:p>
                      <a:pPr marL="71755" marR="165735" indent="180340" algn="ctr">
                        <a:lnSpc>
                          <a:spcPct val="107000"/>
                        </a:lnSpc>
                        <a:spcAft>
                          <a:spcPts val="0"/>
                        </a:spcAft>
                      </a:pPr>
                      <a:r>
                        <a:rPr lang="en-US" sz="2400">
                          <a:effectLst/>
                        </a:rPr>
                        <a:t>65</a:t>
                      </a:r>
                      <a:endParaRPr lang="en-CA" sz="2400">
                        <a:effectLst/>
                        <a:latin typeface="Book Antiqua"/>
                        <a:ea typeface="Times New Roman"/>
                        <a:cs typeface="Times New Roman"/>
                      </a:endParaRPr>
                    </a:p>
                  </a:txBody>
                  <a:tcPr marL="68580" marR="68580" marT="0" marB="0"/>
                </a:tc>
                <a:tc>
                  <a:txBody>
                    <a:bodyPr/>
                    <a:lstStyle/>
                    <a:p>
                      <a:pPr marL="71755" marR="165735" indent="180340" algn="ctr">
                        <a:lnSpc>
                          <a:spcPct val="107000"/>
                        </a:lnSpc>
                        <a:spcAft>
                          <a:spcPts val="0"/>
                        </a:spcAft>
                      </a:pPr>
                      <a:r>
                        <a:rPr lang="en-US" sz="2400" dirty="0">
                          <a:effectLst/>
                        </a:rPr>
                        <a:t>265,000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6"/>
                  </a:ext>
                </a:extLst>
              </a:tr>
              <a:tr h="280830">
                <a:tc>
                  <a:txBody>
                    <a:bodyPr/>
                    <a:lstStyle/>
                    <a:p>
                      <a:pPr marL="71755" marR="165735" indent="180340" algn="ctr">
                        <a:lnSpc>
                          <a:spcPct val="107000"/>
                        </a:lnSpc>
                        <a:spcAft>
                          <a:spcPts val="0"/>
                        </a:spcAft>
                      </a:pPr>
                      <a:r>
                        <a:rPr lang="en-US" sz="2400">
                          <a:effectLst/>
                        </a:rPr>
                        <a:t>45</a:t>
                      </a:r>
                      <a:endParaRPr lang="en-CA" sz="2400">
                        <a:effectLst/>
                        <a:latin typeface="Book Antiqua"/>
                        <a:ea typeface="Times New Roman"/>
                        <a:cs typeface="Times New Roman"/>
                      </a:endParaRPr>
                    </a:p>
                  </a:txBody>
                  <a:tcPr marL="68580" marR="68580" marT="0" marB="0"/>
                </a:tc>
                <a:tc>
                  <a:txBody>
                    <a:bodyPr/>
                    <a:lstStyle/>
                    <a:p>
                      <a:pPr marL="71755" marR="165735" indent="180340" algn="ctr">
                        <a:lnSpc>
                          <a:spcPct val="107000"/>
                        </a:lnSpc>
                        <a:spcAft>
                          <a:spcPts val="0"/>
                        </a:spcAft>
                      </a:pPr>
                      <a:r>
                        <a:rPr lang="en-US" sz="2400" dirty="0">
                          <a:effectLst/>
                        </a:rPr>
                        <a:t>270,000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7"/>
                  </a:ext>
                </a:extLst>
              </a:tr>
              <a:tr h="280830">
                <a:tc>
                  <a:txBody>
                    <a:bodyPr/>
                    <a:lstStyle/>
                    <a:p>
                      <a:pPr marL="71755" marR="165735" indent="180340" algn="ctr">
                        <a:lnSpc>
                          <a:spcPct val="107000"/>
                        </a:lnSpc>
                        <a:spcAft>
                          <a:spcPts val="0"/>
                        </a:spcAft>
                      </a:pPr>
                      <a:r>
                        <a:rPr lang="en-US" sz="2400">
                          <a:effectLst/>
                        </a:rPr>
                        <a:t>40</a:t>
                      </a:r>
                      <a:endParaRPr lang="en-CA" sz="2400">
                        <a:effectLst/>
                        <a:latin typeface="Book Antiqua"/>
                        <a:ea typeface="Times New Roman"/>
                        <a:cs typeface="Times New Roman"/>
                      </a:endParaRPr>
                    </a:p>
                  </a:txBody>
                  <a:tcPr marL="68580" marR="68580" marT="0" marB="0"/>
                </a:tc>
                <a:tc>
                  <a:txBody>
                    <a:bodyPr/>
                    <a:lstStyle/>
                    <a:p>
                      <a:pPr marL="71755" marR="165735" indent="180340" algn="ctr">
                        <a:lnSpc>
                          <a:spcPct val="107000"/>
                        </a:lnSpc>
                        <a:spcAft>
                          <a:spcPts val="0"/>
                        </a:spcAft>
                      </a:pPr>
                      <a:r>
                        <a:rPr lang="en-US" sz="2400" dirty="0">
                          <a:effectLst/>
                        </a:rPr>
                        <a:t>300,000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8"/>
                  </a:ext>
                </a:extLst>
              </a:tr>
              <a:tr h="280830">
                <a:tc>
                  <a:txBody>
                    <a:bodyPr/>
                    <a:lstStyle/>
                    <a:p>
                      <a:pPr marL="71755" marR="165735" indent="180340" algn="ctr">
                        <a:lnSpc>
                          <a:spcPct val="107000"/>
                        </a:lnSpc>
                        <a:spcAft>
                          <a:spcPts val="0"/>
                        </a:spcAft>
                      </a:pPr>
                      <a:r>
                        <a:rPr lang="en-US" sz="2400">
                          <a:effectLst/>
                        </a:rPr>
                        <a:t>50</a:t>
                      </a:r>
                      <a:endParaRPr lang="en-CA" sz="2400">
                        <a:effectLst/>
                        <a:latin typeface="Book Antiqua"/>
                        <a:ea typeface="Times New Roman"/>
                        <a:cs typeface="Times New Roman"/>
                      </a:endParaRPr>
                    </a:p>
                  </a:txBody>
                  <a:tcPr marL="68580" marR="68580" marT="0" marB="0"/>
                </a:tc>
                <a:tc>
                  <a:txBody>
                    <a:bodyPr/>
                    <a:lstStyle/>
                    <a:p>
                      <a:pPr marL="71755" marR="165735" indent="180340" algn="ctr">
                        <a:lnSpc>
                          <a:spcPct val="107000"/>
                        </a:lnSpc>
                        <a:spcAft>
                          <a:spcPts val="0"/>
                        </a:spcAft>
                      </a:pPr>
                      <a:r>
                        <a:rPr lang="en-US" sz="2400" dirty="0">
                          <a:effectLst/>
                        </a:rPr>
                        <a:t>265,000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9"/>
                  </a:ext>
                </a:extLst>
              </a:tr>
              <a:tr h="280830">
                <a:tc>
                  <a:txBody>
                    <a:bodyPr/>
                    <a:lstStyle/>
                    <a:p>
                      <a:pPr marL="71755" marR="165735" indent="180340" algn="ctr">
                        <a:lnSpc>
                          <a:spcPct val="107000"/>
                        </a:lnSpc>
                        <a:spcAft>
                          <a:spcPts val="0"/>
                        </a:spcAft>
                      </a:pPr>
                      <a:r>
                        <a:rPr lang="en-US" sz="2400" dirty="0">
                          <a:effectLst/>
                        </a:rPr>
                        <a:t>30</a:t>
                      </a:r>
                      <a:endParaRPr lang="en-CA" sz="2400" dirty="0">
                        <a:effectLst/>
                        <a:latin typeface="Book Antiqua"/>
                        <a:ea typeface="Times New Roman"/>
                        <a:cs typeface="Times New Roman"/>
                      </a:endParaRPr>
                    </a:p>
                  </a:txBody>
                  <a:tcPr marL="68580" marR="68580" marT="0" marB="0"/>
                </a:tc>
                <a:tc>
                  <a:txBody>
                    <a:bodyPr/>
                    <a:lstStyle/>
                    <a:p>
                      <a:pPr marL="71755" marR="165735" indent="180340" algn="ctr">
                        <a:lnSpc>
                          <a:spcPct val="107000"/>
                        </a:lnSpc>
                        <a:spcAft>
                          <a:spcPts val="0"/>
                        </a:spcAft>
                      </a:pPr>
                      <a:r>
                        <a:rPr lang="en-US" sz="2400" dirty="0">
                          <a:effectLst/>
                        </a:rPr>
                        <a:t>105,000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10"/>
                  </a:ext>
                </a:extLst>
              </a:tr>
            </a:tbl>
          </a:graphicData>
        </a:graphic>
      </p:graphicFrame>
      <p:sp>
        <p:nvSpPr>
          <p:cNvPr id="4" name="Rectangle 1"/>
          <p:cNvSpPr>
            <a:spLocks noChangeArrowheads="1"/>
          </p:cNvSpPr>
          <p:nvPr/>
        </p:nvSpPr>
        <p:spPr bwMode="auto">
          <a:xfrm>
            <a:off x="3314700" y="31289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19050"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1905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8" name="文本框 7">
            <a:extLst>
              <a:ext uri="{FF2B5EF4-FFF2-40B4-BE49-F238E27FC236}">
                <a16:creationId xmlns:a16="http://schemas.microsoft.com/office/drawing/2014/main" id="{294F815E-67D5-CA9A-F0BA-5286171C47A9}"/>
              </a:ext>
            </a:extLst>
          </p:cNvPr>
          <p:cNvSpPr txBox="1"/>
          <p:nvPr/>
        </p:nvSpPr>
        <p:spPr>
          <a:xfrm>
            <a:off x="246063" y="1104387"/>
            <a:ext cx="8502401" cy="954107"/>
          </a:xfrm>
          <a:prstGeom prst="rect">
            <a:avLst/>
          </a:prstGeom>
          <a:noFill/>
        </p:spPr>
        <p:txBody>
          <a:bodyPr wrap="square">
            <a:spAutoFit/>
          </a:bodyPr>
          <a:lstStyle/>
          <a:p>
            <a:r>
              <a:rPr lang="zh-CN" altLang="en-US" sz="2800" b="0" i="0" dirty="0">
                <a:solidFill>
                  <a:srgbClr val="0F1115"/>
                </a:solidFill>
                <a:effectLst/>
                <a:latin typeface="+mj-ea"/>
                <a:ea typeface="+mj-ea"/>
              </a:rPr>
              <a:t>一个微型数据集（某地区</a:t>
            </a:r>
            <a:r>
              <a:rPr lang="zh-CN" altLang="en-US" sz="2800" dirty="0">
                <a:solidFill>
                  <a:srgbClr val="0F1115"/>
                </a:solidFill>
                <a:latin typeface="+mj-ea"/>
                <a:ea typeface="+mj-ea"/>
              </a:rPr>
              <a:t>从事特定</a:t>
            </a:r>
            <a:r>
              <a:rPr lang="zh-CN" altLang="en-US" sz="2800" b="0" i="0" dirty="0">
                <a:solidFill>
                  <a:srgbClr val="0F1115"/>
                </a:solidFill>
                <a:effectLst/>
                <a:latin typeface="+mj-ea"/>
                <a:ea typeface="+mj-ea"/>
              </a:rPr>
              <a:t>职业的薪资随年龄的变化情况）</a:t>
            </a:r>
            <a:endParaRPr lang="zh-CN" altLang="en-US" sz="2800" dirty="0">
              <a:latin typeface="+mj-ea"/>
              <a:ea typeface="+mj-ea"/>
            </a:endParaRPr>
          </a:p>
        </p:txBody>
      </p:sp>
    </p:spTree>
    <p:extLst>
      <p:ext uri="{BB962C8B-B14F-4D97-AF65-F5344CB8AC3E}">
        <p14:creationId xmlns:p14="http://schemas.microsoft.com/office/powerpoint/2010/main" val="1504381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散点图</a:t>
            </a:r>
            <a:endParaRPr lang="en-CA" i="0" dirty="0"/>
          </a:p>
        </p:txBody>
      </p:sp>
      <p:sp>
        <p:nvSpPr>
          <p:cNvPr id="5" name="Slide Number Placeholder 4"/>
          <p:cNvSpPr>
            <a:spLocks noGrp="1"/>
          </p:cNvSpPr>
          <p:nvPr>
            <p:ph type="sldNum" sz="quarter" idx="12"/>
          </p:nvPr>
        </p:nvSpPr>
        <p:spPr/>
        <p:txBody>
          <a:bodyPr/>
          <a:lstStyle/>
          <a:p>
            <a:fld id="{B2435DD8-BC4F-4C8E-9390-DF43692AEB8E}" type="slidenum">
              <a:rPr lang="en-CA" smtClean="0"/>
              <a:t>13</a:t>
            </a:fld>
            <a:endParaRPr lang="en-CA"/>
          </a:p>
        </p:txBody>
      </p:sp>
      <p:pic>
        <p:nvPicPr>
          <p:cNvPr id="3" name="Picture 2"/>
          <p:cNvPicPr/>
          <p:nvPr/>
        </p:nvPicPr>
        <p:blipFill>
          <a:blip r:embed="rId3">
            <a:extLst>
              <a:ext uri="{28A0092B-C50C-407E-A947-70E740481C1C}">
                <a14:useLocalDpi xmlns:a14="http://schemas.microsoft.com/office/drawing/2010/main" val="0"/>
              </a:ext>
            </a:extLst>
          </a:blip>
          <a:srcRect/>
          <a:stretch>
            <a:fillRect/>
          </a:stretch>
        </p:blipFill>
        <p:spPr bwMode="auto">
          <a:xfrm>
            <a:off x="1482553" y="2059983"/>
            <a:ext cx="5832647" cy="3672407"/>
          </a:xfrm>
          <a:prstGeom prst="rect">
            <a:avLst/>
          </a:prstGeom>
          <a:noFill/>
          <a:ln>
            <a:noFill/>
          </a:ln>
        </p:spPr>
      </p:pic>
    </p:spTree>
    <p:extLst>
      <p:ext uri="{BB962C8B-B14F-4D97-AF65-F5344CB8AC3E}">
        <p14:creationId xmlns:p14="http://schemas.microsoft.com/office/powerpoint/2010/main" val="2749443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7998345" cy="1143000"/>
          </a:xfrm>
        </p:spPr>
        <p:txBody>
          <a:bodyPr/>
          <a:lstStyle/>
          <a:p>
            <a:r>
              <a:rPr lang="zh-CN" altLang="en-US" i="0" dirty="0"/>
              <a:t>良好拟合</a:t>
            </a:r>
            <a:r>
              <a:rPr lang="en-US" dirty="0"/>
              <a:t>(Y = Salary, X = Age)</a:t>
            </a:r>
            <a:endParaRPr lang="en-CA"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 xmlns:m="http://schemas.openxmlformats.org/officeDocument/2006/math">
                    <m:r>
                      <a:rPr lang="en-US" b="0" i="1" smtClean="0">
                        <a:latin typeface="Cambria Math"/>
                      </a:rPr>
                      <m:t>𝑌</m:t>
                    </m:r>
                    <m:r>
                      <a:rPr lang="en-US" b="0" i="1" smtClean="0">
                        <a:latin typeface="Cambria Math"/>
                      </a:rPr>
                      <m:t>=</m:t>
                    </m:r>
                    <m:r>
                      <a:rPr lang="en-US" b="0" i="1" smtClean="0">
                        <a:latin typeface="Cambria Math"/>
                      </a:rPr>
                      <m:t>𝑎</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1</m:t>
                        </m:r>
                      </m:sub>
                    </m:sSub>
                    <m:r>
                      <a:rPr lang="en-US" b="0" i="1" smtClean="0">
                        <a:latin typeface="Cambria Math"/>
                      </a:rPr>
                      <m:t>𝑋</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2</m:t>
                        </m:r>
                      </m:sub>
                    </m:sSub>
                    <m:sSup>
                      <m:sSupPr>
                        <m:ctrlPr>
                          <a:rPr lang="en-US" b="0" i="1" smtClean="0">
                            <a:latin typeface="Cambria Math" panose="02040503050406030204" pitchFamily="18" charset="0"/>
                          </a:rPr>
                        </m:ctrlPr>
                      </m:sSupPr>
                      <m:e>
                        <m:r>
                          <a:rPr lang="en-US" b="0" i="1" smtClean="0">
                            <a:latin typeface="Cambria Math"/>
                          </a:rPr>
                          <m:t>𝑋</m:t>
                        </m:r>
                      </m:e>
                      <m:sup>
                        <m:r>
                          <a:rPr lang="en-US" b="0" i="1" smtClean="0">
                            <a:latin typeface="Cambria Math"/>
                          </a:rPr>
                          <m:t>2</m:t>
                        </m:r>
                      </m:sup>
                    </m:sSup>
                  </m:oMath>
                </a14:m>
                <a:r>
                  <a:rPr lang="en-US" dirty="0"/>
                  <a:t> </a:t>
                </a:r>
                <a14:m>
                  <m:oMath xmlns:m="http://schemas.openxmlformats.org/officeDocument/2006/math">
                    <m:r>
                      <a:rPr lang="en-US" i="1">
                        <a:latin typeface="Cambria Math"/>
                      </a:rPr>
                      <m:t>+</m:t>
                    </m:r>
                    <m:sSub>
                      <m:sSubPr>
                        <m:ctrlPr>
                          <a:rPr lang="en-US" i="1">
                            <a:latin typeface="Cambria Math" panose="02040503050406030204" pitchFamily="18" charset="0"/>
                          </a:rPr>
                        </m:ctrlPr>
                      </m:sSubPr>
                      <m:e>
                        <m:r>
                          <a:rPr lang="en-US" i="1">
                            <a:latin typeface="Cambria Math"/>
                          </a:rPr>
                          <m:t>𝑏</m:t>
                        </m:r>
                      </m:e>
                      <m:sub>
                        <m:r>
                          <a:rPr lang="en-US" b="0" i="1" smtClean="0">
                            <a:latin typeface="Cambria Math"/>
                          </a:rPr>
                          <m:t>3</m:t>
                        </m:r>
                      </m:sub>
                    </m:sSub>
                    <m:sSup>
                      <m:sSupPr>
                        <m:ctrlPr>
                          <a:rPr lang="en-US" i="1">
                            <a:latin typeface="Cambria Math" panose="02040503050406030204" pitchFamily="18" charset="0"/>
                          </a:rPr>
                        </m:ctrlPr>
                      </m:sSupPr>
                      <m:e>
                        <m:r>
                          <a:rPr lang="en-US" i="1">
                            <a:latin typeface="Cambria Math"/>
                          </a:rPr>
                          <m:t>𝑋</m:t>
                        </m:r>
                      </m:e>
                      <m:sup>
                        <m:r>
                          <a:rPr lang="en-US" b="0" i="1" smtClean="0">
                            <a:latin typeface="Cambria Math"/>
                          </a:rPr>
                          <m:t>3</m:t>
                        </m:r>
                      </m:sup>
                    </m:sSup>
                  </m:oMath>
                </a14:m>
                <a:r>
                  <a:rPr lang="en-US" dirty="0"/>
                  <a:t> </a:t>
                </a:r>
                <a14:m>
                  <m:oMath xmlns:m="http://schemas.openxmlformats.org/officeDocument/2006/math">
                    <m:r>
                      <a:rPr lang="en-US" i="1">
                        <a:latin typeface="Cambria Math"/>
                      </a:rPr>
                      <m:t>+</m:t>
                    </m:r>
                    <m:sSub>
                      <m:sSubPr>
                        <m:ctrlPr>
                          <a:rPr lang="en-US" i="1">
                            <a:latin typeface="Cambria Math" panose="02040503050406030204" pitchFamily="18" charset="0"/>
                          </a:rPr>
                        </m:ctrlPr>
                      </m:sSubPr>
                      <m:e>
                        <m:r>
                          <a:rPr lang="en-US" i="1">
                            <a:latin typeface="Cambria Math"/>
                          </a:rPr>
                          <m:t>𝑏</m:t>
                        </m:r>
                      </m:e>
                      <m:sub>
                        <m:r>
                          <a:rPr lang="en-US" b="0" i="1" smtClean="0">
                            <a:latin typeface="Cambria Math"/>
                          </a:rPr>
                          <m:t>4</m:t>
                        </m:r>
                      </m:sub>
                    </m:sSub>
                    <m:sSup>
                      <m:sSupPr>
                        <m:ctrlPr>
                          <a:rPr lang="en-US" i="1">
                            <a:latin typeface="Cambria Math" panose="02040503050406030204" pitchFamily="18" charset="0"/>
                          </a:rPr>
                        </m:ctrlPr>
                      </m:sSupPr>
                      <m:e>
                        <m:r>
                          <a:rPr lang="en-US" i="1">
                            <a:latin typeface="Cambria Math"/>
                          </a:rPr>
                          <m:t>𝑋</m:t>
                        </m:r>
                      </m:e>
                      <m:sup>
                        <m:r>
                          <a:rPr lang="en-US" b="0" i="1" smtClean="0">
                            <a:latin typeface="Cambria Math"/>
                          </a:rPr>
                          <m:t>4</m:t>
                        </m:r>
                      </m:sup>
                    </m:sSup>
                  </m:oMath>
                </a14:m>
                <a:r>
                  <a:rPr lang="en-US" dirty="0"/>
                  <a:t> </a:t>
                </a:r>
                <a14:m>
                  <m:oMath xmlns:m="http://schemas.openxmlformats.org/officeDocument/2006/math">
                    <m:r>
                      <a:rPr lang="en-US" i="1">
                        <a:latin typeface="Cambria Math"/>
                      </a:rPr>
                      <m:t>+</m:t>
                    </m:r>
                    <m:sSub>
                      <m:sSubPr>
                        <m:ctrlPr>
                          <a:rPr lang="en-US" i="1">
                            <a:latin typeface="Cambria Math" panose="02040503050406030204" pitchFamily="18" charset="0"/>
                          </a:rPr>
                        </m:ctrlPr>
                      </m:sSubPr>
                      <m:e>
                        <m:r>
                          <a:rPr lang="en-US" i="1">
                            <a:latin typeface="Cambria Math"/>
                          </a:rPr>
                          <m:t>𝑏</m:t>
                        </m:r>
                      </m:e>
                      <m:sub>
                        <m:r>
                          <a:rPr lang="en-US" b="0" i="1" smtClean="0">
                            <a:latin typeface="Cambria Math"/>
                          </a:rPr>
                          <m:t>5</m:t>
                        </m:r>
                      </m:sub>
                    </m:sSub>
                    <m:sSup>
                      <m:sSupPr>
                        <m:ctrlPr>
                          <a:rPr lang="en-US" i="1">
                            <a:latin typeface="Cambria Math" panose="02040503050406030204" pitchFamily="18" charset="0"/>
                          </a:rPr>
                        </m:ctrlPr>
                      </m:sSupPr>
                      <m:e>
                        <m:r>
                          <a:rPr lang="en-US" i="1">
                            <a:latin typeface="Cambria Math"/>
                          </a:rPr>
                          <m:t>𝑋</m:t>
                        </m:r>
                      </m:e>
                      <m:sup>
                        <m:r>
                          <a:rPr lang="en-US" b="0" i="1" smtClean="0">
                            <a:latin typeface="Cambria Math"/>
                          </a:rPr>
                          <m:t>5</m:t>
                        </m:r>
                      </m:sup>
                    </m:sSup>
                  </m:oMath>
                </a14:m>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8"/>
                </a:stretch>
              </a:blipFill>
            </p:spPr>
            <p:txBody>
              <a:bodyPr/>
              <a:lstStyle/>
              <a:p>
                <a:r>
                  <a:rPr lang="en-CA">
                    <a:noFill/>
                  </a:rPr>
                  <a:t> </a:t>
                </a:r>
              </a:p>
            </p:txBody>
          </p:sp>
        </mc:Fallback>
      </mc:AlternateContent>
      <p:sp>
        <p:nvSpPr>
          <p:cNvPr id="6" name="Slide Number Placeholder 5"/>
          <p:cNvSpPr>
            <a:spLocks noGrp="1"/>
          </p:cNvSpPr>
          <p:nvPr>
            <p:ph type="sldNum" sz="quarter" idx="12"/>
          </p:nvPr>
        </p:nvSpPr>
        <p:spPr/>
        <p:txBody>
          <a:bodyPr/>
          <a:lstStyle/>
          <a:p>
            <a:fld id="{B2435DD8-BC4F-4C8E-9390-DF43692AEB8E}" type="slidenum">
              <a:rPr lang="en-CA" smtClean="0"/>
              <a:t>14</a:t>
            </a:fld>
            <a:endParaRPr lang="en-CA"/>
          </a:p>
        </p:txBody>
      </p:sp>
      <p:pic>
        <p:nvPicPr>
          <p:cNvPr id="4" name="Picture 3"/>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852936"/>
            <a:ext cx="5328592" cy="3300586"/>
          </a:xfrm>
          <a:prstGeom prst="rect">
            <a:avLst/>
          </a:prstGeom>
          <a:noFill/>
          <a:ln>
            <a:noFill/>
          </a:ln>
        </p:spPr>
      </p:pic>
    </p:spTree>
    <p:extLst>
      <p:ext uri="{BB962C8B-B14F-4D97-AF65-F5344CB8AC3E}">
        <p14:creationId xmlns:p14="http://schemas.microsoft.com/office/powerpoint/2010/main" val="1953695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79512" y="852848"/>
            <a:ext cx="7772400" cy="1143000"/>
          </a:xfrm>
        </p:spPr>
        <p:txBody>
          <a:bodyPr/>
          <a:lstStyle/>
          <a:p>
            <a:r>
              <a:rPr lang="zh-CN" altLang="en-US" i="0" dirty="0"/>
              <a:t>样本外验证集</a:t>
            </a:r>
            <a:endParaRPr lang="en-CA" i="0" dirty="0"/>
          </a:p>
        </p:txBody>
      </p:sp>
      <p:sp>
        <p:nvSpPr>
          <p:cNvPr id="3" name="Slide Number Placeholder 2"/>
          <p:cNvSpPr>
            <a:spLocks noGrp="1"/>
          </p:cNvSpPr>
          <p:nvPr>
            <p:ph type="sldNum" sz="quarter" idx="12"/>
          </p:nvPr>
        </p:nvSpPr>
        <p:spPr/>
        <p:txBody>
          <a:bodyPr/>
          <a:lstStyle/>
          <a:p>
            <a:fld id="{B2435DD8-BC4F-4C8E-9390-DF43692AEB8E}" type="slidenum">
              <a:rPr lang="en-CA" smtClean="0"/>
              <a:t>15</a:t>
            </a:fld>
            <a:endParaRPr lang="en-CA"/>
          </a:p>
        </p:txBody>
      </p:sp>
      <p:graphicFrame>
        <p:nvGraphicFramePr>
          <p:cNvPr id="5" name="Table 4"/>
          <p:cNvGraphicFramePr>
            <a:graphicFrameLocks noGrp="1"/>
          </p:cNvGraphicFramePr>
          <p:nvPr>
            <p:extLst>
              <p:ext uri="{D42A27DB-BD31-4B8C-83A1-F6EECF244321}">
                <p14:modId xmlns:p14="http://schemas.microsoft.com/office/powerpoint/2010/main" val="364386645"/>
              </p:ext>
            </p:extLst>
          </p:nvPr>
        </p:nvGraphicFramePr>
        <p:xfrm>
          <a:off x="1763688" y="1916832"/>
          <a:ext cx="4944541" cy="4076256"/>
        </p:xfrm>
        <a:graphic>
          <a:graphicData uri="http://schemas.openxmlformats.org/drawingml/2006/table">
            <a:tbl>
              <a:tblPr firstRow="1" firstCol="1" bandRow="1">
                <a:tableStyleId>{5940675A-B579-460E-94D1-54222C63F5DA}</a:tableStyleId>
              </a:tblPr>
              <a:tblGrid>
                <a:gridCol w="2448272">
                  <a:extLst>
                    <a:ext uri="{9D8B030D-6E8A-4147-A177-3AD203B41FA5}">
                      <a16:colId xmlns:a16="http://schemas.microsoft.com/office/drawing/2014/main" val="20000"/>
                    </a:ext>
                  </a:extLst>
                </a:gridCol>
                <a:gridCol w="2496269">
                  <a:extLst>
                    <a:ext uri="{9D8B030D-6E8A-4147-A177-3AD203B41FA5}">
                      <a16:colId xmlns:a16="http://schemas.microsoft.com/office/drawing/2014/main" val="20001"/>
                    </a:ext>
                  </a:extLst>
                </a:gridCol>
              </a:tblGrid>
              <a:tr h="333856">
                <a:tc>
                  <a:txBody>
                    <a:bodyPr/>
                    <a:lstStyle/>
                    <a:p>
                      <a:pPr marR="21590" algn="ctr">
                        <a:lnSpc>
                          <a:spcPct val="107000"/>
                        </a:lnSpc>
                        <a:spcAft>
                          <a:spcPts val="0"/>
                        </a:spcAft>
                      </a:pPr>
                      <a:r>
                        <a:rPr lang="zh-CN" altLang="en-US" sz="2400" dirty="0">
                          <a:effectLst/>
                          <a:latin typeface="Book Antiqua"/>
                          <a:ea typeface="Times New Roman"/>
                          <a:cs typeface="Times New Roman"/>
                        </a:rPr>
                        <a:t>年龄（岁）</a:t>
                      </a:r>
                      <a:endParaRPr lang="en-CA" sz="2400" dirty="0">
                        <a:effectLst/>
                        <a:latin typeface="Book Antiqua"/>
                        <a:ea typeface="Times New Roman"/>
                        <a:cs typeface="Times New Roman"/>
                      </a:endParaRPr>
                    </a:p>
                  </a:txBody>
                  <a:tcPr marL="68580" marR="68580" marT="0" marB="0"/>
                </a:tc>
                <a:tc>
                  <a:txBody>
                    <a:bodyPr/>
                    <a:lstStyle/>
                    <a:p>
                      <a:pPr marR="165735" algn="ctr">
                        <a:lnSpc>
                          <a:spcPct val="107000"/>
                        </a:lnSpc>
                        <a:spcAft>
                          <a:spcPts val="0"/>
                        </a:spcAft>
                      </a:pPr>
                      <a:r>
                        <a:rPr lang="zh-CN" altLang="en-US" sz="2400" dirty="0">
                          <a:effectLst/>
                          <a:latin typeface="Book Antiqua"/>
                          <a:ea typeface="Times New Roman"/>
                          <a:cs typeface="Times New Roman"/>
                        </a:rPr>
                        <a:t>工资</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0"/>
                  </a:ext>
                </a:extLst>
              </a:tr>
              <a:tr h="333856">
                <a:tc>
                  <a:txBody>
                    <a:bodyPr/>
                    <a:lstStyle/>
                    <a:p>
                      <a:pPr marR="165735" algn="ctr">
                        <a:lnSpc>
                          <a:spcPct val="107000"/>
                        </a:lnSpc>
                        <a:spcAft>
                          <a:spcPts val="0"/>
                        </a:spcAft>
                      </a:pPr>
                      <a:r>
                        <a:rPr lang="en-US" sz="2400" dirty="0">
                          <a:effectLst/>
                        </a:rPr>
                        <a:t>30</a:t>
                      </a:r>
                      <a:endParaRPr lang="en-CA" sz="2400" dirty="0">
                        <a:effectLst/>
                        <a:latin typeface="Book Antiqua"/>
                        <a:ea typeface="Times New Roman"/>
                        <a:cs typeface="Times New Roman"/>
                      </a:endParaRPr>
                    </a:p>
                  </a:txBody>
                  <a:tcPr marL="68580" marR="68580" marT="0" marB="0"/>
                </a:tc>
                <a:tc>
                  <a:txBody>
                    <a:bodyPr/>
                    <a:lstStyle/>
                    <a:p>
                      <a:pPr marR="165735" algn="ctr">
                        <a:lnSpc>
                          <a:spcPct val="107000"/>
                        </a:lnSpc>
                        <a:spcAft>
                          <a:spcPts val="0"/>
                        </a:spcAft>
                      </a:pPr>
                      <a:r>
                        <a:rPr lang="en-US" sz="2400" dirty="0">
                          <a:effectLst/>
                        </a:rPr>
                        <a:t>166,000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1"/>
                  </a:ext>
                </a:extLst>
              </a:tr>
              <a:tr h="333856">
                <a:tc>
                  <a:txBody>
                    <a:bodyPr/>
                    <a:lstStyle/>
                    <a:p>
                      <a:pPr marR="165735" algn="ctr">
                        <a:lnSpc>
                          <a:spcPct val="107000"/>
                        </a:lnSpc>
                        <a:spcAft>
                          <a:spcPts val="0"/>
                        </a:spcAft>
                      </a:pPr>
                      <a:r>
                        <a:rPr lang="en-US" sz="2400" dirty="0">
                          <a:effectLst/>
                        </a:rPr>
                        <a:t>26</a:t>
                      </a:r>
                      <a:endParaRPr lang="en-CA" sz="2400" dirty="0">
                        <a:effectLst/>
                        <a:latin typeface="Book Antiqua"/>
                        <a:ea typeface="Times New Roman"/>
                        <a:cs typeface="Times New Roman"/>
                      </a:endParaRPr>
                    </a:p>
                  </a:txBody>
                  <a:tcPr marL="68580" marR="68580" marT="0" marB="0"/>
                </a:tc>
                <a:tc>
                  <a:txBody>
                    <a:bodyPr/>
                    <a:lstStyle/>
                    <a:p>
                      <a:pPr marR="165735" algn="ctr">
                        <a:lnSpc>
                          <a:spcPct val="107000"/>
                        </a:lnSpc>
                        <a:spcAft>
                          <a:spcPts val="0"/>
                        </a:spcAft>
                      </a:pPr>
                      <a:r>
                        <a:rPr lang="en-US" sz="2400" dirty="0">
                          <a:effectLst/>
                        </a:rPr>
                        <a:t>78,000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2"/>
                  </a:ext>
                </a:extLst>
              </a:tr>
              <a:tr h="333856">
                <a:tc>
                  <a:txBody>
                    <a:bodyPr/>
                    <a:lstStyle/>
                    <a:p>
                      <a:pPr marL="0" marR="165735" algn="ctr" defTabSz="685800" rtl="0" eaLnBrk="1" latinLnBrk="0" hangingPunct="1">
                        <a:lnSpc>
                          <a:spcPct val="107000"/>
                        </a:lnSpc>
                        <a:spcAft>
                          <a:spcPts val="0"/>
                        </a:spcAft>
                      </a:pPr>
                      <a:r>
                        <a:rPr lang="en-US" sz="2400" kern="1200" dirty="0">
                          <a:solidFill>
                            <a:schemeClr val="tx1"/>
                          </a:solidFill>
                          <a:effectLst/>
                          <a:latin typeface="+mn-lt"/>
                          <a:ea typeface="+mn-ea"/>
                          <a:cs typeface="+mn-cs"/>
                        </a:rPr>
                        <a:t>58</a:t>
                      </a:r>
                      <a:endParaRPr lang="en-CA" sz="2400" kern="1200" dirty="0">
                        <a:solidFill>
                          <a:schemeClr val="tx1"/>
                        </a:solidFill>
                        <a:effectLst/>
                        <a:latin typeface="+mn-lt"/>
                        <a:ea typeface="+mn-ea"/>
                        <a:cs typeface="+mn-cs"/>
                      </a:endParaRPr>
                    </a:p>
                  </a:txBody>
                  <a:tcPr marL="68580" marR="68580" marT="0" marB="0"/>
                </a:tc>
                <a:tc>
                  <a:txBody>
                    <a:bodyPr/>
                    <a:lstStyle/>
                    <a:p>
                      <a:pPr marL="0" marR="165735" algn="ctr" defTabSz="685800" rtl="0" eaLnBrk="1" latinLnBrk="0" hangingPunct="1">
                        <a:lnSpc>
                          <a:spcPct val="107000"/>
                        </a:lnSpc>
                        <a:spcAft>
                          <a:spcPts val="0"/>
                        </a:spcAft>
                      </a:pPr>
                      <a:r>
                        <a:rPr lang="en-US" sz="2400" kern="1200" dirty="0">
                          <a:solidFill>
                            <a:schemeClr val="tx1"/>
                          </a:solidFill>
                          <a:effectLst/>
                          <a:latin typeface="+mn-lt"/>
                          <a:ea typeface="+mn-ea"/>
                          <a:cs typeface="+mn-cs"/>
                        </a:rPr>
                        <a:t>310,000</a:t>
                      </a:r>
                      <a:endParaRPr lang="en-CA" sz="2400" kern="1200" dirty="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10003"/>
                  </a:ext>
                </a:extLst>
              </a:tr>
              <a:tr h="333856">
                <a:tc>
                  <a:txBody>
                    <a:bodyPr/>
                    <a:lstStyle/>
                    <a:p>
                      <a:pPr marR="165735" algn="ctr">
                        <a:lnSpc>
                          <a:spcPct val="107000"/>
                        </a:lnSpc>
                        <a:spcAft>
                          <a:spcPts val="0"/>
                        </a:spcAft>
                      </a:pPr>
                      <a:r>
                        <a:rPr lang="en-US" sz="2400" dirty="0">
                          <a:effectLst/>
                        </a:rPr>
                        <a:t>29</a:t>
                      </a:r>
                      <a:endParaRPr lang="en-CA" sz="2400" dirty="0">
                        <a:effectLst/>
                        <a:latin typeface="Book Antiqua"/>
                        <a:ea typeface="Times New Roman"/>
                        <a:cs typeface="Times New Roman"/>
                      </a:endParaRPr>
                    </a:p>
                  </a:txBody>
                  <a:tcPr marL="68580" marR="68580" marT="0" marB="0"/>
                </a:tc>
                <a:tc>
                  <a:txBody>
                    <a:bodyPr/>
                    <a:lstStyle/>
                    <a:p>
                      <a:pPr marR="165735" algn="ctr">
                        <a:lnSpc>
                          <a:spcPct val="107000"/>
                        </a:lnSpc>
                        <a:spcAft>
                          <a:spcPts val="0"/>
                        </a:spcAft>
                      </a:pPr>
                      <a:r>
                        <a:rPr lang="en-US" sz="2400" dirty="0">
                          <a:effectLst/>
                        </a:rPr>
                        <a:t>100,000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4"/>
                  </a:ext>
                </a:extLst>
              </a:tr>
              <a:tr h="333856">
                <a:tc>
                  <a:txBody>
                    <a:bodyPr/>
                    <a:lstStyle/>
                    <a:p>
                      <a:pPr marR="165735" algn="ctr">
                        <a:lnSpc>
                          <a:spcPct val="107000"/>
                        </a:lnSpc>
                        <a:spcAft>
                          <a:spcPts val="0"/>
                        </a:spcAft>
                      </a:pPr>
                      <a:r>
                        <a:rPr lang="en-US" sz="2400">
                          <a:effectLst/>
                        </a:rPr>
                        <a:t>40</a:t>
                      </a:r>
                      <a:endParaRPr lang="en-CA" sz="2400">
                        <a:effectLst/>
                        <a:latin typeface="Book Antiqua"/>
                        <a:ea typeface="Times New Roman"/>
                        <a:cs typeface="Times New Roman"/>
                      </a:endParaRPr>
                    </a:p>
                  </a:txBody>
                  <a:tcPr marL="68580" marR="68580" marT="0" marB="0"/>
                </a:tc>
                <a:tc>
                  <a:txBody>
                    <a:bodyPr/>
                    <a:lstStyle/>
                    <a:p>
                      <a:pPr marR="165735" algn="ctr">
                        <a:lnSpc>
                          <a:spcPct val="107000"/>
                        </a:lnSpc>
                        <a:spcAft>
                          <a:spcPts val="0"/>
                        </a:spcAft>
                      </a:pPr>
                      <a:r>
                        <a:rPr lang="en-US" sz="2400" dirty="0">
                          <a:effectLst/>
                        </a:rPr>
                        <a:t>260,000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5"/>
                  </a:ext>
                </a:extLst>
              </a:tr>
              <a:tr h="333856">
                <a:tc>
                  <a:txBody>
                    <a:bodyPr/>
                    <a:lstStyle/>
                    <a:p>
                      <a:pPr marR="165735" algn="ctr">
                        <a:lnSpc>
                          <a:spcPct val="107000"/>
                        </a:lnSpc>
                        <a:spcAft>
                          <a:spcPts val="0"/>
                        </a:spcAft>
                      </a:pPr>
                      <a:r>
                        <a:rPr lang="en-US" sz="2400">
                          <a:effectLst/>
                        </a:rPr>
                        <a:t>27</a:t>
                      </a:r>
                      <a:endParaRPr lang="en-CA" sz="2400">
                        <a:effectLst/>
                        <a:latin typeface="Book Antiqua"/>
                        <a:ea typeface="Times New Roman"/>
                        <a:cs typeface="Times New Roman"/>
                      </a:endParaRPr>
                    </a:p>
                  </a:txBody>
                  <a:tcPr marL="68580" marR="68580" marT="0" marB="0"/>
                </a:tc>
                <a:tc>
                  <a:txBody>
                    <a:bodyPr/>
                    <a:lstStyle/>
                    <a:p>
                      <a:pPr marR="165735" algn="ctr">
                        <a:lnSpc>
                          <a:spcPct val="107000"/>
                        </a:lnSpc>
                        <a:spcAft>
                          <a:spcPts val="0"/>
                        </a:spcAft>
                      </a:pPr>
                      <a:r>
                        <a:rPr lang="en-US" sz="2400" dirty="0">
                          <a:effectLst/>
                        </a:rPr>
                        <a:t>150,000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6"/>
                  </a:ext>
                </a:extLst>
              </a:tr>
              <a:tr h="333856">
                <a:tc>
                  <a:txBody>
                    <a:bodyPr/>
                    <a:lstStyle/>
                    <a:p>
                      <a:pPr marR="165735" algn="ctr">
                        <a:lnSpc>
                          <a:spcPct val="107000"/>
                        </a:lnSpc>
                        <a:spcAft>
                          <a:spcPts val="0"/>
                        </a:spcAft>
                      </a:pPr>
                      <a:r>
                        <a:rPr lang="en-US" sz="2400">
                          <a:effectLst/>
                        </a:rPr>
                        <a:t>33</a:t>
                      </a:r>
                      <a:endParaRPr lang="en-CA" sz="2400">
                        <a:effectLst/>
                        <a:latin typeface="Book Antiqua"/>
                        <a:ea typeface="Times New Roman"/>
                        <a:cs typeface="Times New Roman"/>
                      </a:endParaRPr>
                    </a:p>
                  </a:txBody>
                  <a:tcPr marL="68580" marR="68580" marT="0" marB="0"/>
                </a:tc>
                <a:tc>
                  <a:txBody>
                    <a:bodyPr/>
                    <a:lstStyle/>
                    <a:p>
                      <a:pPr marR="165735" algn="ctr">
                        <a:lnSpc>
                          <a:spcPct val="107000"/>
                        </a:lnSpc>
                        <a:spcAft>
                          <a:spcPts val="0"/>
                        </a:spcAft>
                      </a:pPr>
                      <a:r>
                        <a:rPr lang="en-US" sz="2400" dirty="0">
                          <a:effectLst/>
                        </a:rPr>
                        <a:t>140,000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7"/>
                  </a:ext>
                </a:extLst>
              </a:tr>
              <a:tr h="333856">
                <a:tc>
                  <a:txBody>
                    <a:bodyPr/>
                    <a:lstStyle/>
                    <a:p>
                      <a:pPr marR="165735" algn="ctr">
                        <a:lnSpc>
                          <a:spcPct val="107000"/>
                        </a:lnSpc>
                        <a:spcAft>
                          <a:spcPts val="0"/>
                        </a:spcAft>
                      </a:pPr>
                      <a:r>
                        <a:rPr lang="en-US" sz="2400">
                          <a:effectLst/>
                        </a:rPr>
                        <a:t>61</a:t>
                      </a:r>
                      <a:endParaRPr lang="en-CA" sz="2400">
                        <a:effectLst/>
                        <a:latin typeface="Book Antiqua"/>
                        <a:ea typeface="Times New Roman"/>
                        <a:cs typeface="Times New Roman"/>
                      </a:endParaRPr>
                    </a:p>
                  </a:txBody>
                  <a:tcPr marL="68580" marR="68580" marT="0" marB="0"/>
                </a:tc>
                <a:tc>
                  <a:txBody>
                    <a:bodyPr/>
                    <a:lstStyle/>
                    <a:p>
                      <a:pPr marR="165735" algn="ctr">
                        <a:lnSpc>
                          <a:spcPct val="107000"/>
                        </a:lnSpc>
                        <a:spcAft>
                          <a:spcPts val="0"/>
                        </a:spcAft>
                      </a:pPr>
                      <a:r>
                        <a:rPr lang="en-US" sz="2400" dirty="0">
                          <a:effectLst/>
                        </a:rPr>
                        <a:t>220,000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8"/>
                  </a:ext>
                </a:extLst>
              </a:tr>
              <a:tr h="333856">
                <a:tc>
                  <a:txBody>
                    <a:bodyPr/>
                    <a:lstStyle/>
                    <a:p>
                      <a:pPr marR="165735" algn="ctr">
                        <a:lnSpc>
                          <a:spcPct val="107000"/>
                        </a:lnSpc>
                        <a:spcAft>
                          <a:spcPts val="0"/>
                        </a:spcAft>
                      </a:pPr>
                      <a:r>
                        <a:rPr lang="en-US" sz="2400">
                          <a:effectLst/>
                        </a:rPr>
                        <a:t>27</a:t>
                      </a:r>
                      <a:endParaRPr lang="en-CA" sz="2400">
                        <a:effectLst/>
                        <a:latin typeface="Book Antiqua"/>
                        <a:ea typeface="Times New Roman"/>
                        <a:cs typeface="Times New Roman"/>
                      </a:endParaRPr>
                    </a:p>
                  </a:txBody>
                  <a:tcPr marL="68580" marR="68580" marT="0" marB="0"/>
                </a:tc>
                <a:tc>
                  <a:txBody>
                    <a:bodyPr/>
                    <a:lstStyle/>
                    <a:p>
                      <a:pPr marR="165735" algn="ctr">
                        <a:lnSpc>
                          <a:spcPct val="107000"/>
                        </a:lnSpc>
                        <a:spcAft>
                          <a:spcPts val="0"/>
                        </a:spcAft>
                      </a:pPr>
                      <a:r>
                        <a:rPr lang="en-US" sz="2400" dirty="0">
                          <a:effectLst/>
                        </a:rPr>
                        <a:t>86,000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9"/>
                  </a:ext>
                </a:extLst>
              </a:tr>
              <a:tr h="333856">
                <a:tc>
                  <a:txBody>
                    <a:bodyPr/>
                    <a:lstStyle/>
                    <a:p>
                      <a:pPr marR="165735" algn="ctr">
                        <a:lnSpc>
                          <a:spcPct val="107000"/>
                        </a:lnSpc>
                        <a:spcAft>
                          <a:spcPts val="0"/>
                        </a:spcAft>
                      </a:pPr>
                      <a:r>
                        <a:rPr lang="en-US" sz="2400">
                          <a:effectLst/>
                        </a:rPr>
                        <a:t>48</a:t>
                      </a:r>
                      <a:endParaRPr lang="en-CA" sz="2400">
                        <a:effectLst/>
                        <a:latin typeface="Book Antiqua"/>
                        <a:ea typeface="Times New Roman"/>
                        <a:cs typeface="Times New Roman"/>
                      </a:endParaRPr>
                    </a:p>
                  </a:txBody>
                  <a:tcPr marL="68580" marR="68580" marT="0" marB="0"/>
                </a:tc>
                <a:tc>
                  <a:txBody>
                    <a:bodyPr/>
                    <a:lstStyle/>
                    <a:p>
                      <a:pPr marR="165735" algn="ctr">
                        <a:lnSpc>
                          <a:spcPct val="107000"/>
                        </a:lnSpc>
                        <a:spcAft>
                          <a:spcPts val="0"/>
                        </a:spcAft>
                      </a:pPr>
                      <a:r>
                        <a:rPr lang="en-US" sz="2400" dirty="0">
                          <a:effectLst/>
                        </a:rPr>
                        <a:t>276,000</a:t>
                      </a:r>
                      <a:endParaRPr lang="en-CA" sz="24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10"/>
                  </a:ext>
                </a:extLst>
              </a:tr>
            </a:tbl>
          </a:graphicData>
        </a:graphic>
      </p:graphicFrame>
      <p:sp>
        <p:nvSpPr>
          <p:cNvPr id="6" name="Rectangle 1"/>
          <p:cNvSpPr>
            <a:spLocks noChangeArrowheads="1"/>
          </p:cNvSpPr>
          <p:nvPr/>
        </p:nvSpPr>
        <p:spPr bwMode="auto">
          <a:xfrm>
            <a:off x="3314700" y="32178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026400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908720"/>
            <a:ext cx="6902847" cy="1143000"/>
          </a:xfrm>
        </p:spPr>
        <p:txBody>
          <a:bodyPr/>
          <a:lstStyle/>
          <a:p>
            <a:r>
              <a:rPr lang="zh-CN" altLang="en-US" b="0" i="0" dirty="0"/>
              <a:t>验证集的散点图</a:t>
            </a:r>
            <a:endParaRPr lang="en-CA" dirty="0"/>
          </a:p>
        </p:txBody>
      </p:sp>
      <p:sp>
        <p:nvSpPr>
          <p:cNvPr id="5" name="Slide Number Placeholder 4"/>
          <p:cNvSpPr>
            <a:spLocks noGrp="1"/>
          </p:cNvSpPr>
          <p:nvPr>
            <p:ph type="sldNum" sz="quarter" idx="12"/>
          </p:nvPr>
        </p:nvSpPr>
        <p:spPr/>
        <p:txBody>
          <a:bodyPr/>
          <a:lstStyle/>
          <a:p>
            <a:fld id="{B2435DD8-BC4F-4C8E-9390-DF43692AEB8E}" type="slidenum">
              <a:rPr lang="en-CA" smtClean="0"/>
              <a:t>16</a:t>
            </a:fld>
            <a:endParaRPr lang="en-CA"/>
          </a:p>
        </p:txBody>
      </p:sp>
      <p:pic>
        <p:nvPicPr>
          <p:cNvPr id="6" name="Picture 5"/>
          <p:cNvPicPr>
            <a:picLocks noChangeAspect="1"/>
          </p:cNvPicPr>
          <p:nvPr/>
        </p:nvPicPr>
        <p:blipFill>
          <a:blip r:embed="rId2"/>
          <a:stretch>
            <a:fillRect/>
          </a:stretch>
        </p:blipFill>
        <p:spPr>
          <a:xfrm>
            <a:off x="1582313" y="2348880"/>
            <a:ext cx="5732887" cy="3442388"/>
          </a:xfrm>
          <a:prstGeom prst="rect">
            <a:avLst/>
          </a:prstGeom>
        </p:spPr>
      </p:pic>
    </p:spTree>
    <p:extLst>
      <p:ext uri="{BB962C8B-B14F-4D97-AF65-F5344CB8AC3E}">
        <p14:creationId xmlns:p14="http://schemas.microsoft.com/office/powerpoint/2010/main" val="1339781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i="0" dirty="0"/>
              <a:t>五阶多项式模型的泛化能力不佳</a:t>
            </a:r>
            <a:endParaRPr lang="en-CA" dirty="0"/>
          </a:p>
        </p:txBody>
      </p:sp>
      <p:sp>
        <p:nvSpPr>
          <p:cNvPr id="3" name="Content Placeholder 2"/>
          <p:cNvSpPr>
            <a:spLocks noGrp="1"/>
          </p:cNvSpPr>
          <p:nvPr>
            <p:ph idx="1"/>
          </p:nvPr>
        </p:nvSpPr>
        <p:spPr>
          <a:xfrm>
            <a:off x="107504" y="2147888"/>
            <a:ext cx="8928991" cy="4114800"/>
          </a:xfrm>
        </p:spPr>
        <p:txBody>
          <a:bodyPr/>
          <a:lstStyle/>
          <a:p>
            <a:pPr marL="354013" indent="-354013"/>
            <a:endParaRPr lang="en-US" sz="2400" dirty="0"/>
          </a:p>
          <a:p>
            <a:pPr marL="354013" indent="-354013"/>
            <a:r>
              <a:rPr lang="zh-CN" altLang="en-US" sz="2800" dirty="0"/>
              <a:t>训练数据集的均方根误差（</a:t>
            </a:r>
            <a:r>
              <a:rPr lang="en-US" altLang="zh-CN" sz="2800" dirty="0"/>
              <a:t>RMSE</a:t>
            </a:r>
            <a:r>
              <a:rPr lang="zh-CN" altLang="en-US" sz="2800" dirty="0"/>
              <a:t>）为 </a:t>
            </a:r>
            <a:r>
              <a:rPr lang="en-US" altLang="zh-CN" sz="2800" dirty="0"/>
              <a:t>12,902 </a:t>
            </a:r>
            <a:r>
              <a:rPr lang="zh-CN" altLang="en-US" sz="2800" dirty="0"/>
              <a:t>美元</a:t>
            </a:r>
            <a:endParaRPr lang="en-US" altLang="zh-CN" sz="2800" dirty="0"/>
          </a:p>
          <a:p>
            <a:pPr marL="354013" indent="-354013"/>
            <a:endParaRPr lang="en-US" altLang="zh-CN" sz="2800" dirty="0"/>
          </a:p>
          <a:p>
            <a:pPr marL="354013" indent="-354013"/>
            <a:r>
              <a:rPr lang="zh-CN" altLang="en-US" sz="2800" dirty="0"/>
              <a:t>验证数据集的均方根误差为 </a:t>
            </a:r>
            <a:r>
              <a:rPr lang="en-US" altLang="zh-CN" sz="2800" dirty="0"/>
              <a:t>38,794 </a:t>
            </a:r>
            <a:r>
              <a:rPr lang="zh-CN" altLang="en-US" sz="2800" dirty="0"/>
              <a:t>美元</a:t>
            </a:r>
            <a:endParaRPr lang="en-US" altLang="zh-CN" sz="2800" dirty="0"/>
          </a:p>
          <a:p>
            <a:pPr marL="354013" indent="-354013"/>
            <a:endParaRPr lang="en-US" altLang="zh-CN" sz="2800" dirty="0"/>
          </a:p>
          <a:p>
            <a:pPr marL="354013" indent="-354013"/>
            <a:r>
              <a:rPr lang="zh-CN" altLang="en-US" sz="2800" dirty="0"/>
              <a:t>我们得出结论：该模型存在过拟合</a:t>
            </a:r>
            <a:endParaRPr lang="en-US" sz="2800" dirty="0"/>
          </a:p>
        </p:txBody>
      </p:sp>
      <p:sp>
        <p:nvSpPr>
          <p:cNvPr id="5" name="Slide Number Placeholder 4"/>
          <p:cNvSpPr>
            <a:spLocks noGrp="1"/>
          </p:cNvSpPr>
          <p:nvPr>
            <p:ph type="sldNum" sz="quarter" idx="12"/>
          </p:nvPr>
        </p:nvSpPr>
        <p:spPr/>
        <p:txBody>
          <a:bodyPr/>
          <a:lstStyle/>
          <a:p>
            <a:fld id="{B2435DD8-BC4F-4C8E-9390-DF43692AEB8E}" type="slidenum">
              <a:rPr lang="en-CA" smtClean="0"/>
              <a:t>17</a:t>
            </a:fld>
            <a:endParaRPr lang="en-CA"/>
          </a:p>
        </p:txBody>
      </p:sp>
    </p:spTree>
    <p:extLst>
      <p:ext uri="{BB962C8B-B14F-4D97-AF65-F5344CB8AC3E}">
        <p14:creationId xmlns:p14="http://schemas.microsoft.com/office/powerpoint/2010/main" val="177298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机器学习的良好实践</a:t>
            </a:r>
            <a:endParaRPr lang="en-CA" i="0" dirty="0"/>
          </a:p>
        </p:txBody>
      </p:sp>
      <p:sp>
        <p:nvSpPr>
          <p:cNvPr id="3" name="Content Placeholder 2"/>
          <p:cNvSpPr>
            <a:spLocks noGrp="1"/>
          </p:cNvSpPr>
          <p:nvPr>
            <p:ph idx="1"/>
          </p:nvPr>
        </p:nvSpPr>
        <p:spPr>
          <a:xfrm>
            <a:off x="246063" y="2031675"/>
            <a:ext cx="8790433" cy="4114800"/>
          </a:xfrm>
        </p:spPr>
        <p:txBody>
          <a:bodyPr>
            <a:noAutofit/>
          </a:bodyPr>
          <a:lstStyle/>
          <a:p>
            <a:r>
              <a:rPr lang="zh-CN" altLang="en-US" sz="2400" dirty="0"/>
              <a:t>将数据分为三组</a:t>
            </a:r>
            <a:endParaRPr lang="en-US" altLang="zh-CN" sz="2400" dirty="0"/>
          </a:p>
          <a:p>
            <a:r>
              <a:rPr lang="zh-CN" altLang="en-US" sz="2400" dirty="0"/>
              <a:t>训练集</a:t>
            </a:r>
            <a:endParaRPr lang="en-US" altLang="zh-CN" sz="2400" dirty="0"/>
          </a:p>
          <a:p>
            <a:r>
              <a:rPr lang="zh-CN" altLang="en-US" sz="2400" dirty="0"/>
              <a:t>验证集</a:t>
            </a:r>
            <a:endParaRPr lang="en-US" altLang="zh-CN" sz="2400" dirty="0"/>
          </a:p>
          <a:p>
            <a:r>
              <a:rPr lang="zh-CN" altLang="en-US" sz="2400" dirty="0"/>
              <a:t>测试集</a:t>
            </a:r>
            <a:endParaRPr lang="en-US" altLang="zh-CN" sz="2400" dirty="0"/>
          </a:p>
          <a:p>
            <a:r>
              <a:rPr lang="zh-CN" altLang="en-US" sz="2400" dirty="0"/>
              <a:t>使用训练集开发不同的模型，并利用验证集评估它们在新数据上的泛化能力</a:t>
            </a:r>
            <a:endParaRPr lang="en-US" altLang="zh-CN" sz="2400" dirty="0"/>
          </a:p>
          <a:p>
            <a:r>
              <a:rPr lang="zh-CN" altLang="en-US" sz="2400" dirty="0"/>
              <a:t>经验法则：逐步增加模型复杂度，直到模型在验证集上不再表现出良好的泛化能力为止</a:t>
            </a:r>
            <a:endParaRPr lang="en-US" altLang="zh-CN" sz="2400" dirty="0"/>
          </a:p>
          <a:p>
            <a:r>
              <a:rPr lang="zh-CN" altLang="en-US" sz="2400" dirty="0"/>
              <a:t>测试集则用于提供最终的样本外评估，以说明所选模型的效果</a:t>
            </a:r>
            <a:endParaRPr lang="en-CA" sz="2400" dirty="0"/>
          </a:p>
        </p:txBody>
      </p:sp>
      <p:sp>
        <p:nvSpPr>
          <p:cNvPr id="5" name="Slide Number Placeholder 4"/>
          <p:cNvSpPr>
            <a:spLocks noGrp="1"/>
          </p:cNvSpPr>
          <p:nvPr>
            <p:ph type="sldNum" sz="quarter" idx="12"/>
          </p:nvPr>
        </p:nvSpPr>
        <p:spPr/>
        <p:txBody>
          <a:bodyPr/>
          <a:lstStyle/>
          <a:p>
            <a:fld id="{2E8C09BE-1715-42CA-A91A-E7B0E09A3015}" type="slidenum">
              <a:rPr lang="en-CA" smtClean="0"/>
              <a:t>18</a:t>
            </a:fld>
            <a:endParaRPr lang="en-CA"/>
          </a:p>
        </p:txBody>
      </p:sp>
    </p:spTree>
    <p:extLst>
      <p:ext uri="{BB962C8B-B14F-4D97-AF65-F5344CB8AC3E}">
        <p14:creationId xmlns:p14="http://schemas.microsoft.com/office/powerpoint/2010/main" val="717714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574410" cy="1143000"/>
          </a:xfrm>
        </p:spPr>
        <p:txBody>
          <a:bodyPr/>
          <a:lstStyle/>
          <a:p>
            <a:r>
              <a:rPr lang="zh-CN" altLang="en-US" b="0" i="0" dirty="0"/>
              <a:t>针对微型数据集的二次模型</a:t>
            </a:r>
            <a:endParaRPr lang="en-CA"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US" smtClean="0">
                        <a:latin typeface="Cambria Math"/>
                      </a:rPr>
                      <m:t>𝑌</m:t>
                    </m:r>
                    <m:r>
                      <a:rPr lang="en-US" smtClean="0">
                        <a:latin typeface="Cambria Math"/>
                      </a:rPr>
                      <m:t>=</m:t>
                    </m:r>
                    <m:r>
                      <a:rPr lang="en-US" smtClean="0">
                        <a:latin typeface="Cambria Math"/>
                      </a:rPr>
                      <m:t>𝑎</m:t>
                    </m:r>
                    <m:r>
                      <a:rPr lang="en-US" smtClean="0">
                        <a:latin typeface="Cambria Math"/>
                      </a:rPr>
                      <m:t>+</m:t>
                    </m:r>
                    <m:sSub>
                      <m:sSubPr>
                        <m:ctrlPr>
                          <a:rPr lang="en-US" i="1" smtClean="0">
                            <a:latin typeface="Cambria Math" panose="02040503050406030204" pitchFamily="18" charset="0"/>
                          </a:rPr>
                        </m:ctrlPr>
                      </m:sSubPr>
                      <m:e>
                        <m:r>
                          <a:rPr lang="en-US" smtClean="0">
                            <a:latin typeface="Cambria Math"/>
                          </a:rPr>
                          <m:t>𝑏</m:t>
                        </m:r>
                      </m:e>
                      <m:sub>
                        <m:r>
                          <a:rPr lang="en-US" smtClean="0">
                            <a:latin typeface="Cambria Math"/>
                          </a:rPr>
                          <m:t>1</m:t>
                        </m:r>
                      </m:sub>
                    </m:sSub>
                    <m:r>
                      <a:rPr lang="en-US" smtClean="0">
                        <a:latin typeface="Cambria Math"/>
                      </a:rPr>
                      <m:t>𝑋</m:t>
                    </m:r>
                    <m:r>
                      <a:rPr lang="en-US" smtClean="0">
                        <a:latin typeface="Cambria Math"/>
                      </a:rPr>
                      <m:t>+</m:t>
                    </m:r>
                    <m:sSub>
                      <m:sSubPr>
                        <m:ctrlPr>
                          <a:rPr lang="en-US" i="1" smtClean="0">
                            <a:latin typeface="Cambria Math" panose="02040503050406030204" pitchFamily="18" charset="0"/>
                          </a:rPr>
                        </m:ctrlPr>
                      </m:sSubPr>
                      <m:e>
                        <m:r>
                          <a:rPr lang="en-US" smtClean="0">
                            <a:latin typeface="Cambria Math"/>
                          </a:rPr>
                          <m:t>𝑏</m:t>
                        </m:r>
                      </m:e>
                      <m:sub>
                        <m:r>
                          <a:rPr lang="en-US" smtClean="0">
                            <a:latin typeface="Cambria Math"/>
                          </a:rPr>
                          <m:t>2</m:t>
                        </m:r>
                      </m:sub>
                    </m:sSub>
                    <m:sSup>
                      <m:sSupPr>
                        <m:ctrlPr>
                          <a:rPr lang="en-US" i="1" smtClean="0">
                            <a:latin typeface="Cambria Math" panose="02040503050406030204" pitchFamily="18" charset="0"/>
                          </a:rPr>
                        </m:ctrlPr>
                      </m:sSupPr>
                      <m:e>
                        <m:r>
                          <a:rPr lang="en-US" smtClean="0">
                            <a:latin typeface="Cambria Math"/>
                          </a:rPr>
                          <m:t>𝑋</m:t>
                        </m:r>
                      </m:e>
                      <m:sup>
                        <m:r>
                          <a:rPr lang="en-US" smtClean="0">
                            <a:latin typeface="Cambria Math"/>
                          </a:rPr>
                          <m:t>2</m:t>
                        </m:r>
                      </m:sup>
                    </m:sSup>
                  </m:oMath>
                </a14:m>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en-CA">
                    <a:noFill/>
                  </a:rPr>
                  <a:t> </a:t>
                </a:r>
              </a:p>
            </p:txBody>
          </p:sp>
        </mc:Fallback>
      </mc:AlternateContent>
      <p:sp>
        <p:nvSpPr>
          <p:cNvPr id="6" name="Slide Number Placeholder 5"/>
          <p:cNvSpPr>
            <a:spLocks noGrp="1"/>
          </p:cNvSpPr>
          <p:nvPr>
            <p:ph type="sldNum" sz="quarter" idx="12"/>
          </p:nvPr>
        </p:nvSpPr>
        <p:spPr/>
        <p:txBody>
          <a:bodyPr/>
          <a:lstStyle/>
          <a:p>
            <a:fld id="{B2435DD8-BC4F-4C8E-9390-DF43692AEB8E}" type="slidenum">
              <a:rPr lang="en-CA" smtClean="0"/>
              <a:t>19</a:t>
            </a:fld>
            <a:endParaRPr lang="en-CA"/>
          </a:p>
        </p:txBody>
      </p:sp>
      <p:pic>
        <p:nvPicPr>
          <p:cNvPr id="4" name="Picture 3"/>
          <p:cNvPicPr/>
          <p:nvPr/>
        </p:nvPicPr>
        <p:blipFill>
          <a:blip r:embed="rId3">
            <a:extLst>
              <a:ext uri="{28A0092B-C50C-407E-A947-70E740481C1C}">
                <a14:useLocalDpi xmlns:a14="http://schemas.microsoft.com/office/drawing/2010/main" val="0"/>
              </a:ext>
            </a:extLst>
          </a:blip>
          <a:srcRect/>
          <a:stretch>
            <a:fillRect/>
          </a:stretch>
        </p:blipFill>
        <p:spPr bwMode="auto">
          <a:xfrm>
            <a:off x="1835696" y="2636912"/>
            <a:ext cx="4824536" cy="3243565"/>
          </a:xfrm>
          <a:prstGeom prst="rect">
            <a:avLst/>
          </a:prstGeom>
          <a:noFill/>
          <a:ln>
            <a:noFill/>
          </a:ln>
        </p:spPr>
      </p:pic>
    </p:spTree>
    <p:extLst>
      <p:ext uri="{BB962C8B-B14F-4D97-AF65-F5344CB8AC3E}">
        <p14:creationId xmlns:p14="http://schemas.microsoft.com/office/powerpoint/2010/main" val="3805497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7998345" cy="1143000"/>
          </a:xfrm>
        </p:spPr>
        <p:txBody>
          <a:bodyPr/>
          <a:lstStyle/>
          <a:p>
            <a:r>
              <a:rPr lang="zh-CN" altLang="en-US" b="0" i="0" dirty="0"/>
              <a:t>针对微型数据集的线性模型</a:t>
            </a:r>
            <a:endParaRPr lang="en-CA"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r>
                        <a:rPr lang="en-US" b="0" i="1" smtClean="0">
                          <a:latin typeface="Cambria Math"/>
                        </a:rPr>
                        <m:t>𝑌</m:t>
                      </m:r>
                      <m:r>
                        <a:rPr lang="en-US" b="0" i="1" smtClean="0">
                          <a:latin typeface="Cambria Math"/>
                        </a:rPr>
                        <m:t>=</m:t>
                      </m:r>
                      <m:r>
                        <a:rPr lang="en-US" b="0" i="1" smtClean="0">
                          <a:latin typeface="Cambria Math"/>
                        </a:rPr>
                        <m:t>𝑎</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1</m:t>
                          </m:r>
                        </m:sub>
                      </m:sSub>
                      <m:r>
                        <a:rPr lang="en-US" b="0" i="1" smtClean="0">
                          <a:latin typeface="Cambria Math"/>
                        </a:rPr>
                        <m:t>𝑋</m:t>
                      </m:r>
                    </m:oMath>
                  </m:oMathPara>
                </a14:m>
                <a:endParaRPr lang="en-CA"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1">
                <a:blip r:embed="rId2"/>
                <a:stretch>
                  <a:fillRect l="-78"/>
                </a:stretch>
              </a:blipFill>
            </p:spPr>
            <p:txBody>
              <a:bodyPr/>
              <a:lstStyle/>
              <a:p>
                <a:r>
                  <a:rPr lang="en-CA">
                    <a:noFill/>
                  </a:rPr>
                  <a:t> </a:t>
                </a:r>
              </a:p>
            </p:txBody>
          </p:sp>
        </mc:Fallback>
      </mc:AlternateContent>
      <p:sp>
        <p:nvSpPr>
          <p:cNvPr id="6" name="Slide Number Placeholder 5"/>
          <p:cNvSpPr>
            <a:spLocks noGrp="1"/>
          </p:cNvSpPr>
          <p:nvPr>
            <p:ph type="sldNum" sz="quarter" idx="12"/>
          </p:nvPr>
        </p:nvSpPr>
        <p:spPr/>
        <p:txBody>
          <a:bodyPr/>
          <a:lstStyle/>
          <a:p>
            <a:fld id="{B2435DD8-BC4F-4C8E-9390-DF43692AEB8E}" type="slidenum">
              <a:rPr lang="en-CA" smtClean="0"/>
              <a:t>20</a:t>
            </a:fld>
            <a:endParaRPr lang="en-CA"/>
          </a:p>
        </p:txBody>
      </p:sp>
      <p:pic>
        <p:nvPicPr>
          <p:cNvPr id="3" name="Picture 2"/>
          <p:cNvPicPr/>
          <p:nvPr/>
        </p:nvPicPr>
        <p:blipFill>
          <a:blip r:embed="rId3">
            <a:extLst>
              <a:ext uri="{28A0092B-C50C-407E-A947-70E740481C1C}">
                <a14:useLocalDpi xmlns:a14="http://schemas.microsoft.com/office/drawing/2010/main" val="0"/>
              </a:ext>
            </a:extLst>
          </a:blip>
          <a:srcRect/>
          <a:stretch>
            <a:fillRect/>
          </a:stretch>
        </p:blipFill>
        <p:spPr bwMode="auto">
          <a:xfrm>
            <a:off x="2578052" y="2852936"/>
            <a:ext cx="4642639" cy="3112736"/>
          </a:xfrm>
          <a:prstGeom prst="rect">
            <a:avLst/>
          </a:prstGeom>
          <a:noFill/>
          <a:ln>
            <a:noFill/>
          </a:ln>
        </p:spPr>
      </p:pic>
    </p:spTree>
    <p:extLst>
      <p:ext uri="{BB962C8B-B14F-4D97-AF65-F5344CB8AC3E}">
        <p14:creationId xmlns:p14="http://schemas.microsoft.com/office/powerpoint/2010/main" val="3194198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070353" cy="1143000"/>
          </a:xfrm>
        </p:spPr>
        <p:txBody>
          <a:bodyPr/>
          <a:lstStyle/>
          <a:p>
            <a:br>
              <a:rPr lang="en-US" altLang="zh-CN" sz="2800" dirty="0"/>
            </a:br>
            <a:r>
              <a:rPr lang="zh-CN" altLang="en-US" sz="2800" i="0" dirty="0"/>
              <a:t>结果总结：线性模型存在欠拟合，而五阶多项式模型则存在过拟合。</a:t>
            </a:r>
            <a:br>
              <a:rPr lang="zh-CN" altLang="en-US" sz="2800" dirty="0"/>
            </a:br>
            <a:endParaRPr lang="en-CA" sz="2800" dirty="0"/>
          </a:p>
        </p:txBody>
      </p:sp>
      <p:sp>
        <p:nvSpPr>
          <p:cNvPr id="5" name="Slide Number Placeholder 4"/>
          <p:cNvSpPr>
            <a:spLocks noGrp="1"/>
          </p:cNvSpPr>
          <p:nvPr>
            <p:ph type="sldNum" sz="quarter" idx="12"/>
          </p:nvPr>
        </p:nvSpPr>
        <p:spPr/>
        <p:txBody>
          <a:bodyPr/>
          <a:lstStyle/>
          <a:p>
            <a:fld id="{B2435DD8-BC4F-4C8E-9390-DF43692AEB8E}" type="slidenum">
              <a:rPr lang="en-CA" smtClean="0"/>
              <a:t>21</a:t>
            </a:fld>
            <a:endParaRPr lang="en-CA"/>
          </a:p>
        </p:txBody>
      </p:sp>
      <p:graphicFrame>
        <p:nvGraphicFramePr>
          <p:cNvPr id="3" name="Table 2"/>
          <p:cNvGraphicFramePr>
            <a:graphicFrameLocks noGrp="1"/>
          </p:cNvGraphicFramePr>
          <p:nvPr>
            <p:extLst>
              <p:ext uri="{D42A27DB-BD31-4B8C-83A1-F6EECF244321}">
                <p14:modId xmlns:p14="http://schemas.microsoft.com/office/powerpoint/2010/main" val="3697896"/>
              </p:ext>
            </p:extLst>
          </p:nvPr>
        </p:nvGraphicFramePr>
        <p:xfrm>
          <a:off x="1979712" y="2204864"/>
          <a:ext cx="5688631" cy="3168351"/>
        </p:xfrm>
        <a:graphic>
          <a:graphicData uri="http://schemas.openxmlformats.org/drawingml/2006/table">
            <a:tbl>
              <a:tblPr firstRow="1" firstCol="1" bandRow="1">
                <a:tableStyleId>{5940675A-B579-460E-94D1-54222C63F5DA}</a:tableStyleId>
              </a:tblPr>
              <a:tblGrid>
                <a:gridCol w="1621087">
                  <a:extLst>
                    <a:ext uri="{9D8B030D-6E8A-4147-A177-3AD203B41FA5}">
                      <a16:colId xmlns:a16="http://schemas.microsoft.com/office/drawing/2014/main" val="20000"/>
                    </a:ext>
                  </a:extLst>
                </a:gridCol>
                <a:gridCol w="1491018">
                  <a:extLst>
                    <a:ext uri="{9D8B030D-6E8A-4147-A177-3AD203B41FA5}">
                      <a16:colId xmlns:a16="http://schemas.microsoft.com/office/drawing/2014/main" val="20001"/>
                    </a:ext>
                  </a:extLst>
                </a:gridCol>
                <a:gridCol w="1356167">
                  <a:extLst>
                    <a:ext uri="{9D8B030D-6E8A-4147-A177-3AD203B41FA5}">
                      <a16:colId xmlns:a16="http://schemas.microsoft.com/office/drawing/2014/main" val="20002"/>
                    </a:ext>
                  </a:extLst>
                </a:gridCol>
                <a:gridCol w="1220359">
                  <a:extLst>
                    <a:ext uri="{9D8B030D-6E8A-4147-A177-3AD203B41FA5}">
                      <a16:colId xmlns:a16="http://schemas.microsoft.com/office/drawing/2014/main" val="20003"/>
                    </a:ext>
                  </a:extLst>
                </a:gridCol>
              </a:tblGrid>
              <a:tr h="1056117">
                <a:tc>
                  <a:txBody>
                    <a:bodyPr/>
                    <a:lstStyle/>
                    <a:p>
                      <a:pPr marL="71755" marR="165735" indent="180340" algn="ctr">
                        <a:lnSpc>
                          <a:spcPct val="107000"/>
                        </a:lnSpc>
                        <a:spcAft>
                          <a:spcPts val="0"/>
                        </a:spcAft>
                      </a:pPr>
                      <a:r>
                        <a:rPr lang="en-US" sz="1800" dirty="0">
                          <a:effectLst/>
                          <a:latin typeface="Arial" panose="020B0604020202020204" pitchFamily="34" charset="0"/>
                          <a:cs typeface="Arial" panose="020B0604020202020204" pitchFamily="34" charset="0"/>
                        </a:rPr>
                        <a:t> </a:t>
                      </a:r>
                      <a:endParaRPr lang="en-CA"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marL="23495" marR="26035" indent="-23495" algn="ctr">
                        <a:lnSpc>
                          <a:spcPct val="107000"/>
                        </a:lnSpc>
                        <a:spcAft>
                          <a:spcPts val="0"/>
                        </a:spcAft>
                      </a:pPr>
                      <a:r>
                        <a:rPr lang="zh-CN" altLang="en-US" sz="1800" dirty="0">
                          <a:effectLst/>
                          <a:latin typeface="Arial" panose="020B0604020202020204" pitchFamily="34" charset="0"/>
                          <a:ea typeface="Times New Roman"/>
                          <a:cs typeface="Arial" panose="020B0604020202020204" pitchFamily="34" charset="0"/>
                        </a:rPr>
                        <a:t>五次多项式模型</a:t>
                      </a:r>
                      <a:endParaRPr lang="en-CA"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marL="71755" marR="19685" indent="-19685" algn="ctr">
                        <a:lnSpc>
                          <a:spcPct val="107000"/>
                        </a:lnSpc>
                        <a:spcAft>
                          <a:spcPts val="0"/>
                        </a:spcAft>
                      </a:pPr>
                      <a:r>
                        <a:rPr lang="zh-CN" altLang="en-US" sz="1800" dirty="0">
                          <a:effectLst/>
                          <a:latin typeface="Arial" panose="020B0604020202020204" pitchFamily="34" charset="0"/>
                          <a:ea typeface="Times New Roman"/>
                          <a:cs typeface="Arial" panose="020B0604020202020204" pitchFamily="34" charset="0"/>
                        </a:rPr>
                        <a:t>二次多项式模型</a:t>
                      </a:r>
                      <a:endParaRPr lang="en-CA"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marL="71755" marR="21590" indent="-47625" algn="ctr">
                        <a:lnSpc>
                          <a:spcPct val="107000"/>
                        </a:lnSpc>
                        <a:spcAft>
                          <a:spcPts val="0"/>
                        </a:spcAft>
                        <a:tabLst>
                          <a:tab pos="651510" algn="l"/>
                        </a:tabLst>
                      </a:pPr>
                      <a:r>
                        <a:rPr lang="zh-CN" altLang="en-US" sz="1800" dirty="0">
                          <a:effectLst/>
                          <a:latin typeface="Arial" panose="020B0604020202020204" pitchFamily="34" charset="0"/>
                          <a:ea typeface="Times New Roman"/>
                          <a:cs typeface="Arial" panose="020B0604020202020204" pitchFamily="34" charset="0"/>
                        </a:rPr>
                        <a:t>线性模型</a:t>
                      </a:r>
                      <a:endParaRPr lang="en-CA" sz="18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0"/>
                  </a:ext>
                </a:extLst>
              </a:tr>
              <a:tr h="1056117">
                <a:tc>
                  <a:txBody>
                    <a:bodyPr/>
                    <a:lstStyle/>
                    <a:p>
                      <a:pPr marL="17145" marR="21590">
                        <a:lnSpc>
                          <a:spcPct val="107000"/>
                        </a:lnSpc>
                        <a:spcAft>
                          <a:spcPts val="0"/>
                        </a:spcAft>
                      </a:pPr>
                      <a:r>
                        <a:rPr lang="zh-CN" altLang="en-US" sz="1800" dirty="0">
                          <a:effectLst/>
                          <a:latin typeface="Arial" panose="020B0604020202020204" pitchFamily="34" charset="0"/>
                          <a:ea typeface="Times New Roman"/>
                          <a:cs typeface="Arial" panose="020B0604020202020204" pitchFamily="34" charset="0"/>
                        </a:rPr>
                        <a:t>训练集</a:t>
                      </a:r>
                      <a:endParaRPr lang="en-CA"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marL="71755" marR="165735" indent="41275" algn="ctr">
                        <a:lnSpc>
                          <a:spcPct val="107000"/>
                        </a:lnSpc>
                        <a:spcAft>
                          <a:spcPts val="0"/>
                        </a:spcAft>
                      </a:pPr>
                      <a:r>
                        <a:rPr lang="en-US" sz="1800" dirty="0">
                          <a:effectLst/>
                          <a:latin typeface="Arial" panose="020B0604020202020204" pitchFamily="34" charset="0"/>
                          <a:cs typeface="Arial" panose="020B0604020202020204" pitchFamily="34" charset="0"/>
                        </a:rPr>
                        <a:t>12, 902</a:t>
                      </a:r>
                      <a:endParaRPr lang="en-CA"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marL="71755" marR="21590" indent="-19685" algn="ctr">
                        <a:lnSpc>
                          <a:spcPct val="107000"/>
                        </a:lnSpc>
                        <a:spcAft>
                          <a:spcPts val="0"/>
                        </a:spcAft>
                      </a:pPr>
                      <a:r>
                        <a:rPr lang="en-US" sz="1800" dirty="0">
                          <a:effectLst/>
                          <a:latin typeface="Arial" panose="020B0604020202020204" pitchFamily="34" charset="0"/>
                          <a:cs typeface="Arial" panose="020B0604020202020204" pitchFamily="34" charset="0"/>
                        </a:rPr>
                        <a:t>32,932</a:t>
                      </a:r>
                      <a:endParaRPr lang="en-CA"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marL="71755" marR="21590" indent="-47625" algn="ctr">
                        <a:lnSpc>
                          <a:spcPct val="107000"/>
                        </a:lnSpc>
                        <a:spcAft>
                          <a:spcPts val="0"/>
                        </a:spcAft>
                      </a:pPr>
                      <a:r>
                        <a:rPr lang="en-US" sz="1800">
                          <a:effectLst/>
                          <a:latin typeface="Arial" panose="020B0604020202020204" pitchFamily="34" charset="0"/>
                          <a:cs typeface="Arial" panose="020B0604020202020204" pitchFamily="34" charset="0"/>
                        </a:rPr>
                        <a:t>49,731</a:t>
                      </a:r>
                      <a:endParaRPr lang="en-CA" sz="180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1"/>
                  </a:ext>
                </a:extLst>
              </a:tr>
              <a:tr h="1056117">
                <a:tc>
                  <a:txBody>
                    <a:bodyPr/>
                    <a:lstStyle/>
                    <a:p>
                      <a:pPr marR="165735">
                        <a:lnSpc>
                          <a:spcPct val="107000"/>
                        </a:lnSpc>
                        <a:spcAft>
                          <a:spcPts val="0"/>
                        </a:spcAft>
                      </a:pPr>
                      <a:r>
                        <a:rPr lang="zh-CN" altLang="en-US" sz="1800" dirty="0">
                          <a:effectLst/>
                          <a:latin typeface="Arial" panose="020B0604020202020204" pitchFamily="34" charset="0"/>
                          <a:ea typeface="Times New Roman"/>
                          <a:cs typeface="Arial" panose="020B0604020202020204" pitchFamily="34" charset="0"/>
                        </a:rPr>
                        <a:t>验证集</a:t>
                      </a:r>
                      <a:endParaRPr lang="en-CA"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marL="71755" marR="165735" indent="41275" algn="ctr">
                        <a:lnSpc>
                          <a:spcPct val="107000"/>
                        </a:lnSpc>
                        <a:spcAft>
                          <a:spcPts val="0"/>
                        </a:spcAft>
                      </a:pPr>
                      <a:r>
                        <a:rPr lang="en-US" sz="1800" dirty="0">
                          <a:effectLst/>
                          <a:latin typeface="Arial" panose="020B0604020202020204" pitchFamily="34" charset="0"/>
                          <a:cs typeface="Arial" panose="020B0604020202020204" pitchFamily="34" charset="0"/>
                        </a:rPr>
                        <a:t>38,794</a:t>
                      </a:r>
                      <a:endParaRPr lang="en-CA"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marL="71755" marR="21590" indent="-19685" algn="ctr">
                        <a:lnSpc>
                          <a:spcPct val="107000"/>
                        </a:lnSpc>
                        <a:spcAft>
                          <a:spcPts val="0"/>
                        </a:spcAft>
                      </a:pPr>
                      <a:r>
                        <a:rPr lang="en-US" sz="1800" dirty="0">
                          <a:effectLst/>
                          <a:latin typeface="Arial" panose="020B0604020202020204" pitchFamily="34" charset="0"/>
                          <a:cs typeface="Arial" panose="020B0604020202020204" pitchFamily="34" charset="0"/>
                        </a:rPr>
                        <a:t>33,554</a:t>
                      </a:r>
                      <a:endParaRPr lang="en-CA"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marL="71755" marR="21590" indent="-47625" algn="ctr">
                        <a:lnSpc>
                          <a:spcPct val="107000"/>
                        </a:lnSpc>
                        <a:spcAft>
                          <a:spcPts val="0"/>
                        </a:spcAft>
                      </a:pPr>
                      <a:r>
                        <a:rPr lang="en-US" sz="1800" dirty="0">
                          <a:effectLst/>
                          <a:latin typeface="Arial" panose="020B0604020202020204" pitchFamily="34" charset="0"/>
                          <a:cs typeface="Arial" panose="020B0604020202020204" pitchFamily="34" charset="0"/>
                        </a:rPr>
                        <a:t>49,990</a:t>
                      </a:r>
                      <a:endParaRPr lang="en-CA" sz="18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97672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8600" y="976312"/>
            <a:ext cx="7772400" cy="1143000"/>
          </a:xfrm>
        </p:spPr>
        <p:txBody>
          <a:bodyPr>
            <a:normAutofit/>
          </a:bodyPr>
          <a:lstStyle/>
          <a:p>
            <a:r>
              <a:rPr lang="zh-CN" altLang="en-US" sz="3200" i="0" dirty="0"/>
              <a:t>过拟合与欠拟合</a:t>
            </a:r>
            <a:endParaRPr lang="en-CA" sz="3200" i="0" dirty="0"/>
          </a:p>
        </p:txBody>
      </p:sp>
      <p:sp>
        <p:nvSpPr>
          <p:cNvPr id="3" name="Slide Number Placeholder 2"/>
          <p:cNvSpPr>
            <a:spLocks noGrp="1"/>
          </p:cNvSpPr>
          <p:nvPr>
            <p:ph type="sldNum" sz="quarter" idx="12"/>
          </p:nvPr>
        </p:nvSpPr>
        <p:spPr/>
        <p:txBody>
          <a:bodyPr/>
          <a:lstStyle/>
          <a:p>
            <a:fld id="{2E8C09BE-1715-42CA-A91A-E7B0E09A3015}" type="slidenum">
              <a:rPr lang="en-CA" smtClean="0"/>
              <a:t>22</a:t>
            </a:fld>
            <a:endParaRPr lang="en-CA"/>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401058" y="2759967"/>
            <a:ext cx="2398283" cy="1811596"/>
          </a:xfrm>
          <a:prstGeom prst="rect">
            <a:avLst/>
          </a:prstGeom>
          <a:noFill/>
          <a:ln>
            <a:noFill/>
          </a:ln>
        </p:spPr>
      </p:pic>
      <p:pic>
        <p:nvPicPr>
          <p:cNvPr id="7" name="Picture 6"/>
          <p:cNvPicPr>
            <a:picLocks noChangeAspect="1"/>
          </p:cNvPicPr>
          <p:nvPr/>
        </p:nvPicPr>
        <p:blipFill>
          <a:blip r:embed="rId3"/>
          <a:stretch>
            <a:fillRect/>
          </a:stretch>
        </p:blipFill>
        <p:spPr>
          <a:xfrm>
            <a:off x="3022151" y="2722754"/>
            <a:ext cx="2629545" cy="1848809"/>
          </a:xfrm>
          <a:prstGeom prst="rect">
            <a:avLst/>
          </a:prstGeom>
        </p:spPr>
      </p:pic>
      <p:pic>
        <p:nvPicPr>
          <p:cNvPr id="8" name="Picture 7"/>
          <p:cNvPicPr>
            <a:picLocks noChangeAspect="1"/>
          </p:cNvPicPr>
          <p:nvPr/>
        </p:nvPicPr>
        <p:blipFill>
          <a:blip r:embed="rId4"/>
          <a:stretch>
            <a:fillRect/>
          </a:stretch>
        </p:blipFill>
        <p:spPr>
          <a:xfrm>
            <a:off x="5874506" y="2759967"/>
            <a:ext cx="2952587" cy="1870368"/>
          </a:xfrm>
          <a:prstGeom prst="rect">
            <a:avLst/>
          </a:prstGeom>
        </p:spPr>
      </p:pic>
      <p:sp>
        <p:nvSpPr>
          <p:cNvPr id="9" name="TextBox 8"/>
          <p:cNvSpPr txBox="1"/>
          <p:nvPr/>
        </p:nvSpPr>
        <p:spPr>
          <a:xfrm>
            <a:off x="1112209" y="5002176"/>
            <a:ext cx="1687132" cy="461665"/>
          </a:xfrm>
          <a:prstGeom prst="rect">
            <a:avLst/>
          </a:prstGeom>
          <a:noFill/>
        </p:spPr>
        <p:txBody>
          <a:bodyPr wrap="square" rtlCol="0">
            <a:spAutoFit/>
          </a:bodyPr>
          <a:lstStyle/>
          <a:p>
            <a:r>
              <a:rPr lang="zh-CN" altLang="en-US" sz="2400" dirty="0"/>
              <a:t>过拟合</a:t>
            </a:r>
            <a:endParaRPr lang="en-CA" sz="2400" dirty="0"/>
          </a:p>
        </p:txBody>
      </p:sp>
      <p:sp>
        <p:nvSpPr>
          <p:cNvPr id="10" name="TextBox 9"/>
          <p:cNvSpPr txBox="1"/>
          <p:nvPr/>
        </p:nvSpPr>
        <p:spPr>
          <a:xfrm>
            <a:off x="3721995" y="4990339"/>
            <a:ext cx="1545464" cy="461665"/>
          </a:xfrm>
          <a:prstGeom prst="rect">
            <a:avLst/>
          </a:prstGeom>
          <a:noFill/>
        </p:spPr>
        <p:txBody>
          <a:bodyPr wrap="square" rtlCol="0">
            <a:spAutoFit/>
          </a:bodyPr>
          <a:lstStyle/>
          <a:p>
            <a:r>
              <a:rPr lang="zh-CN" altLang="en-US" sz="2400" dirty="0"/>
              <a:t>欠拟合</a:t>
            </a:r>
            <a:endParaRPr lang="en-CA" sz="2400" dirty="0"/>
          </a:p>
        </p:txBody>
      </p:sp>
      <p:sp>
        <p:nvSpPr>
          <p:cNvPr id="5" name="TextBox 9">
            <a:extLst>
              <a:ext uri="{FF2B5EF4-FFF2-40B4-BE49-F238E27FC236}">
                <a16:creationId xmlns:a16="http://schemas.microsoft.com/office/drawing/2014/main" id="{A9B99CE4-6CE5-B5A8-8A1C-CA802B1B425E}"/>
              </a:ext>
            </a:extLst>
          </p:cNvPr>
          <p:cNvSpPr txBox="1"/>
          <p:nvPr/>
        </p:nvSpPr>
        <p:spPr>
          <a:xfrm>
            <a:off x="6857628" y="4984731"/>
            <a:ext cx="1296144" cy="461665"/>
          </a:xfrm>
          <a:prstGeom prst="rect">
            <a:avLst/>
          </a:prstGeom>
          <a:noFill/>
        </p:spPr>
        <p:txBody>
          <a:bodyPr wrap="square" rtlCol="0">
            <a:spAutoFit/>
          </a:bodyPr>
          <a:lstStyle/>
          <a:p>
            <a:r>
              <a:rPr lang="zh-CN" altLang="en-US" sz="2400" dirty="0"/>
              <a:t>精确？</a:t>
            </a:r>
            <a:endParaRPr lang="en-CA" sz="2400" dirty="0"/>
          </a:p>
        </p:txBody>
      </p:sp>
    </p:spTree>
    <p:extLst>
      <p:ext uri="{BB962C8B-B14F-4D97-AF65-F5344CB8AC3E}">
        <p14:creationId xmlns:p14="http://schemas.microsoft.com/office/powerpoint/2010/main" val="3072148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574409" cy="1143000"/>
          </a:xfrm>
        </p:spPr>
        <p:txBody>
          <a:bodyPr/>
          <a:lstStyle/>
          <a:p>
            <a:r>
              <a:rPr lang="zh-CN" altLang="en-US" b="0" i="0" dirty="0"/>
              <a:t>二次模型的测试集结果</a:t>
            </a:r>
            <a:endParaRPr lang="en-CA"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477942761"/>
              </p:ext>
            </p:extLst>
          </p:nvPr>
        </p:nvGraphicFramePr>
        <p:xfrm>
          <a:off x="683568" y="2135576"/>
          <a:ext cx="7920880" cy="3579644"/>
        </p:xfrm>
        <a:graphic>
          <a:graphicData uri="http://schemas.openxmlformats.org/drawingml/2006/table">
            <a:tbl>
              <a:tblPr firstRow="1" firstCol="1" bandRow="1">
                <a:tableStyleId>{5940675A-B579-460E-94D1-54222C63F5DA}</a:tableStyleId>
              </a:tblPr>
              <a:tblGrid>
                <a:gridCol w="1511011">
                  <a:extLst>
                    <a:ext uri="{9D8B030D-6E8A-4147-A177-3AD203B41FA5}">
                      <a16:colId xmlns:a16="http://schemas.microsoft.com/office/drawing/2014/main" val="4092191999"/>
                    </a:ext>
                  </a:extLst>
                </a:gridCol>
                <a:gridCol w="2136623">
                  <a:extLst>
                    <a:ext uri="{9D8B030D-6E8A-4147-A177-3AD203B41FA5}">
                      <a16:colId xmlns:a16="http://schemas.microsoft.com/office/drawing/2014/main" val="3123423520"/>
                    </a:ext>
                  </a:extLst>
                </a:gridCol>
                <a:gridCol w="2339077">
                  <a:extLst>
                    <a:ext uri="{9D8B030D-6E8A-4147-A177-3AD203B41FA5}">
                      <a16:colId xmlns:a16="http://schemas.microsoft.com/office/drawing/2014/main" val="1895153701"/>
                    </a:ext>
                  </a:extLst>
                </a:gridCol>
                <a:gridCol w="1934169">
                  <a:extLst>
                    <a:ext uri="{9D8B030D-6E8A-4147-A177-3AD203B41FA5}">
                      <a16:colId xmlns:a16="http://schemas.microsoft.com/office/drawing/2014/main" val="1412769641"/>
                    </a:ext>
                  </a:extLst>
                </a:gridCol>
              </a:tblGrid>
              <a:tr h="467708">
                <a:tc>
                  <a:txBody>
                    <a:bodyPr/>
                    <a:lstStyle/>
                    <a:p>
                      <a:pPr marL="981075" marR="0" lvl="0" indent="-981075" algn="ctr" defTabSz="685800" rtl="0" eaLnBrk="1" fontAlgn="auto" latinLnBrk="0" hangingPunct="1">
                        <a:lnSpc>
                          <a:spcPct val="110000"/>
                        </a:lnSpc>
                        <a:spcBef>
                          <a:spcPts val="0"/>
                        </a:spcBef>
                        <a:spcAft>
                          <a:spcPts val="0"/>
                        </a:spcAft>
                        <a:buClrTx/>
                        <a:buSzTx/>
                        <a:buFontTx/>
                        <a:buNone/>
                        <a:tabLst/>
                        <a:defRPr/>
                      </a:pPr>
                      <a:r>
                        <a:rPr lang="zh-CN" altLang="en-US" sz="2000" b="1" dirty="0">
                          <a:effectLst/>
                          <a:latin typeface="Book Antiqua"/>
                          <a:ea typeface="Times New Roman"/>
                          <a:cs typeface="Times New Roman"/>
                        </a:rPr>
                        <a:t>年龄（岁）</a:t>
                      </a:r>
                      <a:endParaRPr lang="en-CA" altLang="zh-CN" sz="2000" b="1" dirty="0">
                        <a:effectLst/>
                        <a:latin typeface="Book Antiqua"/>
                        <a:ea typeface="Times New Roman"/>
                        <a:cs typeface="Times New Roman"/>
                      </a:endParaRPr>
                    </a:p>
                  </a:txBody>
                  <a:tcPr marL="47152" marR="47152" marT="0" marB="0"/>
                </a:tc>
                <a:tc>
                  <a:txBody>
                    <a:bodyPr/>
                    <a:lstStyle/>
                    <a:p>
                      <a:pPr marL="457200" algn="l">
                        <a:lnSpc>
                          <a:spcPct val="110000"/>
                        </a:lnSpc>
                        <a:spcAft>
                          <a:spcPts val="0"/>
                        </a:spcAft>
                      </a:pPr>
                      <a:r>
                        <a:rPr lang="zh-CN" altLang="en-US" sz="2000" b="1" dirty="0">
                          <a:effectLst/>
                          <a:latin typeface="Arial" panose="020B0604020202020204" pitchFamily="34" charset="0"/>
                          <a:ea typeface="Times New Roman" panose="02020603050405020304" pitchFamily="18" charset="0"/>
                          <a:cs typeface="Arial" panose="020B0604020202020204" pitchFamily="34" charset="0"/>
                        </a:rPr>
                        <a:t>实际工资</a:t>
                      </a:r>
                      <a:endParaRPr lang="en-CA" sz="2000" b="1"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indent="-457200" algn="ctr">
                        <a:lnSpc>
                          <a:spcPct val="110000"/>
                        </a:lnSpc>
                        <a:spcAft>
                          <a:spcPts val="0"/>
                        </a:spcAft>
                      </a:pPr>
                      <a:r>
                        <a:rPr lang="zh-CN" altLang="en-US" sz="2000" b="1" dirty="0">
                          <a:effectLst/>
                          <a:latin typeface="Arial" panose="020B0604020202020204" pitchFamily="34" charset="0"/>
                          <a:ea typeface="Times New Roman" panose="02020603050405020304" pitchFamily="18" charset="0"/>
                          <a:cs typeface="Arial" panose="020B0604020202020204" pitchFamily="34" charset="0"/>
                        </a:rPr>
                        <a:t>预测工资</a:t>
                      </a:r>
                      <a:endParaRPr lang="en-CA" sz="2000" b="1"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1470025" indent="-1470025" algn="ctr">
                        <a:lnSpc>
                          <a:spcPct val="110000"/>
                        </a:lnSpc>
                        <a:spcAft>
                          <a:spcPts val="0"/>
                        </a:spcAft>
                      </a:pPr>
                      <a:r>
                        <a:rPr lang="zh-CN" altLang="en-US" sz="2000" b="1" dirty="0">
                          <a:effectLst/>
                          <a:latin typeface="Arial" panose="020B0604020202020204" pitchFamily="34" charset="0"/>
                          <a:ea typeface="Times New Roman" panose="02020603050405020304" pitchFamily="18" charset="0"/>
                          <a:cs typeface="Arial" panose="020B0604020202020204" pitchFamily="34" charset="0"/>
                        </a:rPr>
                        <a:t>误差</a:t>
                      </a:r>
                      <a:endParaRPr lang="en-CA" sz="2000" b="1"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extLst>
                  <a:ext uri="{0D108BD9-81ED-4DB2-BD59-A6C34878D82A}">
                    <a16:rowId xmlns:a16="http://schemas.microsoft.com/office/drawing/2014/main" val="2458127793"/>
                  </a:ext>
                </a:extLst>
              </a:tr>
              <a:tr h="283347">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26</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110,000</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tabLst>
                          <a:tab pos="706120" algn="l"/>
                        </a:tabLst>
                      </a:pPr>
                      <a:r>
                        <a:rPr lang="en-CA" sz="2000">
                          <a:effectLst/>
                          <a:latin typeface="Arial" panose="020B0604020202020204" pitchFamily="34" charset="0"/>
                          <a:cs typeface="Arial" panose="020B0604020202020204" pitchFamily="34" charset="0"/>
                        </a:rPr>
                        <a:t>113,172</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1470025" indent="-1470025" algn="ctr">
                        <a:lnSpc>
                          <a:spcPct val="110000"/>
                        </a:lnSpc>
                        <a:spcAft>
                          <a:spcPts val="0"/>
                        </a:spcAft>
                      </a:pPr>
                      <a:r>
                        <a:rPr lang="en-CA" sz="2000" dirty="0">
                          <a:effectLst/>
                          <a:latin typeface="Arial" panose="020B0604020202020204" pitchFamily="34" charset="0"/>
                          <a:cs typeface="Arial" panose="020B0604020202020204" pitchFamily="34" charset="0"/>
                        </a:rPr>
                        <a:t>  −3,172</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extLst>
                  <a:ext uri="{0D108BD9-81ED-4DB2-BD59-A6C34878D82A}">
                    <a16:rowId xmlns:a16="http://schemas.microsoft.com/office/drawing/2014/main" val="163752544"/>
                  </a:ext>
                </a:extLst>
              </a:tr>
              <a:tr h="301412">
                <a:tc>
                  <a:txBody>
                    <a:bodyPr/>
                    <a:lstStyle/>
                    <a:p>
                      <a:pPr marL="457200" algn="l">
                        <a:lnSpc>
                          <a:spcPct val="110000"/>
                        </a:lnSpc>
                        <a:spcAft>
                          <a:spcPts val="0"/>
                        </a:spcAft>
                        <a:tabLst>
                          <a:tab pos="383540" algn="l"/>
                          <a:tab pos="473710" algn="l"/>
                          <a:tab pos="504825" algn="l"/>
                        </a:tabLst>
                      </a:pPr>
                      <a:r>
                        <a:rPr lang="en-CA" sz="2000">
                          <a:effectLst/>
                          <a:latin typeface="Arial" panose="020B0604020202020204" pitchFamily="34" charset="0"/>
                          <a:cs typeface="Arial" panose="020B0604020202020204" pitchFamily="34" charset="0"/>
                        </a:rPr>
                        <a:t>52</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278,000</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a:effectLst/>
                          <a:latin typeface="Arial" panose="020B0604020202020204" pitchFamily="34" charset="0"/>
                          <a:cs typeface="Arial" panose="020B0604020202020204" pitchFamily="34" charset="0"/>
                        </a:rPr>
                        <a:t>279,589</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indent="-457200" algn="ctr">
                        <a:lnSpc>
                          <a:spcPct val="110000"/>
                        </a:lnSpc>
                        <a:spcAft>
                          <a:spcPts val="0"/>
                        </a:spcAft>
                      </a:pPr>
                      <a:r>
                        <a:rPr lang="en-CA" sz="2000" dirty="0">
                          <a:effectLst/>
                          <a:latin typeface="Arial" panose="020B0604020202020204" pitchFamily="34" charset="0"/>
                          <a:cs typeface="Arial" panose="020B0604020202020204" pitchFamily="34" charset="0"/>
                        </a:rPr>
                        <a:t>  −1,589</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extLst>
                  <a:ext uri="{0D108BD9-81ED-4DB2-BD59-A6C34878D82A}">
                    <a16:rowId xmlns:a16="http://schemas.microsoft.com/office/drawing/2014/main" val="325524615"/>
                  </a:ext>
                </a:extLst>
              </a:tr>
              <a:tr h="283347">
                <a:tc>
                  <a:txBody>
                    <a:bodyPr/>
                    <a:lstStyle/>
                    <a:p>
                      <a:pPr marL="457200" algn="l">
                        <a:lnSpc>
                          <a:spcPct val="110000"/>
                        </a:lnSpc>
                        <a:spcAft>
                          <a:spcPts val="0"/>
                        </a:spcAft>
                        <a:tabLst>
                          <a:tab pos="383540" algn="l"/>
                          <a:tab pos="473710" algn="l"/>
                          <a:tab pos="504825" algn="l"/>
                        </a:tabLst>
                      </a:pPr>
                      <a:r>
                        <a:rPr lang="en-CA" sz="2000">
                          <a:effectLst/>
                          <a:latin typeface="Arial" panose="020B0604020202020204" pitchFamily="34" charset="0"/>
                          <a:cs typeface="Arial" panose="020B0604020202020204" pitchFamily="34" charset="0"/>
                        </a:rPr>
                        <a:t>38</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314,000</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284163" indent="173038" algn="l">
                        <a:lnSpc>
                          <a:spcPct val="110000"/>
                        </a:lnSpc>
                        <a:spcAft>
                          <a:spcPts val="0"/>
                        </a:spcAft>
                        <a:tabLst>
                          <a:tab pos="284163" algn="l"/>
                        </a:tabLst>
                      </a:pPr>
                      <a:r>
                        <a:rPr lang="en-US" sz="2000" dirty="0">
                          <a:effectLst/>
                          <a:latin typeface="Arial" panose="020B0604020202020204" pitchFamily="34" charset="0"/>
                          <a:ea typeface="Times New Roman" panose="02020603050405020304" pitchFamily="18" charset="0"/>
                          <a:cs typeface="Arial" panose="020B0604020202020204" pitchFamily="34" charset="0"/>
                        </a:rPr>
                        <a:t>232,852</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1470025" indent="-1470025" algn="ctr">
                        <a:lnSpc>
                          <a:spcPct val="110000"/>
                        </a:lnSpc>
                        <a:spcAft>
                          <a:spcPts val="0"/>
                        </a:spcAft>
                      </a:pPr>
                      <a:r>
                        <a:rPr lang="en-CA" sz="2000" dirty="0">
                          <a:effectLst/>
                          <a:latin typeface="Arial" panose="020B0604020202020204" pitchFamily="34" charset="0"/>
                          <a:cs typeface="Arial" panose="020B0604020202020204" pitchFamily="34" charset="0"/>
                        </a:rPr>
                        <a:t>+83,148</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extLst>
                  <a:ext uri="{0D108BD9-81ED-4DB2-BD59-A6C34878D82A}">
                    <a16:rowId xmlns:a16="http://schemas.microsoft.com/office/drawing/2014/main" val="664361767"/>
                  </a:ext>
                </a:extLst>
              </a:tr>
              <a:tr h="283347">
                <a:tc>
                  <a:txBody>
                    <a:bodyPr/>
                    <a:lstStyle/>
                    <a:p>
                      <a:pPr marL="457200" algn="l">
                        <a:lnSpc>
                          <a:spcPct val="110000"/>
                        </a:lnSpc>
                        <a:spcAft>
                          <a:spcPts val="0"/>
                        </a:spcAft>
                        <a:tabLst>
                          <a:tab pos="383540" algn="l"/>
                          <a:tab pos="473710" algn="l"/>
                          <a:tab pos="504825" algn="l"/>
                        </a:tabLst>
                      </a:pPr>
                      <a:r>
                        <a:rPr lang="en-CA" sz="2000" dirty="0">
                          <a:effectLst/>
                          <a:latin typeface="Arial" panose="020B0604020202020204" pitchFamily="34" charset="0"/>
                          <a:cs typeface="Arial" panose="020B0604020202020204" pitchFamily="34" charset="0"/>
                        </a:rPr>
                        <a:t>60</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302,000</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264,620</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indent="-457200" algn="ctr">
                        <a:lnSpc>
                          <a:spcPct val="110000"/>
                        </a:lnSpc>
                        <a:spcAft>
                          <a:spcPts val="0"/>
                        </a:spcAft>
                      </a:pPr>
                      <a:r>
                        <a:rPr lang="en-CA" sz="2000" dirty="0">
                          <a:effectLst/>
                          <a:latin typeface="Arial" panose="020B0604020202020204" pitchFamily="34" charset="0"/>
                          <a:cs typeface="Arial" panose="020B0604020202020204" pitchFamily="34" charset="0"/>
                        </a:rPr>
                        <a:t>+37,380</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extLst>
                  <a:ext uri="{0D108BD9-81ED-4DB2-BD59-A6C34878D82A}">
                    <a16:rowId xmlns:a16="http://schemas.microsoft.com/office/drawing/2014/main" val="3839909258"/>
                  </a:ext>
                </a:extLst>
              </a:tr>
              <a:tr h="283347">
                <a:tc>
                  <a:txBody>
                    <a:bodyPr/>
                    <a:lstStyle/>
                    <a:p>
                      <a:pPr marL="457200" algn="l">
                        <a:lnSpc>
                          <a:spcPct val="110000"/>
                        </a:lnSpc>
                        <a:spcAft>
                          <a:spcPts val="0"/>
                        </a:spcAft>
                        <a:tabLst>
                          <a:tab pos="383540" algn="l"/>
                          <a:tab pos="473710" algn="l"/>
                          <a:tab pos="504825" algn="l"/>
                        </a:tabLst>
                      </a:pPr>
                      <a:r>
                        <a:rPr lang="en-CA" sz="2000">
                          <a:effectLst/>
                          <a:latin typeface="Arial" panose="020B0604020202020204" pitchFamily="34" charset="0"/>
                          <a:cs typeface="Arial" panose="020B0604020202020204" pitchFamily="34" charset="0"/>
                        </a:rPr>
                        <a:t>64</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261,000</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245,457</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indent="-457200" algn="ctr">
                        <a:lnSpc>
                          <a:spcPct val="110000"/>
                        </a:lnSpc>
                        <a:spcAft>
                          <a:spcPts val="0"/>
                        </a:spcAft>
                      </a:pPr>
                      <a:r>
                        <a:rPr lang="en-CA" sz="2000" dirty="0">
                          <a:effectLst/>
                          <a:latin typeface="Arial" panose="020B0604020202020204" pitchFamily="34" charset="0"/>
                          <a:cs typeface="Arial" panose="020B0604020202020204" pitchFamily="34" charset="0"/>
                        </a:rPr>
                        <a:t>+15,543</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extLst>
                  <a:ext uri="{0D108BD9-81ED-4DB2-BD59-A6C34878D82A}">
                    <a16:rowId xmlns:a16="http://schemas.microsoft.com/office/drawing/2014/main" val="3637338467"/>
                  </a:ext>
                </a:extLst>
              </a:tr>
              <a:tr h="283347">
                <a:tc>
                  <a:txBody>
                    <a:bodyPr/>
                    <a:lstStyle/>
                    <a:p>
                      <a:pPr marL="457200" algn="l">
                        <a:lnSpc>
                          <a:spcPct val="110000"/>
                        </a:lnSpc>
                        <a:spcAft>
                          <a:spcPts val="0"/>
                        </a:spcAft>
                        <a:tabLst>
                          <a:tab pos="383540" algn="l"/>
                          <a:tab pos="473710" algn="l"/>
                          <a:tab pos="504825" algn="l"/>
                        </a:tabLst>
                      </a:pPr>
                      <a:r>
                        <a:rPr lang="en-CA" sz="2000">
                          <a:effectLst/>
                          <a:latin typeface="Arial" panose="020B0604020202020204" pitchFamily="34" charset="0"/>
                          <a:cs typeface="Arial" panose="020B0604020202020204" pitchFamily="34" charset="0"/>
                        </a:rPr>
                        <a:t>41</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227,000</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249325</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indent="-457200" algn="ctr">
                        <a:lnSpc>
                          <a:spcPct val="110000"/>
                        </a:lnSpc>
                        <a:spcAft>
                          <a:spcPts val="0"/>
                        </a:spcAft>
                      </a:pPr>
                      <a:r>
                        <a:rPr lang="en-CA" sz="2000" dirty="0">
                          <a:effectLst/>
                          <a:latin typeface="Arial" panose="020B0604020202020204" pitchFamily="34" charset="0"/>
                          <a:cs typeface="Arial" panose="020B0604020202020204" pitchFamily="34" charset="0"/>
                        </a:rPr>
                        <a:t>−22,325</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extLst>
                  <a:ext uri="{0D108BD9-81ED-4DB2-BD59-A6C34878D82A}">
                    <a16:rowId xmlns:a16="http://schemas.microsoft.com/office/drawing/2014/main" val="1592802988"/>
                  </a:ext>
                </a:extLst>
              </a:tr>
              <a:tr h="283347">
                <a:tc>
                  <a:txBody>
                    <a:bodyPr/>
                    <a:lstStyle/>
                    <a:p>
                      <a:pPr marL="457200" algn="l">
                        <a:lnSpc>
                          <a:spcPct val="110000"/>
                        </a:lnSpc>
                        <a:spcAft>
                          <a:spcPts val="0"/>
                        </a:spcAft>
                        <a:tabLst>
                          <a:tab pos="383540" algn="l"/>
                          <a:tab pos="473710" algn="l"/>
                          <a:tab pos="504825" algn="l"/>
                        </a:tabLst>
                      </a:pPr>
                      <a:r>
                        <a:rPr lang="en-CA" sz="2000">
                          <a:effectLst/>
                          <a:latin typeface="Arial" panose="020B0604020202020204" pitchFamily="34" charset="0"/>
                          <a:cs typeface="Arial" panose="020B0604020202020204" pitchFamily="34" charset="0"/>
                        </a:rPr>
                        <a:t>34</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200,000</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199,411</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indent="-457200" algn="ctr">
                        <a:lnSpc>
                          <a:spcPct val="110000"/>
                        </a:lnSpc>
                        <a:spcAft>
                          <a:spcPts val="0"/>
                        </a:spcAft>
                      </a:pPr>
                      <a:r>
                        <a:rPr lang="en-CA" sz="2000" dirty="0">
                          <a:effectLst/>
                          <a:latin typeface="Arial" panose="020B0604020202020204" pitchFamily="34" charset="0"/>
                          <a:cs typeface="Arial" panose="020B0604020202020204" pitchFamily="34" charset="0"/>
                        </a:rPr>
                        <a:t>    +589</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extLst>
                  <a:ext uri="{0D108BD9-81ED-4DB2-BD59-A6C34878D82A}">
                    <a16:rowId xmlns:a16="http://schemas.microsoft.com/office/drawing/2014/main" val="594977644"/>
                  </a:ext>
                </a:extLst>
              </a:tr>
              <a:tr h="283347">
                <a:tc>
                  <a:txBody>
                    <a:bodyPr/>
                    <a:lstStyle/>
                    <a:p>
                      <a:pPr marL="457200" algn="l">
                        <a:lnSpc>
                          <a:spcPct val="110000"/>
                        </a:lnSpc>
                        <a:spcAft>
                          <a:spcPts val="0"/>
                        </a:spcAft>
                        <a:tabLst>
                          <a:tab pos="383540" algn="l"/>
                          <a:tab pos="473710" algn="l"/>
                          <a:tab pos="504825" algn="l"/>
                        </a:tabLst>
                      </a:pPr>
                      <a:r>
                        <a:rPr lang="en-CA" sz="2000">
                          <a:effectLst/>
                          <a:latin typeface="Arial" panose="020B0604020202020204" pitchFamily="34" charset="0"/>
                          <a:cs typeface="Arial" panose="020B0604020202020204" pitchFamily="34" charset="0"/>
                        </a:rPr>
                        <a:t>46</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a:effectLst/>
                          <a:latin typeface="Arial" panose="020B0604020202020204" pitchFamily="34" charset="0"/>
                          <a:cs typeface="Arial" panose="020B0604020202020204" pitchFamily="34" charset="0"/>
                        </a:rPr>
                        <a:t>233,000</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270,380</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indent="-457200" algn="ctr">
                        <a:lnSpc>
                          <a:spcPct val="110000"/>
                        </a:lnSpc>
                        <a:spcAft>
                          <a:spcPts val="0"/>
                        </a:spcAft>
                      </a:pPr>
                      <a:r>
                        <a:rPr lang="en-CA" sz="2000" dirty="0">
                          <a:effectLst/>
                          <a:latin typeface="Arial" panose="020B0604020202020204" pitchFamily="34" charset="0"/>
                          <a:cs typeface="Arial" panose="020B0604020202020204" pitchFamily="34" charset="0"/>
                        </a:rPr>
                        <a:t>−37,380</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extLst>
                  <a:ext uri="{0D108BD9-81ED-4DB2-BD59-A6C34878D82A}">
                    <a16:rowId xmlns:a16="http://schemas.microsoft.com/office/drawing/2014/main" val="3299981499"/>
                  </a:ext>
                </a:extLst>
              </a:tr>
              <a:tr h="328155">
                <a:tc>
                  <a:txBody>
                    <a:bodyPr/>
                    <a:lstStyle/>
                    <a:p>
                      <a:pPr marL="457200" algn="l">
                        <a:lnSpc>
                          <a:spcPct val="110000"/>
                        </a:lnSpc>
                        <a:spcAft>
                          <a:spcPts val="0"/>
                        </a:spcAft>
                        <a:tabLst>
                          <a:tab pos="383540" algn="l"/>
                          <a:tab pos="473710" algn="l"/>
                          <a:tab pos="504825" algn="l"/>
                        </a:tabLst>
                      </a:pPr>
                      <a:r>
                        <a:rPr lang="en-CA" sz="2000">
                          <a:effectLst/>
                          <a:latin typeface="Arial" panose="020B0604020202020204" pitchFamily="34" charset="0"/>
                          <a:cs typeface="Arial" panose="020B0604020202020204" pitchFamily="34" charset="0"/>
                        </a:rPr>
                        <a:t>57</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a:effectLst/>
                          <a:latin typeface="Arial" panose="020B0604020202020204" pitchFamily="34" charset="0"/>
                          <a:cs typeface="Arial" panose="020B0604020202020204" pitchFamily="34" charset="0"/>
                        </a:rPr>
                        <a:t>311,000</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dirty="0">
                          <a:effectLst/>
                          <a:latin typeface="Arial" panose="020B0604020202020204" pitchFamily="34" charset="0"/>
                          <a:cs typeface="Arial" panose="020B0604020202020204" pitchFamily="34" charset="0"/>
                        </a:rPr>
                        <a:t>273,883</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indent="-457200" algn="ctr">
                        <a:lnSpc>
                          <a:spcPct val="110000"/>
                        </a:lnSpc>
                        <a:spcAft>
                          <a:spcPts val="0"/>
                        </a:spcAft>
                      </a:pPr>
                      <a:r>
                        <a:rPr lang="en-CA" sz="2000" dirty="0">
                          <a:effectLst/>
                          <a:latin typeface="Arial" panose="020B0604020202020204" pitchFamily="34" charset="0"/>
                          <a:cs typeface="Arial" panose="020B0604020202020204" pitchFamily="34" charset="0"/>
                        </a:rPr>
                        <a:t>−37,117</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extLst>
                  <a:ext uri="{0D108BD9-81ED-4DB2-BD59-A6C34878D82A}">
                    <a16:rowId xmlns:a16="http://schemas.microsoft.com/office/drawing/2014/main" val="2715555744"/>
                  </a:ext>
                </a:extLst>
              </a:tr>
              <a:tr h="300951">
                <a:tc>
                  <a:txBody>
                    <a:bodyPr/>
                    <a:lstStyle/>
                    <a:p>
                      <a:pPr marL="457200" algn="l">
                        <a:lnSpc>
                          <a:spcPct val="110000"/>
                        </a:lnSpc>
                        <a:spcAft>
                          <a:spcPts val="0"/>
                        </a:spcAft>
                        <a:tabLst>
                          <a:tab pos="383540" algn="l"/>
                          <a:tab pos="473710" algn="l"/>
                          <a:tab pos="504825" algn="l"/>
                        </a:tabLst>
                      </a:pPr>
                      <a:r>
                        <a:rPr lang="en-CA" sz="2000">
                          <a:effectLst/>
                          <a:latin typeface="Arial" panose="020B0604020202020204" pitchFamily="34" charset="0"/>
                          <a:cs typeface="Arial" panose="020B0604020202020204" pitchFamily="34" charset="0"/>
                        </a:rPr>
                        <a:t>55</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a:effectLst/>
                          <a:latin typeface="Arial" panose="020B0604020202020204" pitchFamily="34" charset="0"/>
                          <a:cs typeface="Arial" panose="020B0604020202020204" pitchFamily="34" charset="0"/>
                        </a:rPr>
                        <a:t>298,000</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algn="l">
                        <a:lnSpc>
                          <a:spcPct val="110000"/>
                        </a:lnSpc>
                        <a:spcAft>
                          <a:spcPts val="0"/>
                        </a:spcAft>
                      </a:pPr>
                      <a:r>
                        <a:rPr lang="en-CA" sz="2000">
                          <a:effectLst/>
                          <a:latin typeface="Arial" panose="020B0604020202020204" pitchFamily="34" charset="0"/>
                          <a:cs typeface="Arial" panose="020B0604020202020204" pitchFamily="34" charset="0"/>
                        </a:rPr>
                        <a:t>277,625</a:t>
                      </a:r>
                      <a:endParaRPr lang="en-CA" sz="200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tc>
                  <a:txBody>
                    <a:bodyPr/>
                    <a:lstStyle/>
                    <a:p>
                      <a:pPr marL="457200" indent="-457200" algn="ctr">
                        <a:lnSpc>
                          <a:spcPct val="110000"/>
                        </a:lnSpc>
                        <a:spcAft>
                          <a:spcPts val="0"/>
                        </a:spcAft>
                      </a:pPr>
                      <a:r>
                        <a:rPr lang="en-CA" sz="2000" dirty="0">
                          <a:effectLst/>
                          <a:latin typeface="Arial" panose="020B0604020202020204" pitchFamily="34" charset="0"/>
                          <a:cs typeface="Arial" panose="020B0604020202020204" pitchFamily="34" charset="0"/>
                        </a:rPr>
                        <a:t>+20,375</a:t>
                      </a:r>
                      <a:endParaRPr lang="en-CA" sz="2000" dirty="0">
                        <a:effectLst/>
                        <a:latin typeface="Arial" panose="020B0604020202020204" pitchFamily="34" charset="0"/>
                        <a:ea typeface="Times New Roman" panose="02020603050405020304" pitchFamily="18" charset="0"/>
                        <a:cs typeface="Arial" panose="020B0604020202020204" pitchFamily="34" charset="0"/>
                      </a:endParaRPr>
                    </a:p>
                  </a:txBody>
                  <a:tcPr marL="47152" marR="47152" marT="0" marB="0"/>
                </a:tc>
                <a:extLst>
                  <a:ext uri="{0D108BD9-81ED-4DB2-BD59-A6C34878D82A}">
                    <a16:rowId xmlns:a16="http://schemas.microsoft.com/office/drawing/2014/main" val="3952830428"/>
                  </a:ext>
                </a:extLst>
              </a:tr>
            </a:tbl>
          </a:graphicData>
        </a:graphic>
      </p:graphicFrame>
      <p:sp>
        <p:nvSpPr>
          <p:cNvPr id="5" name="Slide Number Placeholder 4"/>
          <p:cNvSpPr>
            <a:spLocks noGrp="1"/>
          </p:cNvSpPr>
          <p:nvPr>
            <p:ph type="sldNum" sz="quarter" idx="12"/>
          </p:nvPr>
        </p:nvSpPr>
        <p:spPr/>
        <p:txBody>
          <a:bodyPr/>
          <a:lstStyle/>
          <a:p>
            <a:fld id="{B2435DD8-BC4F-4C8E-9390-DF43692AEB8E}" type="slidenum">
              <a:rPr lang="en-CA" smtClean="0"/>
              <a:t>23</a:t>
            </a:fld>
            <a:endParaRPr lang="en-CA"/>
          </a:p>
        </p:txBody>
      </p:sp>
      <p:sp>
        <p:nvSpPr>
          <p:cNvPr id="8" name="TextBox 7"/>
          <p:cNvSpPr txBox="1"/>
          <p:nvPr/>
        </p:nvSpPr>
        <p:spPr>
          <a:xfrm>
            <a:off x="3076469" y="5949525"/>
            <a:ext cx="3135078"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SD of error is 34,273</a:t>
            </a:r>
            <a:endParaRPr lang="en-CA"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37529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F5A83-F292-46E5-A7CF-7C4B29AC4D4D}"/>
              </a:ext>
            </a:extLst>
          </p:cNvPr>
          <p:cNvSpPr>
            <a:spLocks noGrp="1"/>
          </p:cNvSpPr>
          <p:nvPr>
            <p:ph type="title"/>
          </p:nvPr>
        </p:nvSpPr>
        <p:spPr/>
        <p:txBody>
          <a:bodyPr/>
          <a:lstStyle/>
          <a:p>
            <a:r>
              <a:rPr lang="zh-CN" altLang="en-US" i="0" dirty="0"/>
              <a:t>偏差</a:t>
            </a:r>
            <a:r>
              <a:rPr lang="en-US" altLang="zh-CN" i="0" dirty="0"/>
              <a:t>-</a:t>
            </a:r>
            <a:r>
              <a:rPr lang="zh-CN" altLang="en-US" i="0" dirty="0"/>
              <a:t>方差权衡</a:t>
            </a:r>
            <a:endParaRPr lang="en-CA" dirty="0"/>
          </a:p>
        </p:txBody>
      </p:sp>
      <p:sp>
        <p:nvSpPr>
          <p:cNvPr id="3" name="Content Placeholder 2">
            <a:extLst>
              <a:ext uri="{FF2B5EF4-FFF2-40B4-BE49-F238E27FC236}">
                <a16:creationId xmlns:a16="http://schemas.microsoft.com/office/drawing/2014/main" id="{649F5E6F-725B-454F-90E4-BDF84C2B42FB}"/>
              </a:ext>
            </a:extLst>
          </p:cNvPr>
          <p:cNvSpPr>
            <a:spLocks noGrp="1"/>
          </p:cNvSpPr>
          <p:nvPr>
            <p:ph idx="1"/>
          </p:nvPr>
        </p:nvSpPr>
        <p:spPr>
          <a:xfrm>
            <a:off x="467544" y="1988840"/>
            <a:ext cx="7772400" cy="3528392"/>
          </a:xfrm>
        </p:spPr>
        <p:txBody>
          <a:bodyPr/>
          <a:lstStyle/>
          <a:p>
            <a:endParaRPr lang="en-US" altLang="zh-CN" sz="2800" b="1" dirty="0"/>
          </a:p>
          <a:p>
            <a:r>
              <a:rPr lang="zh-CN" altLang="en-US" sz="2800" b="1" dirty="0"/>
              <a:t>偏差指的是由欠拟合引起的误差</a:t>
            </a:r>
            <a:endParaRPr lang="en-US" altLang="zh-CN" sz="2800" b="1" dirty="0"/>
          </a:p>
          <a:p>
            <a:endParaRPr lang="en-US" altLang="zh-CN" sz="2800" b="1" dirty="0"/>
          </a:p>
          <a:p>
            <a:r>
              <a:rPr lang="zh-CN" altLang="en-US" sz="2800" b="1" dirty="0"/>
              <a:t>方差指的是由过拟合引起的误差</a:t>
            </a:r>
            <a:endParaRPr lang="en-CA" sz="2800" dirty="0"/>
          </a:p>
        </p:txBody>
      </p:sp>
      <p:sp>
        <p:nvSpPr>
          <p:cNvPr id="5" name="Slide Number Placeholder 4">
            <a:extLst>
              <a:ext uri="{FF2B5EF4-FFF2-40B4-BE49-F238E27FC236}">
                <a16:creationId xmlns:a16="http://schemas.microsoft.com/office/drawing/2014/main" id="{A04FCFE1-3C94-496F-82A2-D917DF0D35CC}"/>
              </a:ext>
            </a:extLst>
          </p:cNvPr>
          <p:cNvSpPr>
            <a:spLocks noGrp="1"/>
          </p:cNvSpPr>
          <p:nvPr>
            <p:ph type="sldNum" sz="quarter" idx="12"/>
          </p:nvPr>
        </p:nvSpPr>
        <p:spPr/>
        <p:txBody>
          <a:bodyPr/>
          <a:lstStyle/>
          <a:p>
            <a:fld id="{B2435DD8-BC4F-4C8E-9390-DF43692AEB8E}" type="slidenum">
              <a:rPr lang="en-CA" smtClean="0"/>
              <a:t>24</a:t>
            </a:fld>
            <a:endParaRPr lang="en-CA"/>
          </a:p>
        </p:txBody>
      </p:sp>
    </p:spTree>
    <p:extLst>
      <p:ext uri="{BB962C8B-B14F-4D97-AF65-F5344CB8AC3E}">
        <p14:creationId xmlns:p14="http://schemas.microsoft.com/office/powerpoint/2010/main" val="2939891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训练集和验证集的典型误差模式</a:t>
            </a:r>
            <a:endParaRPr lang="en-CA" dirty="0"/>
          </a:p>
        </p:txBody>
      </p:sp>
      <p:sp>
        <p:nvSpPr>
          <p:cNvPr id="3" name="Content Placeholder 2"/>
          <p:cNvSpPr>
            <a:spLocks noGrp="1"/>
          </p:cNvSpPr>
          <p:nvPr>
            <p:ph idx="1"/>
          </p:nvPr>
        </p:nvSpPr>
        <p:spPr/>
        <p:txBody>
          <a:bodyPr/>
          <a:lstStyle/>
          <a:p>
            <a:pPr marL="0" indent="0">
              <a:buNone/>
            </a:pPr>
            <a:r>
              <a:rPr lang="en-US" dirty="0"/>
              <a:t> </a:t>
            </a:r>
            <a:endParaRPr lang="en-CA" dirty="0"/>
          </a:p>
        </p:txBody>
      </p:sp>
      <p:sp>
        <p:nvSpPr>
          <p:cNvPr id="4" name="Footer Placeholder 3"/>
          <p:cNvSpPr>
            <a:spLocks noGrp="1"/>
          </p:cNvSpPr>
          <p:nvPr>
            <p:ph type="ftr" sz="quarter" idx="11"/>
          </p:nvPr>
        </p:nvSpPr>
        <p:spPr/>
        <p:txBody>
          <a:bodyPr/>
          <a:lstStyle/>
          <a:p>
            <a:r>
              <a:rPr lang="en-US" dirty="0"/>
              <a:t>Machine Learning in Business, 4</a:t>
            </a:r>
            <a:r>
              <a:rPr lang="en-US" baseline="30000" dirty="0"/>
              <a:t>th</a:t>
            </a:r>
            <a:r>
              <a:rPr lang="en-US" dirty="0"/>
              <a:t> Ed. Copyright  © John C. Hull et al. 2025</a:t>
            </a:r>
            <a:endParaRPr lang="en-CA" dirty="0"/>
          </a:p>
        </p:txBody>
      </p:sp>
      <p:sp>
        <p:nvSpPr>
          <p:cNvPr id="5" name="Slide Number Placeholder 4"/>
          <p:cNvSpPr>
            <a:spLocks noGrp="1"/>
          </p:cNvSpPr>
          <p:nvPr>
            <p:ph type="sldNum" sz="quarter" idx="12"/>
          </p:nvPr>
        </p:nvSpPr>
        <p:spPr/>
        <p:txBody>
          <a:bodyPr/>
          <a:lstStyle/>
          <a:p>
            <a:fld id="{B2435DD8-BC4F-4C8E-9390-DF43692AEB8E}" type="slidenum">
              <a:rPr lang="en-CA" smtClean="0"/>
              <a:t>25</a:t>
            </a:fld>
            <a:endParaRPr lang="en-CA"/>
          </a:p>
        </p:txBody>
      </p:sp>
      <p:pic>
        <p:nvPicPr>
          <p:cNvPr id="6" name="Picture 5"/>
          <p:cNvPicPr>
            <a:picLocks noChangeAspect="1"/>
          </p:cNvPicPr>
          <p:nvPr/>
        </p:nvPicPr>
        <p:blipFill>
          <a:blip r:embed="rId2"/>
          <a:stretch>
            <a:fillRect/>
          </a:stretch>
        </p:blipFill>
        <p:spPr>
          <a:xfrm>
            <a:off x="774629" y="2452140"/>
            <a:ext cx="7368340" cy="3353348"/>
          </a:xfrm>
          <a:prstGeom prst="rect">
            <a:avLst/>
          </a:prstGeom>
        </p:spPr>
      </p:pic>
    </p:spTree>
    <p:extLst>
      <p:ext uri="{BB962C8B-B14F-4D97-AF65-F5344CB8AC3E}">
        <p14:creationId xmlns:p14="http://schemas.microsoft.com/office/powerpoint/2010/main" val="8668113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69925"/>
            <a:ext cx="7772400" cy="1143000"/>
          </a:xfrm>
        </p:spPr>
        <p:txBody>
          <a:bodyPr/>
          <a:lstStyle/>
          <a:p>
            <a:r>
              <a:rPr lang="zh-CN" altLang="en-US" i="0" dirty="0"/>
              <a:t>数据清洗</a:t>
            </a:r>
            <a:endParaRPr lang="en-CA" i="0" dirty="0"/>
          </a:p>
        </p:txBody>
      </p:sp>
      <p:sp>
        <p:nvSpPr>
          <p:cNvPr id="3" name="Content Placeholder 2"/>
          <p:cNvSpPr>
            <a:spLocks noGrp="1"/>
          </p:cNvSpPr>
          <p:nvPr>
            <p:ph idx="1"/>
          </p:nvPr>
        </p:nvSpPr>
        <p:spPr>
          <a:xfrm>
            <a:off x="467544" y="1628800"/>
            <a:ext cx="7772400" cy="4114800"/>
          </a:xfrm>
        </p:spPr>
        <p:txBody>
          <a:bodyPr/>
          <a:lstStyle/>
          <a:p>
            <a:r>
              <a:rPr lang="zh-CN" altLang="en-US" sz="2800" b="1" dirty="0"/>
              <a:t>处理不一致的记录</a:t>
            </a:r>
            <a:endParaRPr lang="zh-CN" altLang="en-US" sz="2800" dirty="0"/>
          </a:p>
          <a:p>
            <a:endParaRPr lang="en-US" altLang="zh-CN" sz="2800" b="1" dirty="0"/>
          </a:p>
          <a:p>
            <a:r>
              <a:rPr lang="zh-CN" altLang="en-US" sz="2800" b="1" dirty="0"/>
              <a:t>移除不需要的观测值</a:t>
            </a:r>
            <a:endParaRPr lang="zh-CN" altLang="en-US" sz="2800" dirty="0"/>
          </a:p>
          <a:p>
            <a:endParaRPr lang="en-US" altLang="zh-CN" sz="2800" b="1" dirty="0"/>
          </a:p>
          <a:p>
            <a:r>
              <a:rPr lang="zh-CN" altLang="en-US" sz="2800" b="1" dirty="0"/>
              <a:t>删除重复项</a:t>
            </a:r>
            <a:endParaRPr lang="zh-CN" altLang="en-US" sz="2800" dirty="0"/>
          </a:p>
          <a:p>
            <a:endParaRPr lang="en-US" altLang="zh-CN" sz="2800" b="1" dirty="0"/>
          </a:p>
          <a:p>
            <a:r>
              <a:rPr lang="zh-CN" altLang="en-US" sz="2800" b="1" dirty="0"/>
              <a:t>调查异常值</a:t>
            </a:r>
            <a:endParaRPr lang="zh-CN" altLang="en-US" sz="2800" dirty="0"/>
          </a:p>
          <a:p>
            <a:endParaRPr lang="en-US" altLang="zh-CN" sz="2800" b="1" dirty="0"/>
          </a:p>
          <a:p>
            <a:r>
              <a:rPr lang="zh-CN" altLang="en-US" sz="2800" b="1" dirty="0"/>
              <a:t>处理缺失项</a:t>
            </a:r>
            <a:endParaRPr lang="zh-CN" altLang="en-US" sz="2800" dirty="0"/>
          </a:p>
          <a:p>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26</a:t>
            </a:fld>
            <a:endParaRPr lang="en-CA"/>
          </a:p>
        </p:txBody>
      </p:sp>
    </p:spTree>
    <p:extLst>
      <p:ext uri="{BB962C8B-B14F-4D97-AF65-F5344CB8AC3E}">
        <p14:creationId xmlns:p14="http://schemas.microsoft.com/office/powerpoint/2010/main" val="33012618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511309B-830A-D486-720C-3B19BDF985A1}"/>
              </a:ext>
            </a:extLst>
          </p:cNvPr>
          <p:cNvSpPr>
            <a:spLocks noGrp="1"/>
          </p:cNvSpPr>
          <p:nvPr>
            <p:ph type="sldNum" sz="quarter" idx="12"/>
          </p:nvPr>
        </p:nvSpPr>
        <p:spPr/>
        <p:txBody>
          <a:bodyPr/>
          <a:lstStyle/>
          <a:p>
            <a:fld id="{B2435DD8-BC4F-4C8E-9390-DF43692AEB8E}" type="slidenum">
              <a:rPr lang="en-CA" smtClean="0"/>
              <a:t>27</a:t>
            </a:fld>
            <a:endParaRPr lang="en-CA"/>
          </a:p>
        </p:txBody>
      </p:sp>
      <p:sp>
        <p:nvSpPr>
          <p:cNvPr id="7" name="文本框 6">
            <a:extLst>
              <a:ext uri="{FF2B5EF4-FFF2-40B4-BE49-F238E27FC236}">
                <a16:creationId xmlns:a16="http://schemas.microsoft.com/office/drawing/2014/main" id="{5E17874F-ABC8-3613-8D34-341EB05BD6EA}"/>
              </a:ext>
            </a:extLst>
          </p:cNvPr>
          <p:cNvSpPr txBox="1"/>
          <p:nvPr/>
        </p:nvSpPr>
        <p:spPr>
          <a:xfrm>
            <a:off x="179512" y="1124744"/>
            <a:ext cx="4572000" cy="584775"/>
          </a:xfrm>
          <a:prstGeom prst="rect">
            <a:avLst/>
          </a:prstGeom>
          <a:noFill/>
        </p:spPr>
        <p:txBody>
          <a:bodyPr wrap="square">
            <a:spAutoFit/>
          </a:bodyPr>
          <a:lstStyle/>
          <a:p>
            <a:r>
              <a:rPr lang="zh-CN" altLang="en-US" sz="3200" b="1" dirty="0">
                <a:latin typeface="黑体" panose="02010609060101010101" pitchFamily="49" charset="-122"/>
                <a:ea typeface="黑体" panose="02010609060101010101" pitchFamily="49" charset="-122"/>
              </a:rPr>
              <a:t>全概率公式</a:t>
            </a:r>
            <a:endParaRPr lang="zh-CN" altLang="en-US" sz="3200" dirty="0"/>
          </a:p>
        </p:txBody>
      </p:sp>
      <p:graphicFrame>
        <p:nvGraphicFramePr>
          <p:cNvPr id="8" name="对象 9225">
            <a:hlinkClick r:id="" action="ppaction://ole?verb=1"/>
            <a:extLst>
              <a:ext uri="{FF2B5EF4-FFF2-40B4-BE49-F238E27FC236}">
                <a16:creationId xmlns:a16="http://schemas.microsoft.com/office/drawing/2014/main" id="{AE4B5EC7-CDDF-1898-AA92-A7E3087339E8}"/>
              </a:ext>
            </a:extLst>
          </p:cNvPr>
          <p:cNvGraphicFramePr>
            <a:graphicFrameLocks noChangeAspect="1"/>
          </p:cNvGraphicFramePr>
          <p:nvPr>
            <p:extLst>
              <p:ext uri="{D42A27DB-BD31-4B8C-83A1-F6EECF244321}">
                <p14:modId xmlns:p14="http://schemas.microsoft.com/office/powerpoint/2010/main" val="674859611"/>
              </p:ext>
            </p:extLst>
          </p:nvPr>
        </p:nvGraphicFramePr>
        <p:xfrm>
          <a:off x="335255" y="1988840"/>
          <a:ext cx="8139112" cy="1255712"/>
        </p:xfrm>
        <a:graphic>
          <a:graphicData uri="http://schemas.openxmlformats.org/presentationml/2006/ole">
            <mc:AlternateContent xmlns:mc="http://schemas.openxmlformats.org/markup-compatibility/2006">
              <mc:Choice xmlns:v="urn:schemas-microsoft-com:vml" Requires="v">
                <p:oleObj name="Equation" r:id="rId3" imgW="4444920" imgH="685800" progId="Equation.DSMT4">
                  <p:embed/>
                </p:oleObj>
              </mc:Choice>
              <mc:Fallback>
                <p:oleObj name="Equation" r:id="rId3" imgW="4444920" imgH="685800" progId="Equation.DSMT4">
                  <p:embed/>
                  <p:pic>
                    <p:nvPicPr>
                      <p:cNvPr id="7171" name="对象 9225">
                        <a:hlinkClick r:id="" action="ppaction://ole?verb=1"/>
                        <a:extLst>
                          <a:ext uri="{FF2B5EF4-FFF2-40B4-BE49-F238E27FC236}">
                            <a16:creationId xmlns:a16="http://schemas.microsoft.com/office/drawing/2014/main" id="{B2259D4E-0A7C-4399-BC26-93564026006D}"/>
                          </a:ext>
                        </a:extLst>
                      </p:cNvPr>
                      <p:cNvPicPr>
                        <a:picLocks noChangeAspect="1" noChangeArrowheads="1"/>
                      </p:cNvPicPr>
                      <p:nvPr/>
                    </p:nvPicPr>
                    <p:blipFill>
                      <a:blip r:embed="rId4"/>
                      <a:srcRect/>
                      <a:stretch>
                        <a:fillRect/>
                      </a:stretch>
                    </p:blipFill>
                    <p:spPr bwMode="auto">
                      <a:xfrm>
                        <a:off x="335255" y="1988840"/>
                        <a:ext cx="8139112" cy="125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文本框 9">
            <a:extLst>
              <a:ext uri="{FF2B5EF4-FFF2-40B4-BE49-F238E27FC236}">
                <a16:creationId xmlns:a16="http://schemas.microsoft.com/office/drawing/2014/main" id="{73A3FC7F-5988-99A7-7E74-DBD9FC771195}"/>
              </a:ext>
            </a:extLst>
          </p:cNvPr>
          <p:cNvSpPr txBox="1"/>
          <p:nvPr/>
        </p:nvSpPr>
        <p:spPr>
          <a:xfrm>
            <a:off x="251520" y="3339207"/>
            <a:ext cx="2448272" cy="584775"/>
          </a:xfrm>
          <a:prstGeom prst="rect">
            <a:avLst/>
          </a:prstGeom>
          <a:noFill/>
        </p:spPr>
        <p:txBody>
          <a:bodyPr wrap="square">
            <a:spAutoFit/>
          </a:bodyPr>
          <a:lstStyle/>
          <a:p>
            <a:r>
              <a:rPr lang="zh-CN" altLang="en-US" sz="3200" b="1" dirty="0">
                <a:latin typeface="黑体" panose="02010609060101010101" pitchFamily="49" charset="-122"/>
                <a:ea typeface="黑体" panose="02010609060101010101" pitchFamily="49" charset="-122"/>
              </a:rPr>
              <a:t>贝叶斯公式</a:t>
            </a:r>
            <a:endParaRPr lang="zh-CN" altLang="en-US" sz="3200" dirty="0"/>
          </a:p>
        </p:txBody>
      </p:sp>
      <p:graphicFrame>
        <p:nvGraphicFramePr>
          <p:cNvPr id="11" name="对象 4">
            <a:hlinkClick r:id="" action="ppaction://ole?verb=1"/>
            <a:extLst>
              <a:ext uri="{FF2B5EF4-FFF2-40B4-BE49-F238E27FC236}">
                <a16:creationId xmlns:a16="http://schemas.microsoft.com/office/drawing/2014/main" id="{C5BFD4AA-842F-DD0A-0CE2-75488BD12E78}"/>
              </a:ext>
            </a:extLst>
          </p:cNvPr>
          <p:cNvGraphicFramePr>
            <a:graphicFrameLocks noChangeAspect="1"/>
          </p:cNvGraphicFramePr>
          <p:nvPr>
            <p:extLst>
              <p:ext uri="{D42A27DB-BD31-4B8C-83A1-F6EECF244321}">
                <p14:modId xmlns:p14="http://schemas.microsoft.com/office/powerpoint/2010/main" val="2077182824"/>
              </p:ext>
            </p:extLst>
          </p:nvPr>
        </p:nvGraphicFramePr>
        <p:xfrm>
          <a:off x="317834" y="4149081"/>
          <a:ext cx="8372760" cy="936104"/>
        </p:xfrm>
        <a:graphic>
          <a:graphicData uri="http://schemas.openxmlformats.org/presentationml/2006/ole">
            <mc:AlternateContent xmlns:mc="http://schemas.openxmlformats.org/markup-compatibility/2006">
              <mc:Choice xmlns:v="urn:schemas-microsoft-com:vml" Requires="v">
                <p:oleObj name="Equation" r:id="rId5" imgW="4089240" imgH="482400" progId="Equation.DSMT4">
                  <p:embed/>
                </p:oleObj>
              </mc:Choice>
              <mc:Fallback>
                <p:oleObj name="Equation" r:id="rId5" imgW="4089240" imgH="482400" progId="Equation.DSMT4">
                  <p:embed/>
                  <p:pic>
                    <p:nvPicPr>
                      <p:cNvPr id="27653" name="对象 4">
                        <a:hlinkClick r:id="" action="ppaction://ole?verb=1"/>
                        <a:extLst>
                          <a:ext uri="{FF2B5EF4-FFF2-40B4-BE49-F238E27FC236}">
                            <a16:creationId xmlns:a16="http://schemas.microsoft.com/office/drawing/2014/main" id="{4163B80F-A376-4864-A24D-61CFE375CC50}"/>
                          </a:ext>
                        </a:extLst>
                      </p:cNvPr>
                      <p:cNvPicPr>
                        <a:picLocks noChangeAspect="1" noChangeArrowheads="1"/>
                      </p:cNvPicPr>
                      <p:nvPr/>
                    </p:nvPicPr>
                    <p:blipFill>
                      <a:blip r:embed="rId6"/>
                      <a:srcRect/>
                      <a:stretch>
                        <a:fillRect/>
                      </a:stretch>
                    </p:blipFill>
                    <p:spPr bwMode="auto">
                      <a:xfrm>
                        <a:off x="317834" y="4149081"/>
                        <a:ext cx="8372760" cy="936104"/>
                      </a:xfrm>
                      <a:prstGeom prst="rect">
                        <a:avLst/>
                      </a:prstGeom>
                      <a:noFill/>
                      <a:ln>
                        <a:noFill/>
                      </a:ln>
                    </p:spPr>
                  </p:pic>
                </p:oleObj>
              </mc:Fallback>
            </mc:AlternateContent>
          </a:graphicData>
        </a:graphic>
      </p:graphicFrame>
      <p:grpSp>
        <p:nvGrpSpPr>
          <p:cNvPr id="12" name="组合 11">
            <a:extLst>
              <a:ext uri="{FF2B5EF4-FFF2-40B4-BE49-F238E27FC236}">
                <a16:creationId xmlns:a16="http://schemas.microsoft.com/office/drawing/2014/main" id="{DC6E3CF7-F2CE-609D-2097-27FAA000BF8A}"/>
              </a:ext>
            </a:extLst>
          </p:cNvPr>
          <p:cNvGrpSpPr>
            <a:grpSpLocks/>
          </p:cNvGrpSpPr>
          <p:nvPr/>
        </p:nvGrpSpPr>
        <p:grpSpPr bwMode="auto">
          <a:xfrm>
            <a:off x="1979712" y="5309145"/>
            <a:ext cx="4967288" cy="1152525"/>
            <a:chOff x="1019175" y="2459038"/>
            <a:chExt cx="4967288" cy="1152216"/>
          </a:xfrm>
        </p:grpSpPr>
        <p:sp>
          <p:nvSpPr>
            <p:cNvPr id="13" name="流程图: 过程 12">
              <a:extLst>
                <a:ext uri="{FF2B5EF4-FFF2-40B4-BE49-F238E27FC236}">
                  <a16:creationId xmlns:a16="http://schemas.microsoft.com/office/drawing/2014/main" id="{8001DF92-12A3-8461-F7C3-0B3A0B33D887}"/>
                </a:ext>
              </a:extLst>
            </p:cNvPr>
            <p:cNvSpPr/>
            <p:nvPr/>
          </p:nvSpPr>
          <p:spPr bwMode="auto">
            <a:xfrm>
              <a:off x="1019175" y="2459038"/>
              <a:ext cx="4967288" cy="11522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graphicFrame>
          <p:nvGraphicFramePr>
            <p:cNvPr id="14" name="对象 5">
              <a:hlinkClick r:id="" action="ppaction://ole?verb=1"/>
              <a:extLst>
                <a:ext uri="{FF2B5EF4-FFF2-40B4-BE49-F238E27FC236}">
                  <a16:creationId xmlns:a16="http://schemas.microsoft.com/office/drawing/2014/main" id="{BEEC5182-66D1-AACB-4AA0-CFB6F9EB9F8D}"/>
                </a:ext>
              </a:extLst>
            </p:cNvPr>
            <p:cNvGraphicFramePr>
              <a:graphicFrameLocks noChangeAspect="1"/>
            </p:cNvGraphicFramePr>
            <p:nvPr/>
          </p:nvGraphicFramePr>
          <p:xfrm>
            <a:off x="1073944" y="2624931"/>
            <a:ext cx="1066800" cy="423862"/>
          </p:xfrm>
          <a:graphic>
            <a:graphicData uri="http://schemas.openxmlformats.org/presentationml/2006/ole">
              <mc:AlternateContent xmlns:mc="http://schemas.openxmlformats.org/markup-compatibility/2006">
                <mc:Choice xmlns:v="urn:schemas-microsoft-com:vml" Requires="v">
                  <p:oleObj name="Equation" r:id="rId7" imgW="571252" imgH="228501" progId="Equation.DSMT4">
                    <p:embed/>
                  </p:oleObj>
                </mc:Choice>
                <mc:Fallback>
                  <p:oleObj name="Equation" r:id="rId7" imgW="571252" imgH="228501" progId="Equation.DSMT4">
                    <p:embed/>
                    <p:pic>
                      <p:nvPicPr>
                        <p:cNvPr id="27673" name="对象 5">
                          <a:hlinkClick r:id="" action="ppaction://ole?verb=1"/>
                          <a:extLst>
                            <a:ext uri="{FF2B5EF4-FFF2-40B4-BE49-F238E27FC236}">
                              <a16:creationId xmlns:a16="http://schemas.microsoft.com/office/drawing/2014/main" id="{DCF8E320-9D89-47F8-9E83-FA59A106D8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3944" y="2624931"/>
                          <a:ext cx="1066800"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15" name="对象 5">
            <a:hlinkClick r:id="" action="ppaction://ole?verb=1"/>
            <a:extLst>
              <a:ext uri="{FF2B5EF4-FFF2-40B4-BE49-F238E27FC236}">
                <a16:creationId xmlns:a16="http://schemas.microsoft.com/office/drawing/2014/main" id="{84E6E6A3-C72F-28A6-0173-803FBBA12489}"/>
              </a:ext>
            </a:extLst>
          </p:cNvPr>
          <p:cNvGraphicFramePr>
            <a:graphicFrameLocks noChangeAspect="1"/>
          </p:cNvGraphicFramePr>
          <p:nvPr>
            <p:extLst>
              <p:ext uri="{D42A27DB-BD31-4B8C-83A1-F6EECF244321}">
                <p14:modId xmlns:p14="http://schemas.microsoft.com/office/powerpoint/2010/main" val="1028295564"/>
              </p:ext>
            </p:extLst>
          </p:nvPr>
        </p:nvGraphicFramePr>
        <p:xfrm>
          <a:off x="3110012" y="5309145"/>
          <a:ext cx="3836988" cy="1177925"/>
        </p:xfrm>
        <a:graphic>
          <a:graphicData uri="http://schemas.openxmlformats.org/presentationml/2006/ole">
            <mc:AlternateContent xmlns:mc="http://schemas.openxmlformats.org/markup-compatibility/2006">
              <mc:Choice xmlns:v="urn:schemas-microsoft-com:vml" Requires="v">
                <p:oleObj name="Equation" r:id="rId9" imgW="2057400" imgH="635000" progId="Equation.DSMT4">
                  <p:embed/>
                </p:oleObj>
              </mc:Choice>
              <mc:Fallback>
                <p:oleObj name="Equation" r:id="rId9" imgW="2057400" imgH="635000" progId="Equation.DSMT4">
                  <p:embed/>
                  <p:pic>
                    <p:nvPicPr>
                      <p:cNvPr id="7192" name="对象 5">
                        <a:hlinkClick r:id="" action="ppaction://ole?verb=1"/>
                        <a:extLst>
                          <a:ext uri="{FF2B5EF4-FFF2-40B4-BE49-F238E27FC236}">
                            <a16:creationId xmlns:a16="http://schemas.microsoft.com/office/drawing/2014/main" id="{B99D6ADB-F439-4EB0-A4B8-81975C597EB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10012" y="5309145"/>
                        <a:ext cx="3836988"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08536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1AD78503-43EF-0F5C-B196-6CECBCCE5C7C}"/>
              </a:ext>
            </a:extLst>
          </p:cNvPr>
          <p:cNvSpPr>
            <a:spLocks noGrp="1"/>
          </p:cNvSpPr>
          <p:nvPr>
            <p:ph type="sldNum" sz="quarter" idx="12"/>
          </p:nvPr>
        </p:nvSpPr>
        <p:spPr/>
        <p:txBody>
          <a:bodyPr/>
          <a:lstStyle/>
          <a:p>
            <a:fld id="{B2435DD8-BC4F-4C8E-9390-DF43692AEB8E}" type="slidenum">
              <a:rPr lang="en-CA" smtClean="0"/>
              <a:t>28</a:t>
            </a:fld>
            <a:endParaRPr lang="en-CA"/>
          </a:p>
        </p:txBody>
      </p:sp>
      <p:sp>
        <p:nvSpPr>
          <p:cNvPr id="6" name="Rectangle 4">
            <a:extLst>
              <a:ext uri="{FF2B5EF4-FFF2-40B4-BE49-F238E27FC236}">
                <a16:creationId xmlns:a16="http://schemas.microsoft.com/office/drawing/2014/main" id="{91C90714-AB32-818A-AB76-ED88A6A0A125}"/>
              </a:ext>
            </a:extLst>
          </p:cNvPr>
          <p:cNvSpPr>
            <a:spLocks noChangeArrowheads="1"/>
          </p:cNvSpPr>
          <p:nvPr/>
        </p:nvSpPr>
        <p:spPr bwMode="auto">
          <a:xfrm>
            <a:off x="341313" y="950094"/>
            <a:ext cx="8478837" cy="128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400">
                <a:solidFill>
                  <a:srgbClr val="7F7F7F"/>
                </a:solidFill>
                <a:latin typeface="Century Gothic" panose="020B0502020202020204" pitchFamily="34" charset="0"/>
                <a:ea typeface="宋体" panose="02010600030101010101" pitchFamily="2" charset="-122"/>
              </a:defRPr>
            </a:lvl1pPr>
            <a:lvl2pPr marL="742950" indent="-28575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3pPr>
            <a:lvl4pPr marL="1600200" indent="-22860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kumimoji="1" lang="zh-CN" altLang="en-US" sz="2800" b="1" dirty="0">
                <a:solidFill>
                  <a:schemeClr val="tx1"/>
                </a:solidFill>
                <a:latin typeface="黑体" panose="02010609060101010101" pitchFamily="49" charset="-122"/>
                <a:ea typeface="黑体" panose="02010609060101010101" pitchFamily="49" charset="-122"/>
              </a:rPr>
              <a:t>贝叶斯公式在实际中可以帮助人们确定某结果发生的最可能原因</a:t>
            </a:r>
            <a:r>
              <a:rPr kumimoji="1" lang="en-US" altLang="zh-CN" sz="2800" dirty="0">
                <a:solidFill>
                  <a:schemeClr val="tx1"/>
                </a:solidFill>
                <a:latin typeface="黑体" panose="02010609060101010101" pitchFamily="49" charset="-122"/>
                <a:ea typeface="黑体" panose="02010609060101010101" pitchFamily="49" charset="-122"/>
              </a:rPr>
              <a:t>.</a:t>
            </a:r>
            <a:endParaRPr kumimoji="1" lang="zh-CN" altLang="en-US" sz="2800" dirty="0">
              <a:solidFill>
                <a:srgbClr val="C00000"/>
              </a:solidFill>
              <a:latin typeface="黑体" panose="02010609060101010101" pitchFamily="49" charset="-122"/>
              <a:ea typeface="黑体" panose="02010609060101010101" pitchFamily="49" charset="-122"/>
            </a:endParaRPr>
          </a:p>
        </p:txBody>
      </p:sp>
      <p:grpSp>
        <p:nvGrpSpPr>
          <p:cNvPr id="7" name="Group 9">
            <a:extLst>
              <a:ext uri="{FF2B5EF4-FFF2-40B4-BE49-F238E27FC236}">
                <a16:creationId xmlns:a16="http://schemas.microsoft.com/office/drawing/2014/main" id="{12516245-3948-4D8A-FE9A-82F201CF613B}"/>
              </a:ext>
            </a:extLst>
          </p:cNvPr>
          <p:cNvGrpSpPr>
            <a:grpSpLocks/>
          </p:cNvGrpSpPr>
          <p:nvPr/>
        </p:nvGrpSpPr>
        <p:grpSpPr bwMode="auto">
          <a:xfrm>
            <a:off x="1384279" y="5487565"/>
            <a:ext cx="5997575" cy="893763"/>
            <a:chOff x="3214" y="3161"/>
            <a:chExt cx="5037" cy="563"/>
          </a:xfrm>
        </p:grpSpPr>
        <p:sp>
          <p:nvSpPr>
            <p:cNvPr id="8" name="AutoShape 10">
              <a:extLst>
                <a:ext uri="{FF2B5EF4-FFF2-40B4-BE49-F238E27FC236}">
                  <a16:creationId xmlns:a16="http://schemas.microsoft.com/office/drawing/2014/main" id="{12606AD6-678B-5A74-1300-E342ABDACF99}"/>
                </a:ext>
              </a:extLst>
            </p:cNvPr>
            <p:cNvSpPr>
              <a:spLocks noChangeArrowheads="1"/>
            </p:cNvSpPr>
            <p:nvPr/>
          </p:nvSpPr>
          <p:spPr bwMode="auto">
            <a:xfrm>
              <a:off x="3214" y="3161"/>
              <a:ext cx="5037" cy="563"/>
            </a:xfrm>
            <a:prstGeom prst="wedgeRoundRectCallout">
              <a:avLst>
                <a:gd name="adj1" fmla="val -15157"/>
                <a:gd name="adj2" fmla="val 51486"/>
                <a:gd name="adj3" fmla="val 16667"/>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sz="2400">
                  <a:solidFill>
                    <a:srgbClr val="7F7F7F"/>
                  </a:solidFill>
                  <a:latin typeface="Century Gothic" panose="020B0502020202020204" pitchFamily="34" charset="0"/>
                  <a:ea typeface="宋体" panose="02010600030101010101" pitchFamily="2" charset="-122"/>
                </a:defRPr>
              </a:lvl1pPr>
              <a:lvl2pPr marL="742950" indent="-28575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3pPr>
              <a:lvl4pPr marL="1600200" indent="-22860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algn="ctr" eaLnBrk="1" hangingPunct="1">
                <a:spcBef>
                  <a:spcPct val="0"/>
                </a:spcBef>
                <a:buFont typeface="Arial" panose="020B0604020202020204" pitchFamily="34" charset="0"/>
                <a:buNone/>
              </a:pPr>
              <a:endParaRPr kumimoji="1" lang="zh-CN" altLang="zh-CN">
                <a:solidFill>
                  <a:schemeClr val="tx1"/>
                </a:solidFill>
                <a:latin typeface="微软雅黑" panose="020B0503020204020204" pitchFamily="34" charset="-122"/>
                <a:ea typeface="微软雅黑" panose="020B0503020204020204" pitchFamily="34" charset="-122"/>
              </a:endParaRPr>
            </a:p>
          </p:txBody>
        </p:sp>
        <p:sp>
          <p:nvSpPr>
            <p:cNvPr id="9" name="Text Box 11">
              <a:extLst>
                <a:ext uri="{FF2B5EF4-FFF2-40B4-BE49-F238E27FC236}">
                  <a16:creationId xmlns:a16="http://schemas.microsoft.com/office/drawing/2014/main" id="{B353C176-EC47-E96F-5768-8730B24719AC}"/>
                </a:ext>
              </a:extLst>
            </p:cNvPr>
            <p:cNvSpPr txBox="1">
              <a:spLocks noChangeArrowheads="1"/>
            </p:cNvSpPr>
            <p:nvPr/>
          </p:nvSpPr>
          <p:spPr bwMode="auto">
            <a:xfrm>
              <a:off x="3214" y="3297"/>
              <a:ext cx="465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2400">
                  <a:solidFill>
                    <a:srgbClr val="7F7F7F"/>
                  </a:solidFill>
                  <a:latin typeface="Century Gothic" panose="020B0502020202020204" pitchFamily="34" charset="0"/>
                  <a:ea typeface="宋体" panose="02010600030101010101" pitchFamily="2" charset="-122"/>
                </a:defRPr>
              </a:lvl1pPr>
              <a:lvl2pPr marL="742950" indent="-28575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3pPr>
              <a:lvl4pPr marL="1600200" indent="-22860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algn="just">
                <a:spcBef>
                  <a:spcPct val="0"/>
                </a:spcBef>
                <a:buFont typeface="Arial" panose="020B0604020202020204" pitchFamily="34" charset="0"/>
                <a:buNone/>
              </a:pPr>
              <a:r>
                <a:rPr kumimoji="1" lang="zh-CN" altLang="en-US" dirty="0">
                  <a:solidFill>
                    <a:schemeClr val="tx1"/>
                  </a:solidFill>
                  <a:latin typeface="黑体" panose="02010609060101010101" pitchFamily="49" charset="-122"/>
                  <a:ea typeface="黑体" panose="02010609060101010101" pitchFamily="49" charset="-122"/>
                </a:rPr>
                <a:t>贝叶斯公式从数量上刻划了这种变化。</a:t>
              </a:r>
            </a:p>
          </p:txBody>
        </p:sp>
      </p:grpSp>
      <p:graphicFrame>
        <p:nvGraphicFramePr>
          <p:cNvPr id="10" name="对象 9">
            <a:hlinkClick r:id="" action="ppaction://ole?verb=1"/>
            <a:extLst>
              <a:ext uri="{FF2B5EF4-FFF2-40B4-BE49-F238E27FC236}">
                <a16:creationId xmlns:a16="http://schemas.microsoft.com/office/drawing/2014/main" id="{5B4F35C4-84BB-94AE-BEAF-96CF7ADE68D3}"/>
              </a:ext>
            </a:extLst>
          </p:cNvPr>
          <p:cNvGraphicFramePr>
            <a:graphicFrameLocks noChangeAspect="1"/>
          </p:cNvGraphicFramePr>
          <p:nvPr>
            <p:extLst>
              <p:ext uri="{D42A27DB-BD31-4B8C-83A1-F6EECF244321}">
                <p14:modId xmlns:p14="http://schemas.microsoft.com/office/powerpoint/2010/main" val="102357042"/>
              </p:ext>
            </p:extLst>
          </p:nvPr>
        </p:nvGraphicFramePr>
        <p:xfrm>
          <a:off x="2555875" y="1747019"/>
          <a:ext cx="4879975" cy="1177925"/>
        </p:xfrm>
        <a:graphic>
          <a:graphicData uri="http://schemas.openxmlformats.org/presentationml/2006/ole">
            <mc:AlternateContent xmlns:mc="http://schemas.openxmlformats.org/markup-compatibility/2006">
              <mc:Choice xmlns:v="urn:schemas-microsoft-com:vml" Requires="v">
                <p:oleObj name="Equation" r:id="rId2" imgW="2616200" imgH="635000" progId="Equation.DSMT4">
                  <p:embed/>
                </p:oleObj>
              </mc:Choice>
              <mc:Fallback>
                <p:oleObj name="Equation" r:id="rId2" imgW="2616200" imgH="635000" progId="Equation.DSMT4">
                  <p:embed/>
                  <p:pic>
                    <p:nvPicPr>
                      <p:cNvPr id="7" name="对象 6">
                        <a:hlinkClick r:id="" action="ppaction://ole?verb=1"/>
                        <a:extLst>
                          <a:ext uri="{FF2B5EF4-FFF2-40B4-BE49-F238E27FC236}">
                            <a16:creationId xmlns:a16="http://schemas.microsoft.com/office/drawing/2014/main" id="{F32C02F8-4656-494B-8E1D-DCB7B66EAA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75" y="1747019"/>
                        <a:ext cx="4879975"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Rectangle 6">
            <a:extLst>
              <a:ext uri="{FF2B5EF4-FFF2-40B4-BE49-F238E27FC236}">
                <a16:creationId xmlns:a16="http://schemas.microsoft.com/office/drawing/2014/main" id="{41DE58B4-156B-BBC6-78E8-5ACE91E62A44}"/>
              </a:ext>
            </a:extLst>
          </p:cNvPr>
          <p:cNvSpPr>
            <a:spLocks noChangeArrowheads="1"/>
          </p:cNvSpPr>
          <p:nvPr/>
        </p:nvSpPr>
        <p:spPr bwMode="auto">
          <a:xfrm>
            <a:off x="900092" y="2984707"/>
            <a:ext cx="8213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dirty="0">
                <a:latin typeface="Times New Roman" panose="02020603050405020304" pitchFamily="18" charset="0"/>
              </a:rPr>
              <a:t>P</a:t>
            </a:r>
            <a:r>
              <a:rPr kumimoji="1" lang="en-US" altLang="zh-CN" sz="2400" b="1" dirty="0">
                <a:latin typeface="Times New Roman" panose="02020603050405020304" pitchFamily="18" charset="0"/>
              </a:rPr>
              <a:t>(</a:t>
            </a:r>
            <a:r>
              <a:rPr kumimoji="1" lang="en-US" altLang="zh-CN" sz="2400" b="1" i="1" dirty="0">
                <a:latin typeface="Times New Roman" panose="02020603050405020304" pitchFamily="18" charset="0"/>
              </a:rPr>
              <a:t>A</a:t>
            </a:r>
            <a:r>
              <a:rPr kumimoji="1" lang="en-US" altLang="zh-CN" sz="2400" b="1" i="1" baseline="-25000" dirty="0">
                <a:latin typeface="Times New Roman" panose="02020603050405020304" pitchFamily="18" charset="0"/>
              </a:rPr>
              <a:t>i</a:t>
            </a:r>
            <a:r>
              <a:rPr kumimoji="1" lang="en-US" altLang="zh-CN" sz="2400" b="1" dirty="0">
                <a:latin typeface="Times New Roman" panose="02020603050405020304" pitchFamily="18" charset="0"/>
              </a:rPr>
              <a:t>)</a:t>
            </a:r>
            <a:r>
              <a:rPr kumimoji="1" lang="zh-CN" altLang="en-US" sz="2400" b="1" dirty="0">
                <a:latin typeface="黑体" panose="02010609060101010101" pitchFamily="49" charset="-122"/>
                <a:ea typeface="黑体" panose="02010609060101010101" pitchFamily="49" charset="-122"/>
              </a:rPr>
              <a:t>和</a:t>
            </a:r>
            <a:r>
              <a:rPr kumimoji="1" lang="en-US" altLang="zh-CN" sz="2400" b="1" i="1" dirty="0">
                <a:latin typeface="Times New Roman" panose="02020603050405020304" pitchFamily="18" charset="0"/>
              </a:rPr>
              <a:t>P</a:t>
            </a:r>
            <a:r>
              <a:rPr kumimoji="1" lang="en-US" altLang="zh-CN" sz="2400" b="1" dirty="0">
                <a:latin typeface="Times New Roman" panose="02020603050405020304" pitchFamily="18" charset="0"/>
              </a:rPr>
              <a:t>(</a:t>
            </a:r>
            <a:r>
              <a:rPr kumimoji="1" lang="en-US" altLang="zh-CN" sz="2400" b="1" i="1" dirty="0">
                <a:latin typeface="Times New Roman" panose="02020603050405020304" pitchFamily="18" charset="0"/>
              </a:rPr>
              <a:t>A</a:t>
            </a:r>
            <a:r>
              <a:rPr kumimoji="1" lang="en-US" altLang="zh-CN" sz="2400" b="1" i="1" baseline="-25000" dirty="0">
                <a:latin typeface="Times New Roman" panose="02020603050405020304" pitchFamily="18" charset="0"/>
              </a:rPr>
              <a:t>i </a:t>
            </a:r>
            <a:r>
              <a:rPr kumimoji="1" lang="en-US" altLang="zh-CN" sz="2400" b="1" dirty="0">
                <a:latin typeface="Times New Roman" panose="02020603050405020304" pitchFamily="18" charset="0"/>
              </a:rPr>
              <a:t>|</a:t>
            </a:r>
            <a:r>
              <a:rPr kumimoji="1" lang="en-US" altLang="zh-CN" sz="2400" b="1" i="1" dirty="0">
                <a:latin typeface="Times New Roman" panose="02020603050405020304" pitchFamily="18" charset="0"/>
              </a:rPr>
              <a:t>B</a:t>
            </a:r>
            <a:r>
              <a:rPr kumimoji="1" lang="en-US" altLang="zh-CN" sz="2400" b="1" dirty="0">
                <a:latin typeface="Times New Roman" panose="02020603050405020304" pitchFamily="18" charset="0"/>
              </a:rPr>
              <a:t>)</a:t>
            </a:r>
            <a:r>
              <a:rPr kumimoji="1" lang="zh-CN" altLang="en-US" sz="2400" b="1" dirty="0">
                <a:latin typeface="黑体" panose="02010609060101010101" pitchFamily="49" charset="-122"/>
                <a:ea typeface="黑体" panose="02010609060101010101" pitchFamily="49" charset="-122"/>
              </a:rPr>
              <a:t>分别称为原因的</a:t>
            </a:r>
            <a:r>
              <a:rPr kumimoji="1" lang="zh-CN" altLang="en-US" sz="2400" b="1" dirty="0">
                <a:solidFill>
                  <a:srgbClr val="000000"/>
                </a:solidFill>
                <a:latin typeface="黑体" panose="02010609060101010101" pitchFamily="49" charset="-122"/>
                <a:ea typeface="黑体" panose="02010609060101010101" pitchFamily="49" charset="-122"/>
              </a:rPr>
              <a:t>先验概率</a:t>
            </a:r>
            <a:r>
              <a:rPr kumimoji="1" lang="zh-CN" altLang="en-US" sz="2400" b="1" dirty="0">
                <a:latin typeface="黑体" panose="02010609060101010101" pitchFamily="49" charset="-122"/>
                <a:ea typeface="黑体" panose="02010609060101010101" pitchFamily="49" charset="-122"/>
              </a:rPr>
              <a:t>和</a:t>
            </a:r>
            <a:r>
              <a:rPr kumimoji="1" lang="zh-CN" altLang="en-US" sz="2400" b="1" dirty="0">
                <a:solidFill>
                  <a:srgbClr val="000000"/>
                </a:solidFill>
                <a:latin typeface="黑体" panose="02010609060101010101" pitchFamily="49" charset="-122"/>
                <a:ea typeface="黑体" panose="02010609060101010101" pitchFamily="49" charset="-122"/>
              </a:rPr>
              <a:t>后验概率</a:t>
            </a:r>
            <a:r>
              <a:rPr kumimoji="1" lang="en-US" altLang="zh-CN" sz="2400" b="1" dirty="0">
                <a:latin typeface="黑体" panose="02010609060101010101" pitchFamily="49" charset="-122"/>
                <a:ea typeface="黑体" panose="02010609060101010101" pitchFamily="49" charset="-122"/>
              </a:rPr>
              <a:t>.</a:t>
            </a:r>
          </a:p>
        </p:txBody>
      </p:sp>
      <p:sp>
        <p:nvSpPr>
          <p:cNvPr id="12" name="Rectangle 7">
            <a:extLst>
              <a:ext uri="{FF2B5EF4-FFF2-40B4-BE49-F238E27FC236}">
                <a16:creationId xmlns:a16="http://schemas.microsoft.com/office/drawing/2014/main" id="{46BF8F30-AD76-B73D-EB8F-C5B42AD3890D}"/>
              </a:ext>
            </a:extLst>
          </p:cNvPr>
          <p:cNvSpPr>
            <a:spLocks noChangeArrowheads="1"/>
          </p:cNvSpPr>
          <p:nvPr/>
        </p:nvSpPr>
        <p:spPr bwMode="auto">
          <a:xfrm>
            <a:off x="974704" y="3654632"/>
            <a:ext cx="78486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dirty="0">
                <a:latin typeface="Times New Roman" panose="02020603050405020304" pitchFamily="18" charset="0"/>
              </a:rPr>
              <a:t>P</a:t>
            </a:r>
            <a:r>
              <a:rPr kumimoji="1" lang="en-US" altLang="zh-CN" sz="2400" b="1" dirty="0">
                <a:latin typeface="Times New Roman" panose="02020603050405020304" pitchFamily="18" charset="0"/>
              </a:rPr>
              <a:t>(</a:t>
            </a:r>
            <a:r>
              <a:rPr kumimoji="1" lang="en-US" altLang="zh-CN" sz="2400" b="1" i="1" dirty="0">
                <a:latin typeface="Times New Roman" panose="02020603050405020304" pitchFamily="18" charset="0"/>
              </a:rPr>
              <a:t>A</a:t>
            </a:r>
            <a:r>
              <a:rPr kumimoji="1" lang="en-US" altLang="zh-CN" sz="2400" b="1" i="1" baseline="-25000" dirty="0">
                <a:latin typeface="Times New Roman" panose="02020603050405020304" pitchFamily="18" charset="0"/>
              </a:rPr>
              <a:t>i</a:t>
            </a:r>
            <a:r>
              <a:rPr kumimoji="1" lang="en-US" altLang="zh-CN" sz="2400" b="1" dirty="0">
                <a:latin typeface="Times New Roman" panose="02020603050405020304" pitchFamily="18" charset="0"/>
              </a:rPr>
              <a:t>)(</a:t>
            </a:r>
            <a:r>
              <a:rPr kumimoji="1" lang="en-US" altLang="zh-CN" sz="2400" b="1" i="1" dirty="0" err="1">
                <a:latin typeface="Times New Roman" panose="02020603050405020304" pitchFamily="18" charset="0"/>
              </a:rPr>
              <a:t>i</a:t>
            </a:r>
            <a:r>
              <a:rPr kumimoji="1" lang="en-US" altLang="zh-CN" sz="2400" b="1" dirty="0">
                <a:latin typeface="Times New Roman" panose="02020603050405020304" pitchFamily="18" charset="0"/>
              </a:rPr>
              <a:t>=1,2,…,</a:t>
            </a:r>
            <a:r>
              <a:rPr kumimoji="1" lang="en-US" altLang="zh-CN" sz="2400" b="1" i="1" dirty="0">
                <a:latin typeface="Times New Roman" panose="02020603050405020304" pitchFamily="18" charset="0"/>
              </a:rPr>
              <a:t>n</a:t>
            </a:r>
            <a:r>
              <a:rPr kumimoji="1" lang="en-US" altLang="zh-CN" sz="2400" b="1" dirty="0">
                <a:latin typeface="Times New Roman" panose="02020603050405020304" pitchFamily="18" charset="0"/>
              </a:rPr>
              <a:t>)</a:t>
            </a:r>
            <a:r>
              <a:rPr kumimoji="1" lang="zh-CN" altLang="en-US" sz="2400" b="1" dirty="0">
                <a:latin typeface="黑体" panose="02010609060101010101" pitchFamily="49" charset="-122"/>
                <a:ea typeface="黑体" panose="02010609060101010101" pitchFamily="49" charset="-122"/>
              </a:rPr>
              <a:t>是在没有进一步信息（不知道事件是</a:t>
            </a:r>
            <a:r>
              <a:rPr kumimoji="1" lang="en-US" altLang="zh-CN" sz="2400" b="1" i="1" dirty="0">
                <a:latin typeface="Times New Roman" panose="02020603050405020304" pitchFamily="18" charset="0"/>
                <a:ea typeface="黑体" panose="02010609060101010101" pitchFamily="49" charset="-122"/>
                <a:cs typeface="Times New Roman" panose="02020603050405020304" pitchFamily="18" charset="0"/>
              </a:rPr>
              <a:t>B</a:t>
            </a:r>
            <a:r>
              <a:rPr kumimoji="1" lang="zh-CN" altLang="en-US" sz="2400" b="1" dirty="0">
                <a:latin typeface="黑体" panose="02010609060101010101" pitchFamily="49" charset="-122"/>
                <a:ea typeface="黑体" panose="02010609060101010101" pitchFamily="49" charset="-122"/>
              </a:rPr>
              <a:t>否发生）的情况下，人们对事件</a:t>
            </a:r>
            <a:r>
              <a:rPr kumimoji="1" lang="en-US" altLang="zh-CN" sz="2400" b="1" i="1" dirty="0">
                <a:latin typeface="Times New Roman" panose="02020603050405020304" pitchFamily="18" charset="0"/>
              </a:rPr>
              <a:t>A</a:t>
            </a:r>
            <a:r>
              <a:rPr kumimoji="1" lang="en-US" altLang="zh-CN" sz="2400" b="1" i="1" baseline="-25000" dirty="0">
                <a:latin typeface="Times New Roman" panose="02020603050405020304" pitchFamily="18" charset="0"/>
              </a:rPr>
              <a:t>i</a:t>
            </a:r>
            <a:r>
              <a:rPr kumimoji="1" lang="zh-CN" altLang="en-US" sz="2400" b="1" dirty="0">
                <a:latin typeface="黑体" panose="02010609060101010101" pitchFamily="49" charset="-122"/>
                <a:ea typeface="黑体" panose="02010609060101010101" pitchFamily="49" charset="-122"/>
              </a:rPr>
              <a:t>发生可能性大小的认识</a:t>
            </a:r>
            <a:r>
              <a:rPr kumimoji="1" lang="en-US" altLang="zh-CN" sz="2400" b="1" dirty="0">
                <a:latin typeface="黑体" panose="02010609060101010101" pitchFamily="49" charset="-122"/>
                <a:ea typeface="黑体" panose="02010609060101010101" pitchFamily="49" charset="-122"/>
              </a:rPr>
              <a:t>.</a:t>
            </a:r>
          </a:p>
        </p:txBody>
      </p:sp>
      <p:sp>
        <p:nvSpPr>
          <p:cNvPr id="13" name="Rectangle 8">
            <a:extLst>
              <a:ext uri="{FF2B5EF4-FFF2-40B4-BE49-F238E27FC236}">
                <a16:creationId xmlns:a16="http://schemas.microsoft.com/office/drawing/2014/main" id="{54BFEC37-76A3-6642-752A-5E704706B4FA}"/>
              </a:ext>
            </a:extLst>
          </p:cNvPr>
          <p:cNvSpPr>
            <a:spLocks noChangeArrowheads="1"/>
          </p:cNvSpPr>
          <p:nvPr/>
        </p:nvSpPr>
        <p:spPr bwMode="auto">
          <a:xfrm>
            <a:off x="763567" y="4438104"/>
            <a:ext cx="808037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b="1" dirty="0">
                <a:latin typeface="Times New Roman" panose="02020603050405020304" pitchFamily="18" charset="0"/>
              </a:rPr>
              <a:t>  </a:t>
            </a:r>
            <a:r>
              <a:rPr kumimoji="1" lang="zh-CN" altLang="en-US" sz="2400" b="1" dirty="0">
                <a:latin typeface="黑体" panose="02010609060101010101" pitchFamily="49" charset="-122"/>
                <a:ea typeface="黑体" panose="02010609060101010101" pitchFamily="49" charset="-122"/>
              </a:rPr>
              <a:t>当有了新的信息（知道</a:t>
            </a:r>
            <a:r>
              <a:rPr kumimoji="1" lang="en-US" altLang="zh-CN" sz="2400" b="1" i="1" dirty="0">
                <a:latin typeface="Times New Roman" panose="02020603050405020304" pitchFamily="18" charset="0"/>
                <a:ea typeface="黑体" panose="02010609060101010101" pitchFamily="49" charset="-122"/>
                <a:cs typeface="Times New Roman" panose="02020603050405020304" pitchFamily="18" charset="0"/>
              </a:rPr>
              <a:t>B</a:t>
            </a:r>
            <a:r>
              <a:rPr kumimoji="1" lang="zh-CN" altLang="en-US" sz="2400" b="1" dirty="0">
                <a:latin typeface="黑体" panose="02010609060101010101" pitchFamily="49" charset="-122"/>
                <a:ea typeface="黑体" panose="02010609060101010101" pitchFamily="49" charset="-122"/>
              </a:rPr>
              <a:t>发生），人们对诸事件发生可能性大小</a:t>
            </a:r>
            <a:r>
              <a:rPr kumimoji="1" lang="en-US" altLang="zh-CN" sz="2400" b="1" i="1">
                <a:latin typeface="Times New Roman" panose="02020603050405020304" pitchFamily="18" charset="0"/>
              </a:rPr>
              <a:t>P</a:t>
            </a:r>
            <a:r>
              <a:rPr kumimoji="1" lang="en-US" altLang="zh-CN" sz="2400" b="1">
                <a:latin typeface="Times New Roman" panose="02020603050405020304" pitchFamily="18" charset="0"/>
              </a:rPr>
              <a:t>(</a:t>
            </a:r>
            <a:r>
              <a:rPr kumimoji="1" lang="en-US" altLang="zh-CN" sz="2400" b="1" i="1" dirty="0">
                <a:latin typeface="Times New Roman" panose="02020603050405020304" pitchFamily="18" charset="0"/>
              </a:rPr>
              <a:t>A</a:t>
            </a:r>
            <a:r>
              <a:rPr kumimoji="1" lang="en-US" altLang="zh-CN" sz="2400" b="1" i="1" baseline="-25000">
                <a:latin typeface="Times New Roman" panose="02020603050405020304" pitchFamily="18" charset="0"/>
              </a:rPr>
              <a:t>i</a:t>
            </a:r>
            <a:r>
              <a:rPr kumimoji="1" lang="en-US" altLang="zh-CN" sz="2400" b="1">
                <a:latin typeface="Times New Roman" panose="02020603050405020304" pitchFamily="18" charset="0"/>
              </a:rPr>
              <a:t> | </a:t>
            </a:r>
            <a:r>
              <a:rPr kumimoji="1" lang="en-US" altLang="zh-CN" sz="2400" b="1" i="1" dirty="0">
                <a:latin typeface="Times New Roman" panose="02020603050405020304" pitchFamily="18" charset="0"/>
              </a:rPr>
              <a:t>B</a:t>
            </a:r>
            <a:r>
              <a:rPr kumimoji="1" lang="en-US" altLang="zh-CN" sz="2400" b="1">
                <a:latin typeface="Times New Roman" panose="02020603050405020304" pitchFamily="18" charset="0"/>
              </a:rPr>
              <a:t>)</a:t>
            </a:r>
            <a:r>
              <a:rPr kumimoji="1" lang="zh-CN" altLang="en-US" sz="2400" b="1" dirty="0">
                <a:latin typeface="黑体" panose="02010609060101010101" pitchFamily="49" charset="-122"/>
                <a:ea typeface="黑体" panose="02010609060101010101" pitchFamily="49" charset="-122"/>
              </a:rPr>
              <a:t>有了新的估计</a:t>
            </a:r>
            <a:r>
              <a:rPr kumimoji="1" lang="en-US" altLang="zh-CN" sz="2400" b="1" dirty="0">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1006406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checkerboard(across)">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checkerboard(across)">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checkerboard(across)">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2" grpId="0" autoUpdateAnimBg="0"/>
      <p:bldP spid="1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9FCD7E76-F199-A979-BBFE-70ECA9002998}"/>
              </a:ext>
            </a:extLst>
          </p:cNvPr>
          <p:cNvSpPr>
            <a:spLocks noGrp="1"/>
          </p:cNvSpPr>
          <p:nvPr>
            <p:ph type="sldNum" sz="quarter" idx="12"/>
          </p:nvPr>
        </p:nvSpPr>
        <p:spPr/>
        <p:txBody>
          <a:bodyPr/>
          <a:lstStyle/>
          <a:p>
            <a:fld id="{B2435DD8-BC4F-4C8E-9390-DF43692AEB8E}" type="slidenum">
              <a:rPr lang="en-CA" smtClean="0"/>
              <a:t>29</a:t>
            </a:fld>
            <a:endParaRPr lang="en-CA"/>
          </a:p>
        </p:txBody>
      </p:sp>
      <p:sp>
        <p:nvSpPr>
          <p:cNvPr id="6" name="文本框 16">
            <a:extLst>
              <a:ext uri="{FF2B5EF4-FFF2-40B4-BE49-F238E27FC236}">
                <a16:creationId xmlns:a16="http://schemas.microsoft.com/office/drawing/2014/main" id="{2880BAF9-87C9-4706-8CCB-73E978F756CE}"/>
              </a:ext>
            </a:extLst>
          </p:cNvPr>
          <p:cNvSpPr txBox="1">
            <a:spLocks noChangeArrowheads="1"/>
          </p:cNvSpPr>
          <p:nvPr/>
        </p:nvSpPr>
        <p:spPr bwMode="auto">
          <a:xfrm>
            <a:off x="126568" y="1799710"/>
            <a:ext cx="9051925"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400">
                <a:solidFill>
                  <a:srgbClr val="7F7F7F"/>
                </a:solidFill>
                <a:latin typeface="Century Gothic" panose="020B0502020202020204" pitchFamily="34" charset="0"/>
                <a:ea typeface="宋体" panose="02010600030101010101" pitchFamily="2" charset="-122"/>
              </a:defRPr>
            </a:lvl1pPr>
            <a:lvl2pPr marL="742950" indent="-28575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3pPr>
            <a:lvl4pPr marL="1600200" indent="-22860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lnSpc>
                <a:spcPct val="125000"/>
              </a:lnSpc>
              <a:spcBef>
                <a:spcPct val="0"/>
              </a:spcBef>
              <a:buFontTx/>
              <a:buNone/>
            </a:pPr>
            <a:r>
              <a:rPr lang="zh-CN" altLang="en-US" sz="2800" b="1" dirty="0">
                <a:solidFill>
                  <a:srgbClr val="0000FF"/>
                </a:solidFill>
                <a:latin typeface="黑体" panose="02010609060101010101" pitchFamily="49" charset="-122"/>
                <a:ea typeface="黑体" panose="02010609060101010101" pitchFamily="49" charset="-122"/>
              </a:rPr>
              <a:t>某地区居民的肝癌发病率为</a:t>
            </a:r>
            <a:r>
              <a:rPr lang="en-US" altLang="zh-CN" sz="2800" b="1" dirty="0">
                <a:solidFill>
                  <a:srgbClr val="0000FF"/>
                </a:solidFill>
                <a:latin typeface="黑体" panose="02010609060101010101" pitchFamily="49" charset="-122"/>
                <a:ea typeface="黑体" panose="02010609060101010101" pitchFamily="49" charset="-122"/>
              </a:rPr>
              <a:t>0.0004,</a:t>
            </a:r>
            <a:r>
              <a:rPr lang="zh-CN" altLang="en-US" sz="2800" b="1" dirty="0">
                <a:solidFill>
                  <a:srgbClr val="0000FF"/>
                </a:solidFill>
                <a:latin typeface="黑体" panose="02010609060101010101" pitchFamily="49" charset="-122"/>
                <a:ea typeface="黑体" panose="02010609060101010101" pitchFamily="49" charset="-122"/>
              </a:rPr>
              <a:t>现用甲胎蛋白法进行</a:t>
            </a:r>
          </a:p>
          <a:p>
            <a:pPr eaLnBrk="1" hangingPunct="1">
              <a:spcBef>
                <a:spcPct val="0"/>
              </a:spcBef>
              <a:buFontTx/>
              <a:buNone/>
            </a:pPr>
            <a:r>
              <a:rPr lang="zh-CN" altLang="en-US" sz="2800" b="1" dirty="0">
                <a:solidFill>
                  <a:srgbClr val="0000FF"/>
                </a:solidFill>
                <a:latin typeface="黑体" panose="02010609060101010101" pitchFamily="49" charset="-122"/>
                <a:ea typeface="黑体" panose="02010609060101010101" pitchFamily="49" charset="-122"/>
              </a:rPr>
              <a:t>普查</a:t>
            </a:r>
            <a:r>
              <a:rPr lang="en-US" altLang="zh-CN" sz="2800" b="1" dirty="0">
                <a:solidFill>
                  <a:srgbClr val="0000FF"/>
                </a:solidFill>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患有肝癌的人化验结果</a:t>
            </a:r>
            <a:r>
              <a:rPr lang="en-US" altLang="zh-CN" sz="2800" b="1" dirty="0">
                <a:solidFill>
                  <a:srgbClr val="0000FF"/>
                </a:solidFill>
                <a:latin typeface="黑体" panose="02010609060101010101" pitchFamily="49" charset="-122"/>
                <a:ea typeface="黑体" panose="02010609060101010101" pitchFamily="49" charset="-122"/>
              </a:rPr>
              <a:t>99%</a:t>
            </a:r>
            <a:r>
              <a:rPr lang="zh-CN" altLang="en-US" sz="2800" b="1" dirty="0">
                <a:solidFill>
                  <a:srgbClr val="0000FF"/>
                </a:solidFill>
                <a:latin typeface="黑体" panose="02010609060101010101" pitchFamily="49" charset="-122"/>
                <a:ea typeface="黑体" panose="02010609060101010101" pitchFamily="49" charset="-122"/>
              </a:rPr>
              <a:t>呈阳性</a:t>
            </a:r>
            <a:r>
              <a:rPr lang="en-US" altLang="zh-CN" sz="2800" b="1" dirty="0">
                <a:solidFill>
                  <a:srgbClr val="0000FF"/>
                </a:solidFill>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而没患肝癌的人化验结果</a:t>
            </a:r>
            <a:r>
              <a:rPr lang="en-US" altLang="zh-CN" sz="2800" b="1" dirty="0">
                <a:solidFill>
                  <a:srgbClr val="0000FF"/>
                </a:solidFill>
                <a:latin typeface="黑体" panose="02010609060101010101" pitchFamily="49" charset="-122"/>
                <a:ea typeface="黑体" panose="02010609060101010101" pitchFamily="49" charset="-122"/>
              </a:rPr>
              <a:t>0</a:t>
            </a:r>
            <a:r>
              <a:rPr lang="zh-CN" altLang="en-US" sz="2800" b="1" dirty="0">
                <a:solidFill>
                  <a:srgbClr val="0000FF"/>
                </a:solidFill>
                <a:latin typeface="黑体" panose="02010609060101010101" pitchFamily="49" charset="-122"/>
                <a:ea typeface="黑体" panose="02010609060101010101" pitchFamily="49" charset="-122"/>
              </a:rPr>
              <a:t>.</a:t>
            </a:r>
            <a:r>
              <a:rPr lang="en-US" altLang="zh-CN" sz="2800" b="1" dirty="0">
                <a:solidFill>
                  <a:srgbClr val="0000FF"/>
                </a:solidFill>
                <a:latin typeface="黑体" panose="02010609060101010101" pitchFamily="49" charset="-122"/>
                <a:ea typeface="黑体" panose="02010609060101010101" pitchFamily="49" charset="-122"/>
              </a:rPr>
              <a:t>1</a:t>
            </a:r>
            <a:r>
              <a:rPr lang="zh-CN" altLang="en-US" sz="2800" b="1" dirty="0">
                <a:solidFill>
                  <a:srgbClr val="0000FF"/>
                </a:solidFill>
                <a:latin typeface="黑体" panose="02010609060101010101" pitchFamily="49" charset="-122"/>
                <a:ea typeface="黑体" panose="02010609060101010101" pitchFamily="49" charset="-122"/>
              </a:rPr>
              <a:t>%呈阳性</a:t>
            </a:r>
            <a:r>
              <a:rPr lang="en-US" altLang="zh-CN" sz="2800" b="1" dirty="0">
                <a:solidFill>
                  <a:srgbClr val="0000FF"/>
                </a:solidFill>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如果某居民检查结果呈阳性，他是否确实患有肝癌？</a:t>
            </a:r>
            <a:r>
              <a:rPr lang="zh-CN" altLang="en-US" sz="2800" dirty="0">
                <a:solidFill>
                  <a:schemeClr val="tx1"/>
                </a:solidFill>
                <a:latin typeface="黑体" panose="02010609060101010101" pitchFamily="49" charset="-122"/>
                <a:ea typeface="黑体" panose="02010609060101010101" pitchFamily="49" charset="-122"/>
              </a:rPr>
              <a:t> </a:t>
            </a:r>
          </a:p>
        </p:txBody>
      </p:sp>
      <p:graphicFrame>
        <p:nvGraphicFramePr>
          <p:cNvPr id="7" name="对象 2">
            <a:hlinkClick r:id="" action="ppaction://ole?verb=1"/>
            <a:extLst>
              <a:ext uri="{FF2B5EF4-FFF2-40B4-BE49-F238E27FC236}">
                <a16:creationId xmlns:a16="http://schemas.microsoft.com/office/drawing/2014/main" id="{DB192CFD-F265-58F9-3FFD-7916F814D2EE}"/>
              </a:ext>
            </a:extLst>
          </p:cNvPr>
          <p:cNvGraphicFramePr>
            <a:graphicFrameLocks noChangeAspect="1"/>
          </p:cNvGraphicFramePr>
          <p:nvPr>
            <p:extLst>
              <p:ext uri="{D42A27DB-BD31-4B8C-83A1-F6EECF244321}">
                <p14:modId xmlns:p14="http://schemas.microsoft.com/office/powerpoint/2010/main" val="3766733426"/>
              </p:ext>
            </p:extLst>
          </p:nvPr>
        </p:nvGraphicFramePr>
        <p:xfrm>
          <a:off x="769938" y="4106317"/>
          <a:ext cx="3584575" cy="465137"/>
        </p:xfrm>
        <a:graphic>
          <a:graphicData uri="http://schemas.openxmlformats.org/presentationml/2006/ole">
            <mc:AlternateContent xmlns:mc="http://schemas.openxmlformats.org/markup-compatibility/2006">
              <mc:Choice xmlns:v="urn:schemas-microsoft-com:vml" Requires="v">
                <p:oleObj name="Equation" r:id="rId2" imgW="1765080" imgH="228600" progId="Equation.DSMT4">
                  <p:embed/>
                </p:oleObj>
              </mc:Choice>
              <mc:Fallback>
                <p:oleObj name="Equation" r:id="rId2" imgW="1765080" imgH="228600" progId="Equation.DSMT4">
                  <p:embed/>
                  <p:pic>
                    <p:nvPicPr>
                      <p:cNvPr id="7170" name="对象 2">
                        <a:hlinkClick r:id="" action="ppaction://ole?verb=1"/>
                        <a:extLst>
                          <a:ext uri="{FF2B5EF4-FFF2-40B4-BE49-F238E27FC236}">
                            <a16:creationId xmlns:a16="http://schemas.microsoft.com/office/drawing/2014/main" id="{418FD544-503C-42D1-B183-CB08503C6856}"/>
                          </a:ext>
                        </a:extLst>
                      </p:cNvPr>
                      <p:cNvPicPr>
                        <a:picLocks noChangeAspect="1" noChangeArrowheads="1"/>
                      </p:cNvPicPr>
                      <p:nvPr/>
                    </p:nvPicPr>
                    <p:blipFill>
                      <a:blip r:embed="rId3"/>
                      <a:srcRect/>
                      <a:stretch>
                        <a:fillRect/>
                      </a:stretch>
                    </p:blipFill>
                    <p:spPr bwMode="auto">
                      <a:xfrm>
                        <a:off x="769938" y="4106317"/>
                        <a:ext cx="35845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对象 14">
            <a:hlinkClick r:id="" action="ppaction://ole?verb=1"/>
            <a:extLst>
              <a:ext uri="{FF2B5EF4-FFF2-40B4-BE49-F238E27FC236}">
                <a16:creationId xmlns:a16="http://schemas.microsoft.com/office/drawing/2014/main" id="{C8D56345-8AC9-3964-B48E-68CE8DFEC01E}"/>
              </a:ext>
            </a:extLst>
          </p:cNvPr>
          <p:cNvGraphicFramePr>
            <a:graphicFrameLocks noChangeAspect="1"/>
          </p:cNvGraphicFramePr>
          <p:nvPr>
            <p:extLst>
              <p:ext uri="{D42A27DB-BD31-4B8C-83A1-F6EECF244321}">
                <p14:modId xmlns:p14="http://schemas.microsoft.com/office/powerpoint/2010/main" val="1057678108"/>
              </p:ext>
            </p:extLst>
          </p:nvPr>
        </p:nvGraphicFramePr>
        <p:xfrm>
          <a:off x="292100" y="4119017"/>
          <a:ext cx="541338" cy="439737"/>
        </p:xfrm>
        <a:graphic>
          <a:graphicData uri="http://schemas.openxmlformats.org/presentationml/2006/ole">
            <mc:AlternateContent xmlns:mc="http://schemas.openxmlformats.org/markup-compatibility/2006">
              <mc:Choice xmlns:v="urn:schemas-microsoft-com:vml" Requires="v">
                <p:oleObj name="Equation" r:id="rId4" imgW="266400" imgH="215640" progId="Equation.DSMT4">
                  <p:embed/>
                </p:oleObj>
              </mc:Choice>
              <mc:Fallback>
                <p:oleObj name="Equation" r:id="rId4" imgW="266400" imgH="215640" progId="Equation.DSMT4">
                  <p:embed/>
                  <p:pic>
                    <p:nvPicPr>
                      <p:cNvPr id="7175" name="对象 14">
                        <a:hlinkClick r:id="" action="ppaction://ole?verb=1"/>
                        <a:extLst>
                          <a:ext uri="{FF2B5EF4-FFF2-40B4-BE49-F238E27FC236}">
                            <a16:creationId xmlns:a16="http://schemas.microsoft.com/office/drawing/2014/main" id="{8699D355-C841-4D03-8703-CE1D74E9F745}"/>
                          </a:ext>
                        </a:extLst>
                      </p:cNvPr>
                      <p:cNvPicPr>
                        <a:picLocks noChangeAspect="1" noChangeArrowheads="1"/>
                      </p:cNvPicPr>
                      <p:nvPr/>
                    </p:nvPicPr>
                    <p:blipFill>
                      <a:blip r:embed="rId5"/>
                      <a:srcRect/>
                      <a:stretch>
                        <a:fillRect/>
                      </a:stretch>
                    </p:blipFill>
                    <p:spPr bwMode="auto">
                      <a:xfrm>
                        <a:off x="292100" y="4119017"/>
                        <a:ext cx="54133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对象 8">
            <a:hlinkClick r:id="" action="ppaction://ole?verb=1"/>
            <a:extLst>
              <a:ext uri="{FF2B5EF4-FFF2-40B4-BE49-F238E27FC236}">
                <a16:creationId xmlns:a16="http://schemas.microsoft.com/office/drawing/2014/main" id="{226B1494-E1F1-882C-2436-BB82085CB9B3}"/>
              </a:ext>
            </a:extLst>
          </p:cNvPr>
          <p:cNvGraphicFramePr>
            <a:graphicFrameLocks noChangeAspect="1"/>
          </p:cNvGraphicFramePr>
          <p:nvPr>
            <p:extLst>
              <p:ext uri="{D42A27DB-BD31-4B8C-83A1-F6EECF244321}">
                <p14:modId xmlns:p14="http://schemas.microsoft.com/office/powerpoint/2010/main" val="390410241"/>
              </p:ext>
            </p:extLst>
          </p:nvPr>
        </p:nvGraphicFramePr>
        <p:xfrm>
          <a:off x="4364038" y="4120604"/>
          <a:ext cx="3197225" cy="465138"/>
        </p:xfrm>
        <a:graphic>
          <a:graphicData uri="http://schemas.openxmlformats.org/presentationml/2006/ole">
            <mc:AlternateContent xmlns:mc="http://schemas.openxmlformats.org/markup-compatibility/2006">
              <mc:Choice xmlns:v="urn:schemas-microsoft-com:vml" Requires="v">
                <p:oleObj name="Equation" r:id="rId6" imgW="1574640" imgH="228600" progId="Equation.DSMT4">
                  <p:embed/>
                </p:oleObj>
              </mc:Choice>
              <mc:Fallback>
                <p:oleObj name="Equation" r:id="rId6" imgW="1574640" imgH="228600" progId="Equation.DSMT4">
                  <p:embed/>
                  <p:pic>
                    <p:nvPicPr>
                      <p:cNvPr id="3" name="对象 2">
                        <a:hlinkClick r:id="" action="ppaction://ole?verb=1"/>
                        <a:extLst>
                          <a:ext uri="{FF2B5EF4-FFF2-40B4-BE49-F238E27FC236}">
                            <a16:creationId xmlns:a16="http://schemas.microsoft.com/office/drawing/2014/main" id="{CD43C452-927B-4195-B64E-690389F8EC0E}"/>
                          </a:ext>
                        </a:extLst>
                      </p:cNvPr>
                      <p:cNvPicPr>
                        <a:picLocks noChangeAspect="1" noChangeArrowheads="1"/>
                      </p:cNvPicPr>
                      <p:nvPr/>
                    </p:nvPicPr>
                    <p:blipFill>
                      <a:blip r:embed="rId7"/>
                      <a:srcRect/>
                      <a:stretch>
                        <a:fillRect/>
                      </a:stretch>
                    </p:blipFill>
                    <p:spPr bwMode="auto">
                      <a:xfrm>
                        <a:off x="4364038" y="4120604"/>
                        <a:ext cx="319722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对象 4">
            <a:hlinkClick r:id="" action="ppaction://ole?verb=1"/>
            <a:extLst>
              <a:ext uri="{FF2B5EF4-FFF2-40B4-BE49-F238E27FC236}">
                <a16:creationId xmlns:a16="http://schemas.microsoft.com/office/drawing/2014/main" id="{35BACC32-9A8A-8FE1-5978-EF5299F0A882}"/>
              </a:ext>
            </a:extLst>
          </p:cNvPr>
          <p:cNvGraphicFramePr>
            <a:graphicFrameLocks noChangeAspect="1"/>
          </p:cNvGraphicFramePr>
          <p:nvPr>
            <p:extLst>
              <p:ext uri="{D42A27DB-BD31-4B8C-83A1-F6EECF244321}">
                <p14:modId xmlns:p14="http://schemas.microsoft.com/office/powerpoint/2010/main" val="3830552544"/>
              </p:ext>
            </p:extLst>
          </p:nvPr>
        </p:nvGraphicFramePr>
        <p:xfrm>
          <a:off x="873125" y="4711154"/>
          <a:ext cx="1771650" cy="373063"/>
        </p:xfrm>
        <a:graphic>
          <a:graphicData uri="http://schemas.openxmlformats.org/presentationml/2006/ole">
            <mc:AlternateContent xmlns:mc="http://schemas.openxmlformats.org/markup-compatibility/2006">
              <mc:Choice xmlns:v="urn:schemas-microsoft-com:vml" Requires="v">
                <p:oleObj name="Equation" r:id="rId8" imgW="965160" imgH="203040" progId="Equation.DSMT4">
                  <p:embed/>
                </p:oleObj>
              </mc:Choice>
              <mc:Fallback>
                <p:oleObj name="Equation" r:id="rId8" imgW="965160" imgH="203040" progId="Equation.DSMT4">
                  <p:embed/>
                  <p:pic>
                    <p:nvPicPr>
                      <p:cNvPr id="7171" name="对象 4">
                        <a:hlinkClick r:id="" action="ppaction://ole?verb=1"/>
                        <a:extLst>
                          <a:ext uri="{FF2B5EF4-FFF2-40B4-BE49-F238E27FC236}">
                            <a16:creationId xmlns:a16="http://schemas.microsoft.com/office/drawing/2014/main" id="{61C8A8FA-6714-41B2-A411-9DF757708EA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3125" y="4711154"/>
                        <a:ext cx="177165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对象 5">
            <a:hlinkClick r:id="" action="ppaction://ole?verb=1"/>
            <a:extLst>
              <a:ext uri="{FF2B5EF4-FFF2-40B4-BE49-F238E27FC236}">
                <a16:creationId xmlns:a16="http://schemas.microsoft.com/office/drawing/2014/main" id="{1AB79DB5-2E20-B245-02D6-654C1A391BAF}"/>
              </a:ext>
            </a:extLst>
          </p:cNvPr>
          <p:cNvGraphicFramePr>
            <a:graphicFrameLocks noChangeAspect="1"/>
          </p:cNvGraphicFramePr>
          <p:nvPr>
            <p:extLst>
              <p:ext uri="{D42A27DB-BD31-4B8C-83A1-F6EECF244321}">
                <p14:modId xmlns:p14="http://schemas.microsoft.com/office/powerpoint/2010/main" val="2368418912"/>
              </p:ext>
            </p:extLst>
          </p:nvPr>
        </p:nvGraphicFramePr>
        <p:xfrm>
          <a:off x="2644775" y="4663529"/>
          <a:ext cx="1773238" cy="420688"/>
        </p:xfrm>
        <a:graphic>
          <a:graphicData uri="http://schemas.openxmlformats.org/presentationml/2006/ole">
            <mc:AlternateContent xmlns:mc="http://schemas.openxmlformats.org/markup-compatibility/2006">
              <mc:Choice xmlns:v="urn:schemas-microsoft-com:vml" Requires="v">
                <p:oleObj name="Equation" r:id="rId10" imgW="965200" imgH="228600" progId="Equation.DSMT4">
                  <p:embed/>
                </p:oleObj>
              </mc:Choice>
              <mc:Fallback>
                <p:oleObj name="Equation" r:id="rId10" imgW="965200" imgH="228600" progId="Equation.DSMT4">
                  <p:embed/>
                  <p:pic>
                    <p:nvPicPr>
                      <p:cNvPr id="7172" name="对象 5">
                        <a:hlinkClick r:id="" action="ppaction://ole?verb=1"/>
                        <a:extLst>
                          <a:ext uri="{FF2B5EF4-FFF2-40B4-BE49-F238E27FC236}">
                            <a16:creationId xmlns:a16="http://schemas.microsoft.com/office/drawing/2014/main" id="{A8B7A0F8-1C81-438D-89D2-ACA6C5CD710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44775" y="4663529"/>
                        <a:ext cx="17732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对象 6">
            <a:hlinkClick r:id="" action="ppaction://ole?verb=1"/>
            <a:extLst>
              <a:ext uri="{FF2B5EF4-FFF2-40B4-BE49-F238E27FC236}">
                <a16:creationId xmlns:a16="http://schemas.microsoft.com/office/drawing/2014/main" id="{B1F694FC-D5E1-2AC9-FB37-AC863774E4C4}"/>
              </a:ext>
            </a:extLst>
          </p:cNvPr>
          <p:cNvGraphicFramePr>
            <a:graphicFrameLocks noChangeAspect="1"/>
          </p:cNvGraphicFramePr>
          <p:nvPr>
            <p:extLst>
              <p:ext uri="{D42A27DB-BD31-4B8C-83A1-F6EECF244321}">
                <p14:modId xmlns:p14="http://schemas.microsoft.com/office/powerpoint/2010/main" val="1070932774"/>
              </p:ext>
            </p:extLst>
          </p:nvPr>
        </p:nvGraphicFramePr>
        <p:xfrm>
          <a:off x="4483100" y="4711154"/>
          <a:ext cx="1843088" cy="373063"/>
        </p:xfrm>
        <a:graphic>
          <a:graphicData uri="http://schemas.openxmlformats.org/presentationml/2006/ole">
            <mc:AlternateContent xmlns:mc="http://schemas.openxmlformats.org/markup-compatibility/2006">
              <mc:Choice xmlns:v="urn:schemas-microsoft-com:vml" Requires="v">
                <p:oleObj name="Equation" r:id="rId12" imgW="1002960" imgH="203040" progId="Equation.DSMT4">
                  <p:embed/>
                </p:oleObj>
              </mc:Choice>
              <mc:Fallback>
                <p:oleObj name="Equation" r:id="rId12" imgW="1002960" imgH="203040" progId="Equation.DSMT4">
                  <p:embed/>
                  <p:pic>
                    <p:nvPicPr>
                      <p:cNvPr id="7173" name="对象 6">
                        <a:hlinkClick r:id="" action="ppaction://ole?verb=1"/>
                        <a:extLst>
                          <a:ext uri="{FF2B5EF4-FFF2-40B4-BE49-F238E27FC236}">
                            <a16:creationId xmlns:a16="http://schemas.microsoft.com/office/drawing/2014/main" id="{90A529B0-055A-4542-AC0F-81295D2D5B0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83100" y="4711154"/>
                        <a:ext cx="184308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对象 8">
            <a:hlinkClick r:id="" action="ppaction://ole?verb=1"/>
            <a:extLst>
              <a:ext uri="{FF2B5EF4-FFF2-40B4-BE49-F238E27FC236}">
                <a16:creationId xmlns:a16="http://schemas.microsoft.com/office/drawing/2014/main" id="{C3915280-EE50-49DB-04AA-C12DBCA1607E}"/>
              </a:ext>
            </a:extLst>
          </p:cNvPr>
          <p:cNvGraphicFramePr>
            <a:graphicFrameLocks noChangeAspect="1"/>
          </p:cNvGraphicFramePr>
          <p:nvPr>
            <p:extLst>
              <p:ext uri="{D42A27DB-BD31-4B8C-83A1-F6EECF244321}">
                <p14:modId xmlns:p14="http://schemas.microsoft.com/office/powerpoint/2010/main" val="923504999"/>
              </p:ext>
            </p:extLst>
          </p:nvPr>
        </p:nvGraphicFramePr>
        <p:xfrm>
          <a:off x="6326188" y="4663529"/>
          <a:ext cx="1960562" cy="420688"/>
        </p:xfrm>
        <a:graphic>
          <a:graphicData uri="http://schemas.openxmlformats.org/presentationml/2006/ole">
            <mc:AlternateContent xmlns:mc="http://schemas.openxmlformats.org/markup-compatibility/2006">
              <mc:Choice xmlns:v="urn:schemas-microsoft-com:vml" Requires="v">
                <p:oleObj name="Equation" r:id="rId14" imgW="1066680" imgH="228600" progId="Equation.DSMT4">
                  <p:embed/>
                </p:oleObj>
              </mc:Choice>
              <mc:Fallback>
                <p:oleObj name="Equation" r:id="rId14" imgW="1066680" imgH="228600" progId="Equation.DSMT4">
                  <p:embed/>
                  <p:pic>
                    <p:nvPicPr>
                      <p:cNvPr id="7174" name="对象 8">
                        <a:hlinkClick r:id="" action="ppaction://ole?verb=1"/>
                        <a:extLst>
                          <a:ext uri="{FF2B5EF4-FFF2-40B4-BE49-F238E27FC236}">
                            <a16:creationId xmlns:a16="http://schemas.microsoft.com/office/drawing/2014/main" id="{E8D3A64B-334A-41E0-87F9-1E25FD794F3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26188" y="4663529"/>
                        <a:ext cx="1960562"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对象 13">
            <a:hlinkClick r:id="" action="ppaction://ole?verb=1"/>
            <a:extLst>
              <a:ext uri="{FF2B5EF4-FFF2-40B4-BE49-F238E27FC236}">
                <a16:creationId xmlns:a16="http://schemas.microsoft.com/office/drawing/2014/main" id="{3D71938A-AAD8-8F33-A42A-7E85DFFEECE3}"/>
              </a:ext>
            </a:extLst>
          </p:cNvPr>
          <p:cNvGraphicFramePr>
            <a:graphicFrameLocks noChangeAspect="1"/>
          </p:cNvGraphicFramePr>
          <p:nvPr>
            <p:extLst>
              <p:ext uri="{D42A27DB-BD31-4B8C-83A1-F6EECF244321}">
                <p14:modId xmlns:p14="http://schemas.microsoft.com/office/powerpoint/2010/main" val="4271614699"/>
              </p:ext>
            </p:extLst>
          </p:nvPr>
        </p:nvGraphicFramePr>
        <p:xfrm>
          <a:off x="1116013" y="5589042"/>
          <a:ext cx="1003300" cy="373062"/>
        </p:xfrm>
        <a:graphic>
          <a:graphicData uri="http://schemas.openxmlformats.org/presentationml/2006/ole">
            <mc:AlternateContent xmlns:mc="http://schemas.openxmlformats.org/markup-compatibility/2006">
              <mc:Choice xmlns:v="urn:schemas-microsoft-com:vml" Requires="v">
                <p:oleObj name="Equation" r:id="rId16" imgW="545626" imgH="203024" progId="Equation.DSMT4">
                  <p:embed/>
                </p:oleObj>
              </mc:Choice>
              <mc:Fallback>
                <p:oleObj name="Equation" r:id="rId16" imgW="545626" imgH="203024" progId="Equation.DSMT4">
                  <p:embed/>
                  <p:pic>
                    <p:nvPicPr>
                      <p:cNvPr id="4" name="对象 3">
                        <a:hlinkClick r:id="" action="ppaction://ole?verb=1"/>
                        <a:extLst>
                          <a:ext uri="{FF2B5EF4-FFF2-40B4-BE49-F238E27FC236}">
                            <a16:creationId xmlns:a16="http://schemas.microsoft.com/office/drawing/2014/main" id="{888056B4-237A-4F31-A986-741B17698E5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16013" y="5589042"/>
                        <a:ext cx="1003300"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 name="对象 14">
            <a:hlinkClick r:id="" action="ppaction://ole?verb=1"/>
            <a:extLst>
              <a:ext uri="{FF2B5EF4-FFF2-40B4-BE49-F238E27FC236}">
                <a16:creationId xmlns:a16="http://schemas.microsoft.com/office/drawing/2014/main" id="{6835B26F-6F19-C4F5-A969-B13F9C6F3C50}"/>
              </a:ext>
            </a:extLst>
          </p:cNvPr>
          <p:cNvGraphicFramePr>
            <a:graphicFrameLocks noChangeAspect="1"/>
          </p:cNvGraphicFramePr>
          <p:nvPr>
            <p:extLst>
              <p:ext uri="{D42A27DB-BD31-4B8C-83A1-F6EECF244321}">
                <p14:modId xmlns:p14="http://schemas.microsoft.com/office/powerpoint/2010/main" val="570785511"/>
              </p:ext>
            </p:extLst>
          </p:nvPr>
        </p:nvGraphicFramePr>
        <p:xfrm>
          <a:off x="2103438" y="5393779"/>
          <a:ext cx="3594100" cy="771525"/>
        </p:xfrm>
        <a:graphic>
          <a:graphicData uri="http://schemas.openxmlformats.org/presentationml/2006/ole">
            <mc:AlternateContent xmlns:mc="http://schemas.openxmlformats.org/markup-compatibility/2006">
              <mc:Choice xmlns:v="urn:schemas-microsoft-com:vml" Requires="v">
                <p:oleObj name="Equation" r:id="rId18" imgW="1955520" imgH="419040" progId="Equation.DSMT4">
                  <p:embed/>
                </p:oleObj>
              </mc:Choice>
              <mc:Fallback>
                <p:oleObj name="Equation" r:id="rId18" imgW="1955520" imgH="419040" progId="Equation.DSMT4">
                  <p:embed/>
                  <p:pic>
                    <p:nvPicPr>
                      <p:cNvPr id="5" name="对象 4">
                        <a:hlinkClick r:id="" action="ppaction://ole?verb=1"/>
                        <a:extLst>
                          <a:ext uri="{FF2B5EF4-FFF2-40B4-BE49-F238E27FC236}">
                            <a16:creationId xmlns:a16="http://schemas.microsoft.com/office/drawing/2014/main" id="{8BA3DA2B-140B-4935-B68F-9665BE46798E}"/>
                          </a:ext>
                        </a:extLst>
                      </p:cNvPr>
                      <p:cNvPicPr>
                        <a:picLocks noChangeAspect="1" noChangeArrowheads="1"/>
                      </p:cNvPicPr>
                      <p:nvPr/>
                    </p:nvPicPr>
                    <p:blipFill>
                      <a:blip r:embed="rId19"/>
                      <a:srcRect/>
                      <a:stretch>
                        <a:fillRect/>
                      </a:stretch>
                    </p:blipFill>
                    <p:spPr bwMode="auto">
                      <a:xfrm>
                        <a:off x="2103438" y="5393779"/>
                        <a:ext cx="35941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对象 15">
            <a:hlinkClick r:id="" action="ppaction://ole?verb=1"/>
            <a:extLst>
              <a:ext uri="{FF2B5EF4-FFF2-40B4-BE49-F238E27FC236}">
                <a16:creationId xmlns:a16="http://schemas.microsoft.com/office/drawing/2014/main" id="{47A1B39B-07C9-22CB-EC15-E2E8CB3372C2}"/>
              </a:ext>
            </a:extLst>
          </p:cNvPr>
          <p:cNvGraphicFramePr>
            <a:graphicFrameLocks noChangeAspect="1"/>
          </p:cNvGraphicFramePr>
          <p:nvPr>
            <p:extLst>
              <p:ext uri="{D42A27DB-BD31-4B8C-83A1-F6EECF244321}">
                <p14:modId xmlns:p14="http://schemas.microsoft.com/office/powerpoint/2010/main" val="1959598576"/>
              </p:ext>
            </p:extLst>
          </p:nvPr>
        </p:nvGraphicFramePr>
        <p:xfrm>
          <a:off x="5686424" y="5400615"/>
          <a:ext cx="2708275" cy="723900"/>
        </p:xfrm>
        <a:graphic>
          <a:graphicData uri="http://schemas.openxmlformats.org/presentationml/2006/ole">
            <mc:AlternateContent xmlns:mc="http://schemas.openxmlformats.org/markup-compatibility/2006">
              <mc:Choice xmlns:v="urn:schemas-microsoft-com:vml" Requires="v">
                <p:oleObj r:id="rId20" imgW="1473120" imgH="393480" progId="Equation.DSMT4">
                  <p:embed/>
                </p:oleObj>
              </mc:Choice>
              <mc:Fallback>
                <p:oleObj r:id="rId20" imgW="1473120" imgH="393480" progId="Equation.DSMT4">
                  <p:embed/>
                  <p:pic>
                    <p:nvPicPr>
                      <p:cNvPr id="6" name="对象 5">
                        <a:hlinkClick r:id="" action="ppaction://ole?verb=1"/>
                        <a:extLst>
                          <a:ext uri="{FF2B5EF4-FFF2-40B4-BE49-F238E27FC236}">
                            <a16:creationId xmlns:a16="http://schemas.microsoft.com/office/drawing/2014/main" id="{B19665BD-55DA-4F88-BD83-BA7D8B56B8B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686424" y="5400615"/>
                        <a:ext cx="270827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 name="文本框 17">
            <a:extLst>
              <a:ext uri="{FF2B5EF4-FFF2-40B4-BE49-F238E27FC236}">
                <a16:creationId xmlns:a16="http://schemas.microsoft.com/office/drawing/2014/main" id="{587855A3-91A1-E8A9-5A3B-7FAD3B262F5F}"/>
              </a:ext>
            </a:extLst>
          </p:cNvPr>
          <p:cNvSpPr txBox="1"/>
          <p:nvPr/>
        </p:nvSpPr>
        <p:spPr>
          <a:xfrm>
            <a:off x="139883" y="1075235"/>
            <a:ext cx="2226438" cy="584775"/>
          </a:xfrm>
          <a:prstGeom prst="rect">
            <a:avLst/>
          </a:prstGeom>
          <a:noFill/>
        </p:spPr>
        <p:txBody>
          <a:bodyPr wrap="square">
            <a:spAutoFit/>
          </a:bodyPr>
          <a:lstStyle/>
          <a:p>
            <a:r>
              <a:rPr lang="zh-CN" altLang="en-US" sz="3200" b="1" dirty="0">
                <a:solidFill>
                  <a:srgbClr val="0000FF"/>
                </a:solidFill>
                <a:latin typeface="黑体" panose="02010609060101010101" pitchFamily="49" charset="-122"/>
                <a:ea typeface="黑体" panose="02010609060101010101" pitchFamily="49" charset="-122"/>
              </a:rPr>
              <a:t>疾病普查</a:t>
            </a:r>
            <a:endParaRPr lang="zh-CN" altLang="en-US" sz="3200" dirty="0"/>
          </a:p>
        </p:txBody>
      </p:sp>
    </p:spTree>
    <p:extLst>
      <p:ext uri="{BB962C8B-B14F-4D97-AF65-F5344CB8AC3E}">
        <p14:creationId xmlns:p14="http://schemas.microsoft.com/office/powerpoint/2010/main" val="26098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linds(horizontal)">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linds(horizont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blinds(horizontal)">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blinds(horizontal)">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blinds(horizontal)">
                                      <p:cBhvr>
                                        <p:cTn id="5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F07FF1-1088-8F5B-386D-AE7CB354F547}"/>
              </a:ext>
            </a:extLst>
          </p:cNvPr>
          <p:cNvSpPr>
            <a:spLocks noGrp="1"/>
          </p:cNvSpPr>
          <p:nvPr>
            <p:ph type="sldNum" sz="quarter" idx="12"/>
          </p:nvPr>
        </p:nvSpPr>
        <p:spPr/>
        <p:txBody>
          <a:bodyPr/>
          <a:lstStyle/>
          <a:p>
            <a:fld id="{B2435DD8-BC4F-4C8E-9390-DF43692AEB8E}" type="slidenum">
              <a:rPr lang="en-CA" smtClean="0"/>
              <a:t>30</a:t>
            </a:fld>
            <a:endParaRPr lang="en-CA"/>
          </a:p>
        </p:txBody>
      </p:sp>
      <p:grpSp>
        <p:nvGrpSpPr>
          <p:cNvPr id="6" name="组合 5">
            <a:extLst>
              <a:ext uri="{FF2B5EF4-FFF2-40B4-BE49-F238E27FC236}">
                <a16:creationId xmlns:a16="http://schemas.microsoft.com/office/drawing/2014/main" id="{06DB535D-F0DD-4D1F-ED61-53401EC3ACD4}"/>
              </a:ext>
            </a:extLst>
          </p:cNvPr>
          <p:cNvGrpSpPr>
            <a:grpSpLocks/>
          </p:cNvGrpSpPr>
          <p:nvPr/>
        </p:nvGrpSpPr>
        <p:grpSpPr bwMode="auto">
          <a:xfrm>
            <a:off x="536575" y="4558963"/>
            <a:ext cx="8243888" cy="536575"/>
            <a:chOff x="828" y="6940"/>
            <a:chExt cx="13073" cy="844"/>
          </a:xfrm>
        </p:grpSpPr>
        <p:sp>
          <p:nvSpPr>
            <p:cNvPr id="7" name="流程图: 过程 6">
              <a:extLst>
                <a:ext uri="{FF2B5EF4-FFF2-40B4-BE49-F238E27FC236}">
                  <a16:creationId xmlns:a16="http://schemas.microsoft.com/office/drawing/2014/main" id="{49A094EC-761F-A5C8-10E6-CA47C8A8065B}"/>
                </a:ext>
              </a:extLst>
            </p:cNvPr>
            <p:cNvSpPr/>
            <p:nvPr/>
          </p:nvSpPr>
          <p:spPr>
            <a:xfrm>
              <a:off x="1118" y="6940"/>
              <a:ext cx="12265" cy="792"/>
            </a:xfrm>
            <a:prstGeom prst="flowChartProcess">
              <a:avLst/>
            </a:prstGeom>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sp>
          <p:nvSpPr>
            <p:cNvPr id="8" name="文本框 26">
              <a:extLst>
                <a:ext uri="{FF2B5EF4-FFF2-40B4-BE49-F238E27FC236}">
                  <a16:creationId xmlns:a16="http://schemas.microsoft.com/office/drawing/2014/main" id="{3E81C7E7-43E3-7729-B47D-D97FE2DEAF88}"/>
                </a:ext>
              </a:extLst>
            </p:cNvPr>
            <p:cNvSpPr txBox="1">
              <a:spLocks noChangeArrowheads="1"/>
            </p:cNvSpPr>
            <p:nvPr/>
          </p:nvSpPr>
          <p:spPr bwMode="auto">
            <a:xfrm>
              <a:off x="828" y="6962"/>
              <a:ext cx="13073" cy="8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400">
                  <a:solidFill>
                    <a:srgbClr val="7F7F7F"/>
                  </a:solidFill>
                  <a:latin typeface="Century Gothic" panose="020B0502020202020204" pitchFamily="34" charset="0"/>
                  <a:ea typeface="宋体" panose="02010600030101010101" pitchFamily="2" charset="-122"/>
                </a:defRPr>
              </a:lvl1pPr>
              <a:lvl2pPr marL="742950" indent="-28575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3pPr>
              <a:lvl4pPr marL="1600200" indent="-22860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Tx/>
                <a:buNone/>
              </a:pPr>
              <a:r>
                <a:rPr lang="en-US" altLang="zh-CN" b="1" dirty="0">
                  <a:solidFill>
                    <a:schemeClr val="tx1"/>
                  </a:solidFill>
                  <a:latin typeface="楷体" panose="02010609060101010101" pitchFamily="49" charset="-122"/>
                  <a:ea typeface="楷体" panose="02010609060101010101" pitchFamily="49" charset="-122"/>
                </a:rPr>
                <a:t> </a:t>
              </a:r>
              <a:r>
                <a:rPr lang="zh-CN" altLang="en-US" sz="2800" b="1" dirty="0">
                  <a:solidFill>
                    <a:srgbClr val="0000FF"/>
                  </a:solidFill>
                  <a:latin typeface="黑体" panose="02010609060101010101" pitchFamily="49" charset="-122"/>
                  <a:ea typeface="黑体" panose="02010609060101010101" pitchFamily="49" charset="-122"/>
                </a:rPr>
                <a:t>这种试验对于诊断一个人是否患有肝癌有无效果？</a:t>
              </a:r>
              <a:r>
                <a:rPr lang="zh-CN" altLang="en-US" sz="1800" dirty="0">
                  <a:solidFill>
                    <a:schemeClr val="tx1"/>
                  </a:solidFill>
                  <a:latin typeface="黑体" panose="02010609060101010101" pitchFamily="49" charset="-122"/>
                  <a:ea typeface="黑体" panose="02010609060101010101" pitchFamily="49" charset="-122"/>
                </a:rPr>
                <a:t> </a:t>
              </a:r>
            </a:p>
          </p:txBody>
        </p:sp>
      </p:grpSp>
      <p:graphicFrame>
        <p:nvGraphicFramePr>
          <p:cNvPr id="9" name="对象 4">
            <a:hlinkClick r:id="" action="ppaction://ole?verb=1"/>
            <a:extLst>
              <a:ext uri="{FF2B5EF4-FFF2-40B4-BE49-F238E27FC236}">
                <a16:creationId xmlns:a16="http://schemas.microsoft.com/office/drawing/2014/main" id="{5596C8A7-9622-FD1A-6C00-79E22430F8E9}"/>
              </a:ext>
            </a:extLst>
          </p:cNvPr>
          <p:cNvGraphicFramePr>
            <a:graphicFrameLocks noChangeAspect="1"/>
          </p:cNvGraphicFramePr>
          <p:nvPr>
            <p:extLst>
              <p:ext uri="{D42A27DB-BD31-4B8C-83A1-F6EECF244321}">
                <p14:modId xmlns:p14="http://schemas.microsoft.com/office/powerpoint/2010/main" val="3514051931"/>
              </p:ext>
            </p:extLst>
          </p:nvPr>
        </p:nvGraphicFramePr>
        <p:xfrm>
          <a:off x="1020763" y="1838558"/>
          <a:ext cx="6573837" cy="465137"/>
        </p:xfrm>
        <a:graphic>
          <a:graphicData uri="http://schemas.openxmlformats.org/presentationml/2006/ole">
            <mc:AlternateContent xmlns:mc="http://schemas.openxmlformats.org/markup-compatibility/2006">
              <mc:Choice xmlns:v="urn:schemas-microsoft-com:vml" Requires="v">
                <p:oleObj name="Equation" r:id="rId2" imgW="3238200" imgH="228600" progId="Equation.DSMT4">
                  <p:embed/>
                </p:oleObj>
              </mc:Choice>
              <mc:Fallback>
                <p:oleObj name="Equation" r:id="rId2" imgW="3238200" imgH="228600" progId="Equation.DSMT4">
                  <p:embed/>
                  <p:pic>
                    <p:nvPicPr>
                      <p:cNvPr id="31748" name="对象 4">
                        <a:hlinkClick r:id="" action="ppaction://ole?verb=1"/>
                        <a:extLst>
                          <a:ext uri="{FF2B5EF4-FFF2-40B4-BE49-F238E27FC236}">
                            <a16:creationId xmlns:a16="http://schemas.microsoft.com/office/drawing/2014/main" id="{743F0152-40BA-4FD8-A365-14E1189E9AAD}"/>
                          </a:ext>
                        </a:extLst>
                      </p:cNvPr>
                      <p:cNvPicPr>
                        <a:picLocks noChangeAspect="1" noChangeArrowheads="1"/>
                      </p:cNvPicPr>
                      <p:nvPr/>
                    </p:nvPicPr>
                    <p:blipFill>
                      <a:blip r:embed="rId3"/>
                      <a:srcRect/>
                      <a:stretch>
                        <a:fillRect/>
                      </a:stretch>
                    </p:blipFill>
                    <p:spPr bwMode="auto">
                      <a:xfrm>
                        <a:off x="1020763" y="1838558"/>
                        <a:ext cx="65738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对象 27">
            <a:hlinkClick r:id="" action="ppaction://ole?verb=1"/>
            <a:extLst>
              <a:ext uri="{FF2B5EF4-FFF2-40B4-BE49-F238E27FC236}">
                <a16:creationId xmlns:a16="http://schemas.microsoft.com/office/drawing/2014/main" id="{6E707787-E1BC-6E69-ADE4-F540C8340DA6}"/>
              </a:ext>
            </a:extLst>
          </p:cNvPr>
          <p:cNvGraphicFramePr>
            <a:graphicFrameLocks noChangeAspect="1"/>
          </p:cNvGraphicFramePr>
          <p:nvPr>
            <p:extLst>
              <p:ext uri="{D42A27DB-BD31-4B8C-83A1-F6EECF244321}">
                <p14:modId xmlns:p14="http://schemas.microsoft.com/office/powerpoint/2010/main" val="373959338"/>
              </p:ext>
            </p:extLst>
          </p:nvPr>
        </p:nvGraphicFramePr>
        <p:xfrm>
          <a:off x="1042988" y="3035533"/>
          <a:ext cx="5276850" cy="771525"/>
        </p:xfrm>
        <a:graphic>
          <a:graphicData uri="http://schemas.openxmlformats.org/presentationml/2006/ole">
            <mc:AlternateContent xmlns:mc="http://schemas.openxmlformats.org/markup-compatibility/2006">
              <mc:Choice xmlns:v="urn:schemas-microsoft-com:vml" Requires="v">
                <p:oleObj name="Equation" r:id="rId4" imgW="2870200" imgH="419100" progId="Equation.DSMT4">
                  <p:embed/>
                </p:oleObj>
              </mc:Choice>
              <mc:Fallback>
                <p:oleObj name="Equation" r:id="rId4" imgW="2870200" imgH="419100" progId="Equation.DSMT4">
                  <p:embed/>
                  <p:pic>
                    <p:nvPicPr>
                      <p:cNvPr id="31749" name="对象 27">
                        <a:hlinkClick r:id="" action="ppaction://ole?verb=1"/>
                        <a:extLst>
                          <a:ext uri="{FF2B5EF4-FFF2-40B4-BE49-F238E27FC236}">
                            <a16:creationId xmlns:a16="http://schemas.microsoft.com/office/drawing/2014/main" id="{52DD2699-FA4A-4AE8-8AA0-2D326E42BE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3035533"/>
                        <a:ext cx="52768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1" name="组合 15">
            <a:extLst>
              <a:ext uri="{FF2B5EF4-FFF2-40B4-BE49-F238E27FC236}">
                <a16:creationId xmlns:a16="http://schemas.microsoft.com/office/drawing/2014/main" id="{94967843-8888-203D-B82C-A287882B62A1}"/>
              </a:ext>
            </a:extLst>
          </p:cNvPr>
          <p:cNvGrpSpPr>
            <a:grpSpLocks/>
          </p:cNvGrpSpPr>
          <p:nvPr/>
        </p:nvGrpSpPr>
        <p:grpSpPr bwMode="auto">
          <a:xfrm>
            <a:off x="1035050" y="2438633"/>
            <a:ext cx="7500938" cy="420687"/>
            <a:chOff x="1307" y="3238"/>
            <a:chExt cx="11812" cy="662"/>
          </a:xfrm>
        </p:grpSpPr>
        <p:graphicFrame>
          <p:nvGraphicFramePr>
            <p:cNvPr id="12" name="对象 8">
              <a:hlinkClick r:id="" action="ppaction://ole?verb=1"/>
              <a:extLst>
                <a:ext uri="{FF2B5EF4-FFF2-40B4-BE49-F238E27FC236}">
                  <a16:creationId xmlns:a16="http://schemas.microsoft.com/office/drawing/2014/main" id="{1C5842BF-1716-9435-6BA2-C53BE7BE01F0}"/>
                </a:ext>
              </a:extLst>
            </p:cNvPr>
            <p:cNvGraphicFramePr>
              <a:graphicFrameLocks noChangeAspect="1"/>
            </p:cNvGraphicFramePr>
            <p:nvPr/>
          </p:nvGraphicFramePr>
          <p:xfrm>
            <a:off x="1307" y="3312"/>
            <a:ext cx="2792" cy="588"/>
          </p:xfrm>
          <a:graphic>
            <a:graphicData uri="http://schemas.openxmlformats.org/presentationml/2006/ole">
              <mc:AlternateContent xmlns:mc="http://schemas.openxmlformats.org/markup-compatibility/2006">
                <mc:Choice xmlns:v="urn:schemas-microsoft-com:vml" Requires="v">
                  <p:oleObj r:id="rId6" imgW="965160" imgH="203040" progId="Equation.KSEE3">
                    <p:embed/>
                  </p:oleObj>
                </mc:Choice>
                <mc:Fallback>
                  <p:oleObj r:id="rId6" imgW="965160" imgH="203040" progId="Equation.KSEE3">
                    <p:embed/>
                    <p:pic>
                      <p:nvPicPr>
                        <p:cNvPr id="31757" name="对象 8">
                          <a:hlinkClick r:id="" action="ppaction://ole?verb=1"/>
                          <a:extLst>
                            <a:ext uri="{FF2B5EF4-FFF2-40B4-BE49-F238E27FC236}">
                              <a16:creationId xmlns:a16="http://schemas.microsoft.com/office/drawing/2014/main" id="{668BEDF3-D878-4D39-9E1A-FB39CEA9FEF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7" y="3312"/>
                          <a:ext cx="2792" cy="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对象 9">
              <a:hlinkClick r:id="" action="ppaction://ole?verb=1"/>
              <a:extLst>
                <a:ext uri="{FF2B5EF4-FFF2-40B4-BE49-F238E27FC236}">
                  <a16:creationId xmlns:a16="http://schemas.microsoft.com/office/drawing/2014/main" id="{A8795DEB-BC2E-694C-15BB-E5C35FC3FD07}"/>
                </a:ext>
              </a:extLst>
            </p:cNvPr>
            <p:cNvGraphicFramePr>
              <a:graphicFrameLocks noChangeAspect="1"/>
            </p:cNvGraphicFramePr>
            <p:nvPr/>
          </p:nvGraphicFramePr>
          <p:xfrm>
            <a:off x="4283" y="3238"/>
            <a:ext cx="2792" cy="662"/>
          </p:xfrm>
          <a:graphic>
            <a:graphicData uri="http://schemas.openxmlformats.org/presentationml/2006/ole">
              <mc:AlternateContent xmlns:mc="http://schemas.openxmlformats.org/markup-compatibility/2006">
                <mc:Choice xmlns:v="urn:schemas-microsoft-com:vml" Requires="v">
                  <p:oleObj r:id="rId8" imgW="965160" imgH="228600" progId="Equation.KSEE3">
                    <p:embed/>
                  </p:oleObj>
                </mc:Choice>
                <mc:Fallback>
                  <p:oleObj r:id="rId8" imgW="965160" imgH="228600" progId="Equation.KSEE3">
                    <p:embed/>
                    <p:pic>
                      <p:nvPicPr>
                        <p:cNvPr id="31758" name="对象 9">
                          <a:hlinkClick r:id="" action="ppaction://ole?verb=1"/>
                          <a:extLst>
                            <a:ext uri="{FF2B5EF4-FFF2-40B4-BE49-F238E27FC236}">
                              <a16:creationId xmlns:a16="http://schemas.microsoft.com/office/drawing/2014/main" id="{E1F38FD0-F3E1-4E1F-8239-247782811DC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83" y="3238"/>
                          <a:ext cx="2792" cy="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对象 11">
              <a:hlinkClick r:id="" action="ppaction://ole?verb=1"/>
              <a:extLst>
                <a:ext uri="{FF2B5EF4-FFF2-40B4-BE49-F238E27FC236}">
                  <a16:creationId xmlns:a16="http://schemas.microsoft.com/office/drawing/2014/main" id="{8EDB79AA-1514-6942-825C-03427AD925C1}"/>
                </a:ext>
              </a:extLst>
            </p:cNvPr>
            <p:cNvGraphicFramePr>
              <a:graphicFrameLocks noChangeAspect="1"/>
            </p:cNvGraphicFramePr>
            <p:nvPr/>
          </p:nvGraphicFramePr>
          <p:xfrm>
            <a:off x="7131" y="3312"/>
            <a:ext cx="2901" cy="588"/>
          </p:xfrm>
          <a:graphic>
            <a:graphicData uri="http://schemas.openxmlformats.org/presentationml/2006/ole">
              <mc:AlternateContent xmlns:mc="http://schemas.openxmlformats.org/markup-compatibility/2006">
                <mc:Choice xmlns:v="urn:schemas-microsoft-com:vml" Requires="v">
                  <p:oleObj r:id="rId10" imgW="1002960" imgH="203040" progId="Equation.KSEE3">
                    <p:embed/>
                  </p:oleObj>
                </mc:Choice>
                <mc:Fallback>
                  <p:oleObj r:id="rId10" imgW="1002960" imgH="203040" progId="Equation.KSEE3">
                    <p:embed/>
                    <p:pic>
                      <p:nvPicPr>
                        <p:cNvPr id="31759" name="对象 11">
                          <a:hlinkClick r:id="" action="ppaction://ole?verb=1"/>
                          <a:extLst>
                            <a:ext uri="{FF2B5EF4-FFF2-40B4-BE49-F238E27FC236}">
                              <a16:creationId xmlns:a16="http://schemas.microsoft.com/office/drawing/2014/main" id="{8EDE516C-A411-4F91-9503-446D8E3542F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31" y="3312"/>
                          <a:ext cx="2901" cy="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 name="对象 13">
              <a:hlinkClick r:id="" action="ppaction://ole?verb=1"/>
              <a:extLst>
                <a:ext uri="{FF2B5EF4-FFF2-40B4-BE49-F238E27FC236}">
                  <a16:creationId xmlns:a16="http://schemas.microsoft.com/office/drawing/2014/main" id="{28DD0F9C-B89E-24EA-766C-293269208508}"/>
                </a:ext>
              </a:extLst>
            </p:cNvPr>
            <p:cNvGraphicFramePr>
              <a:graphicFrameLocks noChangeAspect="1"/>
            </p:cNvGraphicFramePr>
            <p:nvPr/>
          </p:nvGraphicFramePr>
          <p:xfrm>
            <a:off x="10032" y="3238"/>
            <a:ext cx="3087" cy="662"/>
          </p:xfrm>
          <a:graphic>
            <a:graphicData uri="http://schemas.openxmlformats.org/presentationml/2006/ole">
              <mc:AlternateContent xmlns:mc="http://schemas.openxmlformats.org/markup-compatibility/2006">
                <mc:Choice xmlns:v="urn:schemas-microsoft-com:vml" Requires="v">
                  <p:oleObj r:id="rId12" imgW="1066680" imgH="228600" progId="Equation.KSEE3">
                    <p:embed/>
                  </p:oleObj>
                </mc:Choice>
                <mc:Fallback>
                  <p:oleObj r:id="rId12" imgW="1066680" imgH="228600" progId="Equation.KSEE3">
                    <p:embed/>
                    <p:pic>
                      <p:nvPicPr>
                        <p:cNvPr id="31760" name="对象 13">
                          <a:hlinkClick r:id="" action="ppaction://ole?verb=1"/>
                          <a:extLst>
                            <a:ext uri="{FF2B5EF4-FFF2-40B4-BE49-F238E27FC236}">
                              <a16:creationId xmlns:a16="http://schemas.microsoft.com/office/drawing/2014/main" id="{ED756CD0-D96C-4E6A-85BC-8E07C93DB81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32" y="3238"/>
                          <a:ext cx="3087" cy="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6" name="文本框 15">
            <a:extLst>
              <a:ext uri="{FF2B5EF4-FFF2-40B4-BE49-F238E27FC236}">
                <a16:creationId xmlns:a16="http://schemas.microsoft.com/office/drawing/2014/main" id="{9EAAECBD-8523-69B4-CDEA-B9A251B337B2}"/>
              </a:ext>
            </a:extLst>
          </p:cNvPr>
          <p:cNvSpPr txBox="1">
            <a:spLocks noChangeArrowheads="1"/>
          </p:cNvSpPr>
          <p:nvPr/>
        </p:nvSpPr>
        <p:spPr bwMode="auto">
          <a:xfrm>
            <a:off x="250825" y="5213013"/>
            <a:ext cx="16176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spcBef>
                <a:spcPct val="20000"/>
              </a:spcBef>
              <a:buChar char="•"/>
              <a:defRPr sz="2400">
                <a:solidFill>
                  <a:srgbClr val="7F7F7F"/>
                </a:solidFill>
                <a:latin typeface="Century Gothic" panose="020B0502020202020204" pitchFamily="34" charset="0"/>
                <a:ea typeface="宋体" panose="02010600030101010101" pitchFamily="2" charset="-122"/>
              </a:defRPr>
            </a:lvl1pPr>
            <a:lvl2pPr marL="742950" indent="-28575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3pPr>
            <a:lvl4pPr marL="1600200" indent="-22860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
            </a:pPr>
            <a:r>
              <a:rPr lang="en-US" altLang="zh-CN" sz="2800" b="1" dirty="0">
                <a:solidFill>
                  <a:srgbClr val="0000FF"/>
                </a:solidFill>
                <a:latin typeface="Times New Roman" panose="02020603050405020304" pitchFamily="18" charset="0"/>
                <a:ea typeface="楷体" panose="02010609060101010101" pitchFamily="49" charset="-122"/>
                <a:sym typeface="黑体" panose="02010609060101010101" pitchFamily="49" charset="-122"/>
              </a:rPr>
              <a:t>0.0004</a:t>
            </a:r>
          </a:p>
        </p:txBody>
      </p:sp>
      <p:sp>
        <p:nvSpPr>
          <p:cNvPr id="17" name="右箭头 36">
            <a:extLst>
              <a:ext uri="{FF2B5EF4-FFF2-40B4-BE49-F238E27FC236}">
                <a16:creationId xmlns:a16="http://schemas.microsoft.com/office/drawing/2014/main" id="{D35FF21F-F82A-B094-5E80-67FFB0745A44}"/>
              </a:ext>
            </a:extLst>
          </p:cNvPr>
          <p:cNvSpPr/>
          <p:nvPr/>
        </p:nvSpPr>
        <p:spPr>
          <a:xfrm>
            <a:off x="1992313" y="5373350"/>
            <a:ext cx="649287" cy="1444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sp>
        <p:nvSpPr>
          <p:cNvPr id="18" name="文本框 17">
            <a:extLst>
              <a:ext uri="{FF2B5EF4-FFF2-40B4-BE49-F238E27FC236}">
                <a16:creationId xmlns:a16="http://schemas.microsoft.com/office/drawing/2014/main" id="{BA5EBABD-3CF8-8EAA-51C5-9A3880EF0B9C}"/>
              </a:ext>
            </a:extLst>
          </p:cNvPr>
          <p:cNvSpPr txBox="1"/>
          <p:nvPr/>
        </p:nvSpPr>
        <p:spPr>
          <a:xfrm>
            <a:off x="2808288" y="5214600"/>
            <a:ext cx="1417637" cy="522288"/>
          </a:xfrm>
          <a:prstGeom prst="rect">
            <a:avLst/>
          </a:prstGeom>
          <a:noFill/>
        </p:spPr>
        <p:txBody>
          <a:bodyPr>
            <a:spAutoFit/>
          </a:bodyPr>
          <a:lstStyle/>
          <a:p>
            <a:pPr>
              <a:buFont typeface="Wingdings" panose="05000000000000000000" charset="0"/>
              <a:buNone/>
              <a:defRPr/>
            </a:pPr>
            <a:r>
              <a:rPr kumimoji="1" lang="en-US" altLang="zh-CN" sz="2800" b="1" noProof="1">
                <a:solidFill>
                  <a:srgbClr val="0000FF"/>
                </a:solidFill>
                <a:effectLst>
                  <a:outerShdw blurRad="38100" dist="25400" dir="5400000" algn="ctr" rotWithShape="0">
                    <a:srgbClr val="6E747A">
                      <a:alpha val="43000"/>
                    </a:srgbClr>
                  </a:outerShdw>
                </a:effectLst>
                <a:latin typeface="Times New Roman" panose="02020603050405020304" pitchFamily="2" charset="0"/>
                <a:ea typeface="楷体" panose="02010609060101010101" charset="-122"/>
                <a:sym typeface="+mn-ea"/>
              </a:rPr>
              <a:t>0.283</a:t>
            </a:r>
          </a:p>
        </p:txBody>
      </p:sp>
      <p:sp>
        <p:nvSpPr>
          <p:cNvPr id="19" name="文本框 38">
            <a:extLst>
              <a:ext uri="{FF2B5EF4-FFF2-40B4-BE49-F238E27FC236}">
                <a16:creationId xmlns:a16="http://schemas.microsoft.com/office/drawing/2014/main" id="{E9AA5ABF-080B-9C6F-961B-2FD53F92C895}"/>
              </a:ext>
            </a:extLst>
          </p:cNvPr>
          <p:cNvSpPr txBox="1">
            <a:spLocks noChangeArrowheads="1"/>
          </p:cNvSpPr>
          <p:nvPr/>
        </p:nvSpPr>
        <p:spPr bwMode="auto">
          <a:xfrm>
            <a:off x="3887788" y="5213013"/>
            <a:ext cx="22129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400">
                <a:solidFill>
                  <a:srgbClr val="7F7F7F"/>
                </a:solidFill>
                <a:latin typeface="Century Gothic" panose="020B0502020202020204" pitchFamily="34" charset="0"/>
                <a:ea typeface="宋体" panose="02010600030101010101" pitchFamily="2" charset="-122"/>
              </a:defRPr>
            </a:lvl1pPr>
            <a:lvl2pPr marL="742950" indent="-28575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3pPr>
            <a:lvl4pPr marL="1600200" indent="-22860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Tx/>
              <a:buNone/>
            </a:pPr>
            <a:r>
              <a:rPr lang="zh-CN" altLang="en-US" sz="2800" b="1" dirty="0">
                <a:solidFill>
                  <a:srgbClr val="FF0000"/>
                </a:solidFill>
                <a:latin typeface="黑体" panose="02010609060101010101" pitchFamily="49" charset="-122"/>
                <a:ea typeface="黑体" panose="02010609060101010101" pitchFamily="49" charset="-122"/>
              </a:rPr>
              <a:t>有效！</a:t>
            </a:r>
          </a:p>
        </p:txBody>
      </p:sp>
      <p:sp>
        <p:nvSpPr>
          <p:cNvPr id="20" name="文本框 16">
            <a:extLst>
              <a:ext uri="{FF2B5EF4-FFF2-40B4-BE49-F238E27FC236}">
                <a16:creationId xmlns:a16="http://schemas.microsoft.com/office/drawing/2014/main" id="{78DA30B7-041A-D05A-FD73-1CC7B232E139}"/>
              </a:ext>
            </a:extLst>
          </p:cNvPr>
          <p:cNvSpPr txBox="1">
            <a:spLocks noChangeArrowheads="1"/>
          </p:cNvSpPr>
          <p:nvPr/>
        </p:nvSpPr>
        <p:spPr bwMode="auto">
          <a:xfrm>
            <a:off x="250825" y="5786100"/>
            <a:ext cx="72042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spcBef>
                <a:spcPct val="20000"/>
              </a:spcBef>
              <a:buChar char="•"/>
              <a:defRPr sz="2400">
                <a:solidFill>
                  <a:srgbClr val="7F7F7F"/>
                </a:solidFill>
                <a:latin typeface="Century Gothic" panose="020B0502020202020204" pitchFamily="34" charset="0"/>
                <a:ea typeface="宋体" panose="02010600030101010101" pitchFamily="2" charset="-122"/>
              </a:defRPr>
            </a:lvl1pPr>
            <a:lvl2pPr marL="742950" indent="-28575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3pPr>
            <a:lvl4pPr marL="1600200" indent="-22860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
            </a:pPr>
            <a:r>
              <a:rPr lang="zh-CN" altLang="en-US" sz="2800" b="1" dirty="0">
                <a:solidFill>
                  <a:srgbClr val="0000FF"/>
                </a:solidFill>
                <a:latin typeface="黑体" panose="02010609060101010101" pitchFamily="49" charset="-122"/>
                <a:ea typeface="黑体" panose="02010609060101010101" pitchFamily="49" charset="-122"/>
                <a:sym typeface="黑体" panose="02010609060101010101" pitchFamily="49" charset="-122"/>
              </a:rPr>
              <a:t>检验精度低的主要原因是肝癌发病率很低</a:t>
            </a:r>
            <a:r>
              <a:rPr lang="en-US" altLang="zh-CN" sz="2800" b="1" dirty="0">
                <a:solidFill>
                  <a:srgbClr val="0000FF"/>
                </a:solidFill>
                <a:latin typeface="黑体" panose="02010609060101010101" pitchFamily="49" charset="-122"/>
                <a:ea typeface="黑体" panose="02010609060101010101" pitchFamily="49" charset="-122"/>
                <a:sym typeface="黑体" panose="02010609060101010101" pitchFamily="49" charset="-122"/>
              </a:rPr>
              <a:t>.</a:t>
            </a:r>
            <a:endParaRPr lang="zh-CN" altLang="en-US" sz="2800" b="1" dirty="0">
              <a:solidFill>
                <a:srgbClr val="0000FF"/>
              </a:solidFill>
              <a:latin typeface="黑体" panose="02010609060101010101" pitchFamily="49" charset="-122"/>
              <a:ea typeface="黑体" panose="02010609060101010101" pitchFamily="49" charset="-122"/>
              <a:sym typeface="黑体" panose="02010609060101010101" pitchFamily="49" charset="-122"/>
            </a:endParaRPr>
          </a:p>
        </p:txBody>
      </p:sp>
      <p:sp>
        <p:nvSpPr>
          <p:cNvPr id="21" name="文本框 20">
            <a:extLst>
              <a:ext uri="{FF2B5EF4-FFF2-40B4-BE49-F238E27FC236}">
                <a16:creationId xmlns:a16="http://schemas.microsoft.com/office/drawing/2014/main" id="{4A428FA9-FC29-23C5-1127-51FA90968C7B}"/>
              </a:ext>
            </a:extLst>
          </p:cNvPr>
          <p:cNvSpPr txBox="1"/>
          <p:nvPr/>
        </p:nvSpPr>
        <p:spPr>
          <a:xfrm>
            <a:off x="0" y="3950950"/>
            <a:ext cx="9036050" cy="520700"/>
          </a:xfrm>
          <a:prstGeom prst="rect">
            <a:avLst/>
          </a:prstGeom>
          <a:noFill/>
        </p:spPr>
        <p:txBody>
          <a:bodyPr wrap="square">
            <a:spAutoFit/>
          </a:bodyPr>
          <a:lstStyle/>
          <a:p>
            <a:pPr marL="457200" indent="-457200">
              <a:buFont typeface="Wingdings" panose="05000000000000000000" charset="0"/>
              <a:buChar char=""/>
              <a:defRPr/>
            </a:pPr>
            <a:r>
              <a:rPr kumimoji="1" lang="zh-CN" altLang="en-US" sz="2800" b="1" noProof="1">
                <a:solidFill>
                  <a:srgbClr val="0000FF"/>
                </a:solidFill>
                <a:latin typeface="黑体" panose="02010609060101010101" pitchFamily="49" charset="-122"/>
                <a:ea typeface="黑体" panose="02010609060101010101" pitchFamily="49" charset="-122"/>
                <a:sym typeface="+mn-ea"/>
              </a:rPr>
              <a:t>在化验结果呈阳性的人中</a:t>
            </a:r>
            <a:r>
              <a:rPr kumimoji="1" lang="en-US" altLang="zh-CN" sz="2800" b="1" noProof="1">
                <a:solidFill>
                  <a:srgbClr val="0000FF"/>
                </a:solidFill>
                <a:latin typeface="黑体" panose="02010609060101010101" pitchFamily="49" charset="-122"/>
                <a:ea typeface="黑体" panose="02010609060101010101" pitchFamily="49" charset="-122"/>
                <a:sym typeface="+mn-ea"/>
              </a:rPr>
              <a:t>,</a:t>
            </a:r>
            <a:r>
              <a:rPr kumimoji="1" lang="zh-CN" altLang="en-US" sz="2800" b="1" noProof="1">
                <a:solidFill>
                  <a:srgbClr val="0000FF"/>
                </a:solidFill>
                <a:latin typeface="黑体" panose="02010609060101010101" pitchFamily="49" charset="-122"/>
                <a:ea typeface="黑体" panose="02010609060101010101" pitchFamily="49" charset="-122"/>
                <a:sym typeface="+mn-ea"/>
              </a:rPr>
              <a:t>确实患肝癌的人不到</a:t>
            </a:r>
            <a:r>
              <a:rPr kumimoji="1" lang="en-US" altLang="zh-CN" sz="2800" b="1" noProof="1">
                <a:solidFill>
                  <a:srgbClr val="0000FF"/>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rPr>
              <a:t>30%</a:t>
            </a:r>
            <a:r>
              <a:rPr kumimoji="1" lang="zh-CN" altLang="en-US" sz="2800" b="1" noProof="1">
                <a:solidFill>
                  <a:srgbClr val="0000FF"/>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rPr>
              <a:t>；</a:t>
            </a:r>
          </a:p>
        </p:txBody>
      </p:sp>
      <p:sp>
        <p:nvSpPr>
          <p:cNvPr id="22" name="文本框 21">
            <a:extLst>
              <a:ext uri="{FF2B5EF4-FFF2-40B4-BE49-F238E27FC236}">
                <a16:creationId xmlns:a16="http://schemas.microsoft.com/office/drawing/2014/main" id="{D4D3304B-A7CB-2BB7-1DD4-FBD19F1D5EC9}"/>
              </a:ext>
            </a:extLst>
          </p:cNvPr>
          <p:cNvSpPr txBox="1"/>
          <p:nvPr/>
        </p:nvSpPr>
        <p:spPr>
          <a:xfrm>
            <a:off x="261288" y="1017998"/>
            <a:ext cx="2226438" cy="584775"/>
          </a:xfrm>
          <a:prstGeom prst="rect">
            <a:avLst/>
          </a:prstGeom>
          <a:noFill/>
        </p:spPr>
        <p:txBody>
          <a:bodyPr wrap="square">
            <a:spAutoFit/>
          </a:bodyPr>
          <a:lstStyle/>
          <a:p>
            <a:r>
              <a:rPr lang="zh-CN" altLang="en-US" sz="3200" b="1" dirty="0">
                <a:solidFill>
                  <a:srgbClr val="0000FF"/>
                </a:solidFill>
                <a:latin typeface="黑体" panose="02010609060101010101" pitchFamily="49" charset="-122"/>
                <a:ea typeface="黑体" panose="02010609060101010101" pitchFamily="49" charset="-122"/>
              </a:rPr>
              <a:t>疾病普查</a:t>
            </a:r>
            <a:endParaRPr lang="zh-CN" altLang="en-US" sz="3200" dirty="0"/>
          </a:p>
        </p:txBody>
      </p:sp>
    </p:spTree>
    <p:extLst>
      <p:ext uri="{BB962C8B-B14F-4D97-AF65-F5344CB8AC3E}">
        <p14:creationId xmlns:p14="http://schemas.microsoft.com/office/powerpoint/2010/main" val="997438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bldLvl="0" animBg="1"/>
      <p:bldP spid="18" grpId="0"/>
      <p:bldP spid="19" grpId="0"/>
      <p:bldP spid="20" grpId="0"/>
      <p:bldP spid="2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FEF1F9AB-C3EA-BA8C-5F2B-4BED44784590}"/>
              </a:ext>
            </a:extLst>
          </p:cNvPr>
          <p:cNvSpPr>
            <a:spLocks noGrp="1"/>
          </p:cNvSpPr>
          <p:nvPr>
            <p:ph type="sldNum" sz="quarter" idx="12"/>
          </p:nvPr>
        </p:nvSpPr>
        <p:spPr/>
        <p:txBody>
          <a:bodyPr/>
          <a:lstStyle/>
          <a:p>
            <a:fld id="{B2435DD8-BC4F-4C8E-9390-DF43692AEB8E}" type="slidenum">
              <a:rPr lang="en-CA" smtClean="0"/>
              <a:t>31</a:t>
            </a:fld>
            <a:endParaRPr lang="en-CA"/>
          </a:p>
        </p:txBody>
      </p:sp>
      <p:sp>
        <p:nvSpPr>
          <p:cNvPr id="6" name="标题 1">
            <a:extLst>
              <a:ext uri="{FF2B5EF4-FFF2-40B4-BE49-F238E27FC236}">
                <a16:creationId xmlns:a16="http://schemas.microsoft.com/office/drawing/2014/main" id="{357DD472-2D7F-A5EE-5C8D-DBEEDF800D5D}"/>
              </a:ext>
            </a:extLst>
          </p:cNvPr>
          <p:cNvSpPr>
            <a:spLocks noGrp="1" noChangeArrowheads="1"/>
          </p:cNvSpPr>
          <p:nvPr/>
        </p:nvSpPr>
        <p:spPr bwMode="auto">
          <a:xfrm>
            <a:off x="457200" y="809203"/>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2400">
                <a:solidFill>
                  <a:srgbClr val="7F7F7F"/>
                </a:solidFill>
                <a:latin typeface="Century Gothic" panose="020B0502020202020204" pitchFamily="34" charset="0"/>
                <a:ea typeface="宋体" panose="02010600030101010101" pitchFamily="2" charset="-122"/>
              </a:defRPr>
            </a:lvl1pPr>
            <a:lvl2pPr marL="742950" indent="-28575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3pPr>
            <a:lvl4pPr marL="1600200" indent="-22860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Tx/>
              <a:buNone/>
            </a:pPr>
            <a:r>
              <a:rPr lang="zh-CN" altLang="en-US" sz="3600" b="1" dirty="0">
                <a:solidFill>
                  <a:srgbClr val="0000FF"/>
                </a:solidFill>
                <a:latin typeface="黑体" panose="02010609060101010101" pitchFamily="49" charset="-122"/>
                <a:ea typeface="黑体" panose="02010609060101010101" pitchFamily="49" charset="-122"/>
              </a:rPr>
              <a:t>疾病普查</a:t>
            </a:r>
            <a:r>
              <a:rPr lang="en-US" altLang="zh-CN" sz="3600" b="1" dirty="0">
                <a:solidFill>
                  <a:srgbClr val="0000FF"/>
                </a:solidFill>
                <a:latin typeface="黑体" panose="02010609060101010101" pitchFamily="49" charset="-122"/>
                <a:ea typeface="黑体" panose="02010609060101010101" pitchFamily="49" charset="-122"/>
              </a:rPr>
              <a:t>(</a:t>
            </a:r>
            <a:r>
              <a:rPr lang="zh-CN" altLang="zh-CN" sz="3600" b="1" dirty="0">
                <a:solidFill>
                  <a:srgbClr val="0000FF"/>
                </a:solidFill>
                <a:latin typeface="黑体" panose="02010609060101010101" pitchFamily="49" charset="-122"/>
                <a:ea typeface="黑体" panose="02010609060101010101" pitchFamily="49" charset="-122"/>
              </a:rPr>
              <a:t>续</a:t>
            </a:r>
            <a:r>
              <a:rPr lang="en-US" altLang="zh-CN" sz="3600" b="1" dirty="0">
                <a:solidFill>
                  <a:srgbClr val="0000FF"/>
                </a:solidFill>
                <a:latin typeface="黑体" panose="02010609060101010101" pitchFamily="49" charset="-122"/>
                <a:ea typeface="黑体" panose="02010609060101010101" pitchFamily="49" charset="-122"/>
              </a:rPr>
              <a:t>)</a:t>
            </a:r>
          </a:p>
        </p:txBody>
      </p:sp>
      <p:sp>
        <p:nvSpPr>
          <p:cNvPr id="7" name="矩形 6">
            <a:extLst>
              <a:ext uri="{FF2B5EF4-FFF2-40B4-BE49-F238E27FC236}">
                <a16:creationId xmlns:a16="http://schemas.microsoft.com/office/drawing/2014/main" id="{D98A3480-BB27-D660-CC42-047971DF3CFF}"/>
              </a:ext>
            </a:extLst>
          </p:cNvPr>
          <p:cNvSpPr>
            <a:spLocks noChangeArrowheads="1"/>
          </p:cNvSpPr>
          <p:nvPr/>
        </p:nvSpPr>
        <p:spPr bwMode="auto">
          <a:xfrm>
            <a:off x="612775" y="2007766"/>
            <a:ext cx="666240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spcBef>
                <a:spcPct val="20000"/>
              </a:spcBef>
              <a:buChar char="•"/>
              <a:defRPr sz="2400">
                <a:solidFill>
                  <a:srgbClr val="7F7F7F"/>
                </a:solidFill>
                <a:latin typeface="Century Gothic" panose="020B0502020202020204" pitchFamily="34" charset="0"/>
                <a:ea typeface="宋体" panose="02010600030101010101" pitchFamily="2" charset="-122"/>
              </a:defRPr>
            </a:lvl1pPr>
            <a:lvl2pPr marL="742950" indent="-28575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2pPr>
            <a:lvl3pPr marL="11430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3pPr>
            <a:lvl4pPr marL="1600200" indent="-228600" eaLnBrk="0" hangingPunct="0">
              <a:spcBef>
                <a:spcPct val="20000"/>
              </a:spcBef>
              <a:buFont typeface="Courier New" panose="02070309020205020404" pitchFamily="49" charset="0"/>
              <a:buChar char="o"/>
              <a:defRPr sz="1600">
                <a:solidFill>
                  <a:srgbClr val="7F7F7F"/>
                </a:solidFill>
                <a:latin typeface="Century Gothic" panose="020B0502020202020204" pitchFamily="34" charset="0"/>
                <a:ea typeface="宋体" panose="02010600030101010101" pitchFamily="2" charset="-122"/>
              </a:defRPr>
            </a:lvl4pPr>
            <a:lvl5pPr marL="2057400" indent="-228600" eaLnBrk="0" hangingPunct="0">
              <a:spcBef>
                <a:spcPct val="20000"/>
              </a:spcBef>
              <a:buChar char="•"/>
              <a:defRPr sz="1600">
                <a:solidFill>
                  <a:srgbClr val="7F7F7F"/>
                </a:solidFill>
                <a:latin typeface="Century Gothic" panose="020B0502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
            </a:pPr>
            <a:r>
              <a:rPr lang="zh-CN" altLang="en-US" sz="2800" b="1" dirty="0">
                <a:solidFill>
                  <a:srgbClr val="0000FF"/>
                </a:solidFill>
                <a:latin typeface="黑体" panose="02010609060101010101" pitchFamily="49" charset="-122"/>
                <a:ea typeface="黑体" panose="02010609060101010101" pitchFamily="49" charset="-122"/>
              </a:rPr>
              <a:t>对首次检查呈阳性的人群再进行复查；</a:t>
            </a:r>
          </a:p>
        </p:txBody>
      </p:sp>
      <p:graphicFrame>
        <p:nvGraphicFramePr>
          <p:cNvPr id="8" name="对象 8">
            <a:hlinkClick r:id="" action="ppaction://ole?verb=1"/>
            <a:extLst>
              <a:ext uri="{FF2B5EF4-FFF2-40B4-BE49-F238E27FC236}">
                <a16:creationId xmlns:a16="http://schemas.microsoft.com/office/drawing/2014/main" id="{00F63270-0686-2056-7F1F-57CC47AB909A}"/>
              </a:ext>
            </a:extLst>
          </p:cNvPr>
          <p:cNvGraphicFramePr>
            <a:graphicFrameLocks noChangeAspect="1"/>
          </p:cNvGraphicFramePr>
          <p:nvPr>
            <p:extLst>
              <p:ext uri="{D42A27DB-BD31-4B8C-83A1-F6EECF244321}">
                <p14:modId xmlns:p14="http://schemas.microsoft.com/office/powerpoint/2010/main" val="271318245"/>
              </p:ext>
            </p:extLst>
          </p:nvPr>
        </p:nvGraphicFramePr>
        <p:xfrm>
          <a:off x="612775" y="3507953"/>
          <a:ext cx="1633538" cy="373063"/>
        </p:xfrm>
        <a:graphic>
          <a:graphicData uri="http://schemas.openxmlformats.org/presentationml/2006/ole">
            <mc:AlternateContent xmlns:mc="http://schemas.openxmlformats.org/markup-compatibility/2006">
              <mc:Choice xmlns:v="urn:schemas-microsoft-com:vml" Requires="v">
                <p:oleObj r:id="rId2" imgW="888840" imgH="203040" progId="Equation.KSEE3">
                  <p:embed/>
                </p:oleObj>
              </mc:Choice>
              <mc:Fallback>
                <p:oleObj r:id="rId2" imgW="888840" imgH="203040" progId="Equation.KSEE3">
                  <p:embed/>
                  <p:pic>
                    <p:nvPicPr>
                      <p:cNvPr id="10244" name="对象 8">
                        <a:hlinkClick r:id="" action="ppaction://ole?verb=1"/>
                        <a:extLst>
                          <a:ext uri="{FF2B5EF4-FFF2-40B4-BE49-F238E27FC236}">
                            <a16:creationId xmlns:a16="http://schemas.microsoft.com/office/drawing/2014/main" id="{1E6CE488-FBD4-4A6F-9F1C-C45D100E2C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775" y="3507953"/>
                        <a:ext cx="163353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对象 9">
            <a:hlinkClick r:id="" action="ppaction://ole?verb=1"/>
            <a:extLst>
              <a:ext uri="{FF2B5EF4-FFF2-40B4-BE49-F238E27FC236}">
                <a16:creationId xmlns:a16="http://schemas.microsoft.com/office/drawing/2014/main" id="{D7F831D2-64E9-F4CA-C6AE-63AD9C94C6EC}"/>
              </a:ext>
            </a:extLst>
          </p:cNvPr>
          <p:cNvGraphicFramePr>
            <a:graphicFrameLocks noChangeAspect="1"/>
          </p:cNvGraphicFramePr>
          <p:nvPr>
            <p:extLst>
              <p:ext uri="{D42A27DB-BD31-4B8C-83A1-F6EECF244321}">
                <p14:modId xmlns:p14="http://schemas.microsoft.com/office/powerpoint/2010/main" val="3452522384"/>
              </p:ext>
            </p:extLst>
          </p:nvPr>
        </p:nvGraphicFramePr>
        <p:xfrm>
          <a:off x="2268538" y="3460328"/>
          <a:ext cx="1631950" cy="420688"/>
        </p:xfrm>
        <a:graphic>
          <a:graphicData uri="http://schemas.openxmlformats.org/presentationml/2006/ole">
            <mc:AlternateContent xmlns:mc="http://schemas.openxmlformats.org/markup-compatibility/2006">
              <mc:Choice xmlns:v="urn:schemas-microsoft-com:vml" Requires="v">
                <p:oleObj r:id="rId4" imgW="888840" imgH="228600" progId="Equation.KSEE3">
                  <p:embed/>
                </p:oleObj>
              </mc:Choice>
              <mc:Fallback>
                <p:oleObj r:id="rId4" imgW="888840" imgH="228600" progId="Equation.KSEE3">
                  <p:embed/>
                  <p:pic>
                    <p:nvPicPr>
                      <p:cNvPr id="10245" name="对象 9">
                        <a:hlinkClick r:id="" action="ppaction://ole?verb=1"/>
                        <a:extLst>
                          <a:ext uri="{FF2B5EF4-FFF2-40B4-BE49-F238E27FC236}">
                            <a16:creationId xmlns:a16="http://schemas.microsoft.com/office/drawing/2014/main" id="{A4B3BB8D-10CF-4B05-AAB4-9E44B3A746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8538" y="3460328"/>
                        <a:ext cx="163195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对象 11">
            <a:hlinkClick r:id="" action="ppaction://ole?verb=1"/>
            <a:extLst>
              <a:ext uri="{FF2B5EF4-FFF2-40B4-BE49-F238E27FC236}">
                <a16:creationId xmlns:a16="http://schemas.microsoft.com/office/drawing/2014/main" id="{F4D10B4A-D15B-6FCE-61FA-651E19C8B458}"/>
              </a:ext>
            </a:extLst>
          </p:cNvPr>
          <p:cNvGraphicFramePr>
            <a:graphicFrameLocks noChangeAspect="1"/>
          </p:cNvGraphicFramePr>
          <p:nvPr>
            <p:extLst>
              <p:ext uri="{D42A27DB-BD31-4B8C-83A1-F6EECF244321}">
                <p14:modId xmlns:p14="http://schemas.microsoft.com/office/powerpoint/2010/main" val="3965029709"/>
              </p:ext>
            </p:extLst>
          </p:nvPr>
        </p:nvGraphicFramePr>
        <p:xfrm>
          <a:off x="3995738" y="3507953"/>
          <a:ext cx="1841500" cy="373063"/>
        </p:xfrm>
        <a:graphic>
          <a:graphicData uri="http://schemas.openxmlformats.org/presentationml/2006/ole">
            <mc:AlternateContent xmlns:mc="http://schemas.openxmlformats.org/markup-compatibility/2006">
              <mc:Choice xmlns:v="urn:schemas-microsoft-com:vml" Requires="v">
                <p:oleObj r:id="rId6" imgW="1002960" imgH="203040" progId="Equation.KSEE3">
                  <p:embed/>
                </p:oleObj>
              </mc:Choice>
              <mc:Fallback>
                <p:oleObj r:id="rId6" imgW="1002960" imgH="203040" progId="Equation.KSEE3">
                  <p:embed/>
                  <p:pic>
                    <p:nvPicPr>
                      <p:cNvPr id="10246" name="对象 11">
                        <a:hlinkClick r:id="" action="ppaction://ole?verb=1"/>
                        <a:extLst>
                          <a:ext uri="{FF2B5EF4-FFF2-40B4-BE49-F238E27FC236}">
                            <a16:creationId xmlns:a16="http://schemas.microsoft.com/office/drawing/2014/main" id="{795EFE12-5CC1-4AF9-885C-E23D38C371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95738" y="3507953"/>
                        <a:ext cx="184150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对象 13">
            <a:hlinkClick r:id="" action="ppaction://ole?verb=1"/>
            <a:extLst>
              <a:ext uri="{FF2B5EF4-FFF2-40B4-BE49-F238E27FC236}">
                <a16:creationId xmlns:a16="http://schemas.microsoft.com/office/drawing/2014/main" id="{D683DE15-57C2-922F-2E79-590BA1C9222A}"/>
              </a:ext>
            </a:extLst>
          </p:cNvPr>
          <p:cNvGraphicFramePr>
            <a:graphicFrameLocks noChangeAspect="1"/>
          </p:cNvGraphicFramePr>
          <p:nvPr>
            <p:extLst>
              <p:ext uri="{D42A27DB-BD31-4B8C-83A1-F6EECF244321}">
                <p14:modId xmlns:p14="http://schemas.microsoft.com/office/powerpoint/2010/main" val="3966677214"/>
              </p:ext>
            </p:extLst>
          </p:nvPr>
        </p:nvGraphicFramePr>
        <p:xfrm>
          <a:off x="5965825" y="3447628"/>
          <a:ext cx="1960563" cy="420688"/>
        </p:xfrm>
        <a:graphic>
          <a:graphicData uri="http://schemas.openxmlformats.org/presentationml/2006/ole">
            <mc:AlternateContent xmlns:mc="http://schemas.openxmlformats.org/markup-compatibility/2006">
              <mc:Choice xmlns:v="urn:schemas-microsoft-com:vml" Requires="v">
                <p:oleObj r:id="rId8" imgW="1066680" imgH="228600" progId="Equation.KSEE3">
                  <p:embed/>
                </p:oleObj>
              </mc:Choice>
              <mc:Fallback>
                <p:oleObj r:id="rId8" imgW="1066680" imgH="228600" progId="Equation.KSEE3">
                  <p:embed/>
                  <p:pic>
                    <p:nvPicPr>
                      <p:cNvPr id="10247" name="对象 13">
                        <a:hlinkClick r:id="" action="ppaction://ole?verb=1"/>
                        <a:extLst>
                          <a:ext uri="{FF2B5EF4-FFF2-40B4-BE49-F238E27FC236}">
                            <a16:creationId xmlns:a16="http://schemas.microsoft.com/office/drawing/2014/main" id="{16EEA40F-4E41-47CE-A9C5-BCB4DC2CD42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65825" y="3447628"/>
                        <a:ext cx="1960563"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对象 4">
            <a:hlinkClick r:id="" action="ppaction://ole?verb=1"/>
            <a:extLst>
              <a:ext uri="{FF2B5EF4-FFF2-40B4-BE49-F238E27FC236}">
                <a16:creationId xmlns:a16="http://schemas.microsoft.com/office/drawing/2014/main" id="{4BF7024B-42FA-7802-918E-45120E89AE19}"/>
              </a:ext>
            </a:extLst>
          </p:cNvPr>
          <p:cNvGraphicFramePr>
            <a:graphicFrameLocks noChangeAspect="1"/>
          </p:cNvGraphicFramePr>
          <p:nvPr>
            <p:extLst>
              <p:ext uri="{D42A27DB-BD31-4B8C-83A1-F6EECF244321}">
                <p14:modId xmlns:p14="http://schemas.microsoft.com/office/powerpoint/2010/main" val="1686531898"/>
              </p:ext>
            </p:extLst>
          </p:nvPr>
        </p:nvGraphicFramePr>
        <p:xfrm>
          <a:off x="576263" y="2715791"/>
          <a:ext cx="6572250" cy="463550"/>
        </p:xfrm>
        <a:graphic>
          <a:graphicData uri="http://schemas.openxmlformats.org/presentationml/2006/ole">
            <mc:AlternateContent xmlns:mc="http://schemas.openxmlformats.org/markup-compatibility/2006">
              <mc:Choice xmlns:v="urn:schemas-microsoft-com:vml" Requires="v">
                <p:oleObj name="Equation" r:id="rId10" imgW="3238200" imgH="228600" progId="Equation.DSMT4">
                  <p:embed/>
                </p:oleObj>
              </mc:Choice>
              <mc:Fallback>
                <p:oleObj name="Equation" r:id="rId10" imgW="3238200" imgH="228600" progId="Equation.DSMT4">
                  <p:embed/>
                  <p:pic>
                    <p:nvPicPr>
                      <p:cNvPr id="10248" name="对象 4">
                        <a:hlinkClick r:id="" action="ppaction://ole?verb=1"/>
                        <a:extLst>
                          <a:ext uri="{FF2B5EF4-FFF2-40B4-BE49-F238E27FC236}">
                            <a16:creationId xmlns:a16="http://schemas.microsoft.com/office/drawing/2014/main" id="{AE2B14CE-20C8-4D1A-B674-1DB9299786DB}"/>
                          </a:ext>
                        </a:extLst>
                      </p:cNvPr>
                      <p:cNvPicPr>
                        <a:picLocks noChangeAspect="1" noChangeArrowheads="1"/>
                      </p:cNvPicPr>
                      <p:nvPr/>
                    </p:nvPicPr>
                    <p:blipFill>
                      <a:blip r:embed="rId11"/>
                      <a:srcRect/>
                      <a:stretch>
                        <a:fillRect/>
                      </a:stretch>
                    </p:blipFill>
                    <p:spPr bwMode="auto">
                      <a:xfrm>
                        <a:off x="576263" y="2715791"/>
                        <a:ext cx="65722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对象 23">
            <a:hlinkClick r:id="" action="ppaction://ole?verb=1"/>
            <a:extLst>
              <a:ext uri="{FF2B5EF4-FFF2-40B4-BE49-F238E27FC236}">
                <a16:creationId xmlns:a16="http://schemas.microsoft.com/office/drawing/2014/main" id="{24550542-D240-4B82-7E74-A7D51EBAE6CE}"/>
              </a:ext>
            </a:extLst>
          </p:cNvPr>
          <p:cNvGraphicFramePr>
            <a:graphicFrameLocks noChangeAspect="1"/>
          </p:cNvGraphicFramePr>
          <p:nvPr>
            <p:extLst>
              <p:ext uri="{D42A27DB-BD31-4B8C-83A1-F6EECF244321}">
                <p14:modId xmlns:p14="http://schemas.microsoft.com/office/powerpoint/2010/main" val="1181216447"/>
              </p:ext>
            </p:extLst>
          </p:nvPr>
        </p:nvGraphicFramePr>
        <p:xfrm>
          <a:off x="669925" y="4295353"/>
          <a:ext cx="1003300" cy="374650"/>
        </p:xfrm>
        <a:graphic>
          <a:graphicData uri="http://schemas.openxmlformats.org/presentationml/2006/ole">
            <mc:AlternateContent xmlns:mc="http://schemas.openxmlformats.org/markup-compatibility/2006">
              <mc:Choice xmlns:v="urn:schemas-microsoft-com:vml" Requires="v">
                <p:oleObj r:id="rId12" imgW="545760" imgH="203040" progId="Equation.KSEE3">
                  <p:embed/>
                </p:oleObj>
              </mc:Choice>
              <mc:Fallback>
                <p:oleObj r:id="rId12" imgW="545760" imgH="203040" progId="Equation.KSEE3">
                  <p:embed/>
                  <p:pic>
                    <p:nvPicPr>
                      <p:cNvPr id="10249" name="对象 23">
                        <a:hlinkClick r:id="" action="ppaction://ole?verb=1"/>
                        <a:extLst>
                          <a:ext uri="{FF2B5EF4-FFF2-40B4-BE49-F238E27FC236}">
                            <a16:creationId xmlns:a16="http://schemas.microsoft.com/office/drawing/2014/main" id="{09336EF5-20DF-43B8-BA14-3C2DFF74587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9925" y="4295353"/>
                        <a:ext cx="10033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对象 27">
            <a:hlinkClick r:id="" action="ppaction://ole?verb=1"/>
            <a:extLst>
              <a:ext uri="{FF2B5EF4-FFF2-40B4-BE49-F238E27FC236}">
                <a16:creationId xmlns:a16="http://schemas.microsoft.com/office/drawing/2014/main" id="{2F49EA84-77EA-6302-E4E8-7E0CE8EB4704}"/>
              </a:ext>
            </a:extLst>
          </p:cNvPr>
          <p:cNvGraphicFramePr>
            <a:graphicFrameLocks noChangeAspect="1"/>
          </p:cNvGraphicFramePr>
          <p:nvPr>
            <p:extLst>
              <p:ext uri="{D42A27DB-BD31-4B8C-83A1-F6EECF244321}">
                <p14:modId xmlns:p14="http://schemas.microsoft.com/office/powerpoint/2010/main" val="1754990413"/>
              </p:ext>
            </p:extLst>
          </p:nvPr>
        </p:nvGraphicFramePr>
        <p:xfrm>
          <a:off x="1730375" y="4096916"/>
          <a:ext cx="3595688" cy="769937"/>
        </p:xfrm>
        <a:graphic>
          <a:graphicData uri="http://schemas.openxmlformats.org/presentationml/2006/ole">
            <mc:AlternateContent xmlns:mc="http://schemas.openxmlformats.org/markup-compatibility/2006">
              <mc:Choice xmlns:v="urn:schemas-microsoft-com:vml" Requires="v">
                <p:oleObj r:id="rId14" imgW="1955520" imgH="419040" progId="Equation.KSEE3">
                  <p:embed/>
                </p:oleObj>
              </mc:Choice>
              <mc:Fallback>
                <p:oleObj r:id="rId14" imgW="1955520" imgH="419040" progId="Equation.KSEE3">
                  <p:embed/>
                  <p:pic>
                    <p:nvPicPr>
                      <p:cNvPr id="10250" name="对象 27">
                        <a:hlinkClick r:id="" action="ppaction://ole?verb=1"/>
                        <a:extLst>
                          <a:ext uri="{FF2B5EF4-FFF2-40B4-BE49-F238E27FC236}">
                            <a16:creationId xmlns:a16="http://schemas.microsoft.com/office/drawing/2014/main" id="{BBCB22AD-A0FA-4425-877B-B1CDF62F59F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30375" y="4096916"/>
                        <a:ext cx="3595688"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 name="对象 5">
            <a:hlinkClick r:id="" action="ppaction://ole?verb=1"/>
            <a:extLst>
              <a:ext uri="{FF2B5EF4-FFF2-40B4-BE49-F238E27FC236}">
                <a16:creationId xmlns:a16="http://schemas.microsoft.com/office/drawing/2014/main" id="{7A3BACA8-39FB-E0CD-217F-880DC5C88678}"/>
              </a:ext>
            </a:extLst>
          </p:cNvPr>
          <p:cNvGraphicFramePr>
            <a:graphicFrameLocks noChangeAspect="1"/>
          </p:cNvGraphicFramePr>
          <p:nvPr>
            <p:extLst>
              <p:ext uri="{D42A27DB-BD31-4B8C-83A1-F6EECF244321}">
                <p14:modId xmlns:p14="http://schemas.microsoft.com/office/powerpoint/2010/main" val="3522447852"/>
              </p:ext>
            </p:extLst>
          </p:nvPr>
        </p:nvGraphicFramePr>
        <p:xfrm>
          <a:off x="1730375" y="5030366"/>
          <a:ext cx="4413250" cy="723900"/>
        </p:xfrm>
        <a:graphic>
          <a:graphicData uri="http://schemas.openxmlformats.org/presentationml/2006/ole">
            <mc:AlternateContent xmlns:mc="http://schemas.openxmlformats.org/markup-compatibility/2006">
              <mc:Choice xmlns:v="urn:schemas-microsoft-com:vml" Requires="v">
                <p:oleObj name="Equation" r:id="rId16" imgW="2400120" imgH="393480" progId="Equation.DSMT4">
                  <p:embed/>
                </p:oleObj>
              </mc:Choice>
              <mc:Fallback>
                <p:oleObj name="Equation" r:id="rId16" imgW="2400120" imgH="393480" progId="Equation.DSMT4">
                  <p:embed/>
                  <p:pic>
                    <p:nvPicPr>
                      <p:cNvPr id="10251" name="对象 5">
                        <a:hlinkClick r:id="" action="ppaction://ole?verb=1"/>
                        <a:extLst>
                          <a:ext uri="{FF2B5EF4-FFF2-40B4-BE49-F238E27FC236}">
                            <a16:creationId xmlns:a16="http://schemas.microsoft.com/office/drawing/2014/main" id="{E254AEB6-E8B7-4B3C-A9F0-886BEA3C73A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30375" y="5030366"/>
                        <a:ext cx="441325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16" name="图片 20" descr="Redocn_2012041805530663">
            <a:extLst>
              <a:ext uri="{FF2B5EF4-FFF2-40B4-BE49-F238E27FC236}">
                <a16:creationId xmlns:a16="http://schemas.microsoft.com/office/drawing/2014/main" id="{1C70AAFA-3003-9307-8B99-F2D6E2AA5BB0}"/>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7000875" y="4536653"/>
            <a:ext cx="14541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4944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756" y="939445"/>
            <a:ext cx="7772400" cy="1143000"/>
          </a:xfrm>
        </p:spPr>
        <p:txBody>
          <a:bodyPr>
            <a:normAutofit/>
          </a:bodyPr>
          <a:lstStyle/>
          <a:p>
            <a:r>
              <a:rPr lang="zh-CN" altLang="en-US" i="0" dirty="0"/>
              <a:t>贝叶斯定理</a:t>
            </a:r>
            <a:endParaRPr lang="en-CA" sz="2800" dirty="0"/>
          </a:p>
        </p:txBody>
      </p:sp>
      <mc:AlternateContent xmlns:mc="http://schemas.openxmlformats.org/markup-compatibility/2006" xmlns:a14="http://schemas.microsoft.com/office/drawing/2010/main">
        <mc:Choice Requires="a14">
          <p:sp>
            <p:nvSpPr>
              <p:cNvPr id="6" name="Content Placeholder 5"/>
              <p:cNvSpPr txBox="1">
                <a:spLocks noGrp="1"/>
              </p:cNvSpPr>
              <p:nvPr>
                <p:ph idx="1"/>
              </p:nvPr>
            </p:nvSpPr>
            <p:spPr>
              <a:xfrm>
                <a:off x="2411760" y="2693034"/>
                <a:ext cx="4464496" cy="1392867"/>
              </a:xfrm>
              <a:prstGeom prst="rect">
                <a:avLst/>
              </a:prstGeom>
            </p:spPr>
            <p:txBody>
              <a:bodyPr>
                <a:normAutofit fontScale="92500"/>
              </a:bodyPr>
              <a:lstStyle/>
              <a:p>
                <a:pPr>
                  <a:buNone/>
                </a:pPr>
                <a14:m>
                  <m:oMathPara xmlns:m="http://schemas.openxmlformats.org/officeDocument/2006/math">
                    <m:oMathParaPr>
                      <m:jc m:val="left"/>
                    </m:oMathParaPr>
                    <m:oMath xmlns:m="http://schemas.openxmlformats.org/officeDocument/2006/math">
                      <m:r>
                        <a:rPr lang="en-CA" sz="2400" i="1" smtClean="0">
                          <a:solidFill>
                            <a:srgbClr val="000000"/>
                          </a:solidFill>
                          <a:latin typeface="Cambria Math" panose="02040503050406030204" pitchFamily="18" charset="0"/>
                        </a:rPr>
                        <m:t>𝑃</m:t>
                      </m:r>
                      <m:d>
                        <m:dPr>
                          <m:ctrlPr>
                            <a:rPr lang="en-CA" sz="2400" i="1">
                              <a:solidFill>
                                <a:srgbClr val="000000"/>
                              </a:solidFill>
                              <a:latin typeface="Cambria Math" panose="02040503050406030204" pitchFamily="18" charset="0"/>
                            </a:rPr>
                          </m:ctrlPr>
                        </m:dPr>
                        <m:e>
                          <m:d>
                            <m:dPr>
                              <m:begChr m:val=""/>
                              <m:endChr m:val="|"/>
                              <m:ctrlPr>
                                <a:rPr lang="en-CA" sz="2400" i="1">
                                  <a:solidFill>
                                    <a:srgbClr val="000000"/>
                                  </a:solidFill>
                                  <a:latin typeface="Cambria Math" panose="02040503050406030204" pitchFamily="18" charset="0"/>
                                </a:rPr>
                              </m:ctrlPr>
                            </m:dPr>
                            <m:e>
                              <m:r>
                                <a:rPr lang="en-CA" sz="2400" i="1">
                                  <a:solidFill>
                                    <a:srgbClr val="000000"/>
                                  </a:solidFill>
                                  <a:latin typeface="Cambria Math" panose="02040503050406030204" pitchFamily="18" charset="0"/>
                                </a:rPr>
                                <m:t>𝑌</m:t>
                              </m:r>
                            </m:e>
                          </m:d>
                          <m:r>
                            <a:rPr lang="en-CA" sz="2400" i="1">
                              <a:solidFill>
                                <a:srgbClr val="000000"/>
                              </a:solidFill>
                              <a:latin typeface="Cambria Math" panose="02040503050406030204" pitchFamily="18" charset="0"/>
                            </a:rPr>
                            <m:t>𝑋</m:t>
                          </m:r>
                        </m:e>
                      </m:d>
                      <m:r>
                        <a:rPr lang="en-CA" sz="2400" i="1">
                          <a:solidFill>
                            <a:srgbClr val="000000"/>
                          </a:solidFill>
                          <a:latin typeface="Cambria Math" panose="02040503050406030204" pitchFamily="18" charset="0"/>
                        </a:rPr>
                        <m:t>=</m:t>
                      </m:r>
                      <m:f>
                        <m:fPr>
                          <m:ctrlPr>
                            <a:rPr lang="en-CA" sz="2400" i="1" smtClean="0">
                              <a:solidFill>
                                <a:srgbClr val="000000"/>
                              </a:solidFill>
                              <a:latin typeface="Cambria Math" panose="02040503050406030204" pitchFamily="18" charset="0"/>
                            </a:rPr>
                          </m:ctrlPr>
                        </m:fPr>
                        <m:num>
                          <m:r>
                            <a:rPr lang="en-CA" sz="2400" b="0" i="1" smtClean="0">
                              <a:solidFill>
                                <a:srgbClr val="000000"/>
                              </a:solidFill>
                              <a:latin typeface="Cambria Math" panose="02040503050406030204" pitchFamily="18" charset="0"/>
                            </a:rPr>
                            <m:t>𝑃</m:t>
                          </m:r>
                          <m:r>
                            <a:rPr lang="en-CA" sz="2400" b="0" i="1" smtClean="0">
                              <a:solidFill>
                                <a:srgbClr val="000000"/>
                              </a:solidFill>
                              <a:latin typeface="Cambria Math" panose="02040503050406030204" pitchFamily="18" charset="0"/>
                            </a:rPr>
                            <m:t>(</m:t>
                          </m:r>
                          <m:r>
                            <a:rPr lang="en-CA" sz="2400" b="0" i="1" smtClean="0">
                              <a:solidFill>
                                <a:srgbClr val="000000"/>
                              </a:solidFill>
                              <a:latin typeface="Cambria Math" panose="02040503050406030204" pitchFamily="18" charset="0"/>
                            </a:rPr>
                            <m:t>𝑋</m:t>
                          </m:r>
                          <m:r>
                            <a:rPr lang="en-CA" sz="2400" b="0" i="1" smtClean="0">
                              <a:solidFill>
                                <a:srgbClr val="000000"/>
                              </a:solidFill>
                              <a:latin typeface="Cambria Math" panose="02040503050406030204" pitchFamily="18" charset="0"/>
                            </a:rPr>
                            <m:t>&amp;</m:t>
                          </m:r>
                          <m:r>
                            <a:rPr lang="en-CA" sz="2400" b="0" i="1" smtClean="0">
                              <a:solidFill>
                                <a:srgbClr val="000000"/>
                              </a:solidFill>
                              <a:latin typeface="Cambria Math" panose="02040503050406030204" pitchFamily="18" charset="0"/>
                            </a:rPr>
                            <m:t>𝑌</m:t>
                          </m:r>
                          <m:r>
                            <a:rPr lang="en-CA" sz="2400" b="0" i="1" smtClean="0">
                              <a:solidFill>
                                <a:srgbClr val="000000"/>
                              </a:solidFill>
                              <a:latin typeface="Cambria Math" panose="02040503050406030204" pitchFamily="18" charset="0"/>
                            </a:rPr>
                            <m:t>)</m:t>
                          </m:r>
                        </m:num>
                        <m:den>
                          <m:r>
                            <a:rPr lang="en-CA" sz="2400" b="0" i="1" smtClean="0">
                              <a:solidFill>
                                <a:srgbClr val="000000"/>
                              </a:solidFill>
                              <a:latin typeface="Cambria Math" panose="02040503050406030204" pitchFamily="18" charset="0"/>
                            </a:rPr>
                            <m:t>𝑃</m:t>
                          </m:r>
                          <m:r>
                            <a:rPr lang="en-CA" sz="2400" b="0" i="1" smtClean="0">
                              <a:solidFill>
                                <a:srgbClr val="000000"/>
                              </a:solidFill>
                              <a:latin typeface="Cambria Math" panose="02040503050406030204" pitchFamily="18" charset="0"/>
                            </a:rPr>
                            <m:t>(</m:t>
                          </m:r>
                          <m:r>
                            <a:rPr lang="en-CA" sz="2400" b="0" i="1" smtClean="0">
                              <a:solidFill>
                                <a:srgbClr val="000000"/>
                              </a:solidFill>
                              <a:latin typeface="Cambria Math" panose="02040503050406030204" pitchFamily="18" charset="0"/>
                            </a:rPr>
                            <m:t>𝑋</m:t>
                          </m:r>
                          <m:r>
                            <a:rPr lang="en-CA" sz="2400" b="0" i="1" smtClean="0">
                              <a:solidFill>
                                <a:srgbClr val="000000"/>
                              </a:solidFill>
                              <a:latin typeface="Cambria Math" panose="02040503050406030204" pitchFamily="18" charset="0"/>
                            </a:rPr>
                            <m:t>)</m:t>
                          </m:r>
                        </m:den>
                      </m:f>
                      <m:r>
                        <a:rPr lang="en-CA" sz="2400" b="0" i="1" smtClean="0">
                          <a:solidFill>
                            <a:srgbClr val="000000"/>
                          </a:solidFill>
                          <a:latin typeface="Cambria Math" panose="02040503050406030204" pitchFamily="18" charset="0"/>
                        </a:rPr>
                        <m:t>=</m:t>
                      </m:r>
                      <m:f>
                        <m:fPr>
                          <m:ctrlPr>
                            <a:rPr lang="en-CA" sz="2400" i="1">
                              <a:solidFill>
                                <a:srgbClr val="000000"/>
                              </a:solidFill>
                              <a:latin typeface="Cambria Math" panose="02040503050406030204" pitchFamily="18" charset="0"/>
                            </a:rPr>
                          </m:ctrlPr>
                        </m:fPr>
                        <m:num>
                          <m:r>
                            <a:rPr lang="en-CA" sz="2400" i="1">
                              <a:solidFill>
                                <a:srgbClr val="000000"/>
                              </a:solidFill>
                              <a:latin typeface="Cambria Math" panose="02040503050406030204" pitchFamily="18" charset="0"/>
                            </a:rPr>
                            <m:t>𝑃</m:t>
                          </m:r>
                          <m:r>
                            <a:rPr lang="en-CA" sz="2400" i="1">
                              <a:solidFill>
                                <a:srgbClr val="000000"/>
                              </a:solidFill>
                              <a:latin typeface="Cambria Math" panose="02040503050406030204" pitchFamily="18" charset="0"/>
                            </a:rPr>
                            <m:t>(</m:t>
                          </m:r>
                          <m:r>
                            <a:rPr lang="en-CA" sz="2400" i="1">
                              <a:solidFill>
                                <a:srgbClr val="000000"/>
                              </a:solidFill>
                              <a:latin typeface="Cambria Math" panose="02040503050406030204" pitchFamily="18" charset="0"/>
                            </a:rPr>
                            <m:t>𝑋</m:t>
                          </m:r>
                          <m:d>
                            <m:dPr>
                              <m:begChr m:val="|"/>
                              <m:endChr m:val=""/>
                              <m:ctrlPr>
                                <a:rPr lang="en-CA" sz="2400" i="1">
                                  <a:solidFill>
                                    <a:srgbClr val="000000"/>
                                  </a:solidFill>
                                  <a:latin typeface="Cambria Math" panose="02040503050406030204" pitchFamily="18" charset="0"/>
                                </a:rPr>
                              </m:ctrlPr>
                            </m:dPr>
                            <m:e>
                              <m:r>
                                <a:rPr lang="en-CA" sz="2400" i="1">
                                  <a:solidFill>
                                    <a:srgbClr val="000000"/>
                                  </a:solidFill>
                                  <a:latin typeface="Cambria Math" panose="02040503050406030204" pitchFamily="18" charset="0"/>
                                </a:rPr>
                                <m:t>𝑌</m:t>
                              </m:r>
                            </m:e>
                          </m:d>
                          <m:r>
                            <a:rPr lang="en-CA" sz="2400" i="1">
                              <a:solidFill>
                                <a:srgbClr val="000000"/>
                              </a:solidFill>
                              <a:latin typeface="Cambria Math" panose="02040503050406030204" pitchFamily="18" charset="0"/>
                            </a:rPr>
                            <m:t>)</m:t>
                          </m:r>
                          <m:r>
                            <a:rPr lang="en-CA" sz="2400" i="1">
                              <a:solidFill>
                                <a:srgbClr val="000000"/>
                              </a:solidFill>
                              <a:latin typeface="Cambria Math" panose="02040503050406030204" pitchFamily="18" charset="0"/>
                            </a:rPr>
                            <m:t>𝑃</m:t>
                          </m:r>
                          <m:r>
                            <a:rPr lang="en-CA" sz="2400" i="1">
                              <a:solidFill>
                                <a:srgbClr val="000000"/>
                              </a:solidFill>
                              <a:latin typeface="Cambria Math" panose="02040503050406030204" pitchFamily="18" charset="0"/>
                            </a:rPr>
                            <m:t>(</m:t>
                          </m:r>
                          <m:r>
                            <a:rPr lang="en-CA" sz="2400" i="1">
                              <a:solidFill>
                                <a:srgbClr val="000000"/>
                              </a:solidFill>
                              <a:latin typeface="Cambria Math" panose="02040503050406030204" pitchFamily="18" charset="0"/>
                            </a:rPr>
                            <m:t>𝑌</m:t>
                          </m:r>
                          <m:r>
                            <a:rPr lang="en-CA" sz="2400" i="1">
                              <a:solidFill>
                                <a:srgbClr val="000000"/>
                              </a:solidFill>
                              <a:latin typeface="Cambria Math" panose="02040503050406030204" pitchFamily="18" charset="0"/>
                            </a:rPr>
                            <m:t>)</m:t>
                          </m:r>
                        </m:num>
                        <m:den>
                          <m:r>
                            <a:rPr lang="en-CA" sz="2400" i="1">
                              <a:solidFill>
                                <a:srgbClr val="000000"/>
                              </a:solidFill>
                              <a:latin typeface="Cambria Math" panose="02040503050406030204" pitchFamily="18" charset="0"/>
                            </a:rPr>
                            <m:t>𝑃</m:t>
                          </m:r>
                          <m:r>
                            <a:rPr lang="en-CA" sz="2400" i="1">
                              <a:solidFill>
                                <a:srgbClr val="000000"/>
                              </a:solidFill>
                              <a:latin typeface="Cambria Math" panose="02040503050406030204" pitchFamily="18" charset="0"/>
                            </a:rPr>
                            <m:t>(</m:t>
                          </m:r>
                          <m:r>
                            <a:rPr lang="en-CA" sz="2400" i="1">
                              <a:solidFill>
                                <a:srgbClr val="000000"/>
                              </a:solidFill>
                              <a:latin typeface="Cambria Math" panose="02040503050406030204" pitchFamily="18" charset="0"/>
                            </a:rPr>
                            <m:t>𝑋</m:t>
                          </m:r>
                          <m:r>
                            <a:rPr lang="en-CA" sz="2400" i="1">
                              <a:solidFill>
                                <a:srgbClr val="000000"/>
                              </a:solidFill>
                              <a:latin typeface="Cambria Math" panose="02040503050406030204" pitchFamily="18" charset="0"/>
                            </a:rPr>
                            <m:t>)</m:t>
                          </m:r>
                        </m:den>
                      </m:f>
                    </m:oMath>
                  </m:oMathPara>
                </a14:m>
                <a:endParaRPr lang="en-CA" sz="2400" dirty="0"/>
              </a:p>
            </p:txBody>
          </p:sp>
        </mc:Choice>
        <mc:Fallback xmlns="">
          <p:sp>
            <p:nvSpPr>
              <p:cNvPr id="6" name="Content Placeholder 5"/>
              <p:cNvSpPr txBox="1">
                <a:spLocks noGrp="1" noRot="1" noChangeAspect="1" noMove="1" noResize="1" noEditPoints="1" noAdjustHandles="1" noChangeArrowheads="1" noChangeShapeType="1" noTextEdit="1"/>
              </p:cNvSpPr>
              <p:nvPr>
                <p:ph idx="1"/>
              </p:nvPr>
            </p:nvSpPr>
            <p:spPr>
              <a:xfrm>
                <a:off x="2411760" y="2693034"/>
                <a:ext cx="4464496" cy="1392867"/>
              </a:xfrm>
              <a:prstGeom prst="rect">
                <a:avLst/>
              </a:prstGeom>
              <a:blipFill>
                <a:blip r:embed="rId2"/>
                <a:stretch>
                  <a:fillRect/>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2E8C09BE-1715-42CA-A91A-E7B0E09A3015}" type="slidenum">
              <a:rPr lang="en-CA" smtClean="0"/>
              <a:t>32</a:t>
            </a:fld>
            <a:endParaRPr lang="en-CA"/>
          </a:p>
        </p:txBody>
      </p:sp>
      <p:sp>
        <p:nvSpPr>
          <p:cNvPr id="7" name="TextBox 6"/>
          <p:cNvSpPr txBox="1"/>
          <p:nvPr/>
        </p:nvSpPr>
        <p:spPr>
          <a:xfrm>
            <a:off x="177118" y="3575227"/>
            <a:ext cx="8861772" cy="1200329"/>
          </a:xfrm>
          <a:prstGeom prst="rect">
            <a:avLst/>
          </a:prstGeom>
          <a:noFill/>
        </p:spPr>
        <p:txBody>
          <a:bodyPr wrap="square" rtlCol="0">
            <a:spAutoFit/>
          </a:bodyPr>
          <a:lstStyle/>
          <a:p>
            <a:r>
              <a:rPr lang="zh-CN" altLang="en-US" sz="2400" b="1" dirty="0"/>
              <a:t>示例：我们观察到，</a:t>
            </a:r>
            <a:r>
              <a:rPr lang="en-US" altLang="zh-CN" sz="2400" b="1" dirty="0"/>
              <a:t>90%</a:t>
            </a:r>
            <a:r>
              <a:rPr lang="zh-CN" altLang="en-US" sz="2400" b="1" dirty="0"/>
              <a:t>的欺诈交易发生在当天晚些时候的大额交易中。另外，有</a:t>
            </a:r>
            <a:r>
              <a:rPr lang="en-US" altLang="zh-CN" sz="2400" b="1" dirty="0"/>
              <a:t>3%</a:t>
            </a:r>
            <a:r>
              <a:rPr lang="zh-CN" altLang="en-US" sz="2400" b="1" dirty="0"/>
              <a:t>的交易属于当天晚些时候的大额交易，且所有交易中有</a:t>
            </a:r>
            <a:r>
              <a:rPr lang="en-US" altLang="zh-CN" sz="2400" b="1" dirty="0"/>
              <a:t>1%</a:t>
            </a:r>
            <a:r>
              <a:rPr lang="zh-CN" altLang="en-US" sz="2400" b="1" dirty="0"/>
              <a:t>是欺诈交易。</a:t>
            </a:r>
            <a:endParaRPr lang="en-CA" sz="2400" dirty="0"/>
          </a:p>
        </p:txBody>
      </p:sp>
      <p:graphicFrame>
        <p:nvGraphicFramePr>
          <p:cNvPr id="8" name="Object 7"/>
          <p:cNvGraphicFramePr>
            <a:graphicFrameLocks noChangeAspect="1"/>
          </p:cNvGraphicFramePr>
          <p:nvPr>
            <p:extLst>
              <p:ext uri="{D42A27DB-BD31-4B8C-83A1-F6EECF244321}">
                <p14:modId xmlns:p14="http://schemas.microsoft.com/office/powerpoint/2010/main" val="531658036"/>
              </p:ext>
            </p:extLst>
          </p:nvPr>
        </p:nvGraphicFramePr>
        <p:xfrm>
          <a:off x="395288" y="4967288"/>
          <a:ext cx="8424862" cy="898525"/>
        </p:xfrm>
        <a:graphic>
          <a:graphicData uri="http://schemas.openxmlformats.org/presentationml/2006/ole">
            <mc:AlternateContent xmlns:mc="http://schemas.openxmlformats.org/markup-compatibility/2006">
              <mc:Choice xmlns:v="urn:schemas-microsoft-com:vml" Requires="v">
                <p:oleObj name="Equation" r:id="rId3" imgW="4178160" imgH="444240" progId="Equation.DSMT4">
                  <p:embed/>
                </p:oleObj>
              </mc:Choice>
              <mc:Fallback>
                <p:oleObj name="Equation" r:id="rId3" imgW="4178160" imgH="444240" progId="Equation.DSMT4">
                  <p:embed/>
                  <p:pic>
                    <p:nvPicPr>
                      <p:cNvPr id="8" name="Object 7"/>
                      <p:cNvPicPr/>
                      <p:nvPr/>
                    </p:nvPicPr>
                    <p:blipFill>
                      <a:blip r:embed="rId4"/>
                      <a:stretch>
                        <a:fillRect/>
                      </a:stretch>
                    </p:blipFill>
                    <p:spPr>
                      <a:xfrm>
                        <a:off x="395288" y="4967288"/>
                        <a:ext cx="8424862" cy="898525"/>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468B5D69-7053-4EDD-8681-6373C3AC38B3}"/>
              </a:ext>
            </a:extLst>
          </p:cNvPr>
          <p:cNvSpPr txBox="1"/>
          <p:nvPr/>
        </p:nvSpPr>
        <p:spPr>
          <a:xfrm>
            <a:off x="683568" y="1953624"/>
            <a:ext cx="8280920" cy="461665"/>
          </a:xfrm>
          <a:prstGeom prst="rect">
            <a:avLst/>
          </a:prstGeom>
          <a:noFill/>
        </p:spPr>
        <p:txBody>
          <a:bodyPr wrap="square">
            <a:spAutoFit/>
          </a:bodyPr>
          <a:lstStyle/>
          <a:p>
            <a:r>
              <a:rPr lang="zh-CN" altLang="en-US" sz="2400" i="0" dirty="0"/>
              <a:t>当我们不仅想要预测，还希望得到不确定性估计时非常有用。</a:t>
            </a:r>
            <a:endParaRPr lang="zh-CN" altLang="en-US" sz="2400" dirty="0"/>
          </a:p>
        </p:txBody>
      </p:sp>
    </p:spTree>
    <p:extLst>
      <p:ext uri="{BB962C8B-B14F-4D97-AF65-F5344CB8AC3E}">
        <p14:creationId xmlns:p14="http://schemas.microsoft.com/office/powerpoint/2010/main" val="1062526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术语</a:t>
            </a:r>
            <a:endParaRPr lang="en-CA" i="0" dirty="0"/>
          </a:p>
        </p:txBody>
      </p:sp>
      <p:sp>
        <p:nvSpPr>
          <p:cNvPr id="3" name="Content Placeholder 2"/>
          <p:cNvSpPr>
            <a:spLocks noGrp="1"/>
          </p:cNvSpPr>
          <p:nvPr>
            <p:ph idx="1"/>
          </p:nvPr>
        </p:nvSpPr>
        <p:spPr>
          <a:xfrm>
            <a:off x="539552" y="2054519"/>
            <a:ext cx="7772400" cy="4114800"/>
          </a:xfrm>
        </p:spPr>
        <p:txBody>
          <a:bodyPr/>
          <a:lstStyle/>
          <a:p>
            <a:r>
              <a:rPr lang="zh-CN" altLang="en-US" sz="2400" b="1" dirty="0"/>
              <a:t>特征</a:t>
            </a:r>
            <a:endParaRPr lang="zh-CN" altLang="en-US" sz="2400" dirty="0"/>
          </a:p>
          <a:p>
            <a:r>
              <a:rPr lang="zh-CN" altLang="en-US" sz="2400" b="1" dirty="0"/>
              <a:t>目标</a:t>
            </a:r>
            <a:endParaRPr lang="zh-CN" altLang="en-US" sz="2400" dirty="0"/>
          </a:p>
          <a:p>
            <a:r>
              <a:rPr lang="zh-CN" altLang="en-US" sz="2400" b="1" dirty="0"/>
              <a:t>标签</a:t>
            </a:r>
            <a:endParaRPr lang="zh-CN" altLang="en-US" sz="2400" dirty="0"/>
          </a:p>
          <a:p>
            <a:r>
              <a:rPr lang="zh-CN" altLang="en-US" sz="2400" b="1" dirty="0"/>
              <a:t>监督学习</a:t>
            </a:r>
            <a:endParaRPr lang="zh-CN" altLang="en-US" sz="2400" dirty="0"/>
          </a:p>
          <a:p>
            <a:r>
              <a:rPr lang="zh-CN" altLang="en-US" sz="2400" b="1" dirty="0"/>
              <a:t>无监督学习</a:t>
            </a:r>
            <a:endParaRPr lang="zh-CN" altLang="en-US" sz="2400" dirty="0"/>
          </a:p>
          <a:p>
            <a:r>
              <a:rPr lang="zh-CN" altLang="en-US" sz="2400" b="1" dirty="0"/>
              <a:t>半监督学习</a:t>
            </a:r>
            <a:endParaRPr lang="zh-CN" altLang="en-US" sz="2400" dirty="0"/>
          </a:p>
          <a:p>
            <a:r>
              <a:rPr lang="zh-CN" altLang="en-US" sz="2400" b="1" dirty="0"/>
              <a:t>强化学习</a:t>
            </a:r>
            <a:endParaRPr lang="zh-CN" altLang="en-US" sz="2400" dirty="0"/>
          </a:p>
          <a:p>
            <a:r>
              <a:rPr lang="en-US" sz="2400" dirty="0"/>
              <a:t>……</a:t>
            </a:r>
            <a:endParaRPr lang="en-CA" sz="2400" dirty="0"/>
          </a:p>
        </p:txBody>
      </p:sp>
      <p:sp>
        <p:nvSpPr>
          <p:cNvPr id="5" name="Slide Number Placeholder 4"/>
          <p:cNvSpPr>
            <a:spLocks noGrp="1"/>
          </p:cNvSpPr>
          <p:nvPr>
            <p:ph type="sldNum" sz="quarter" idx="12"/>
          </p:nvPr>
        </p:nvSpPr>
        <p:spPr/>
        <p:txBody>
          <a:bodyPr/>
          <a:lstStyle/>
          <a:p>
            <a:fld id="{B2435DD8-BC4F-4C8E-9390-DF43692AEB8E}" type="slidenum">
              <a:rPr lang="en-CA" smtClean="0"/>
              <a:t>33</a:t>
            </a:fld>
            <a:endParaRPr lang="en-CA"/>
          </a:p>
        </p:txBody>
      </p:sp>
    </p:spTree>
    <p:extLst>
      <p:ext uri="{BB962C8B-B14F-4D97-AF65-F5344CB8AC3E}">
        <p14:creationId xmlns:p14="http://schemas.microsoft.com/office/powerpoint/2010/main" val="2795657151"/>
      </p:ext>
    </p:extLst>
  </p:cSld>
  <p:clrMapOvr>
    <a:masterClrMapping/>
  </p:clrMapOvr>
</p:sld>
</file>

<file path=ppt/theme/theme1.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1628</TotalTime>
  <Words>1297</Words>
  <Application>Microsoft Office PowerPoint</Application>
  <PresentationFormat>全屏显示(4:3)</PresentationFormat>
  <Paragraphs>286</Paragraphs>
  <Slides>33</Slides>
  <Notes>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33</vt:i4>
      </vt:variant>
    </vt:vector>
  </HeadingPairs>
  <TitlesOfParts>
    <vt:vector size="47" baseType="lpstr">
      <vt:lpstr>黑体</vt:lpstr>
      <vt:lpstr>楷体</vt:lpstr>
      <vt:lpstr>微软雅黑</vt:lpstr>
      <vt:lpstr>Arial</vt:lpstr>
      <vt:lpstr>Book Antiqua</vt:lpstr>
      <vt:lpstr>Calibri</vt:lpstr>
      <vt:lpstr>Cambria Math</vt:lpstr>
      <vt:lpstr>Tahoma</vt:lpstr>
      <vt:lpstr>Times New Roman</vt:lpstr>
      <vt:lpstr>Wingdings</vt:lpstr>
      <vt:lpstr>Global</vt:lpstr>
      <vt:lpstr>Equation</vt:lpstr>
      <vt:lpstr>MathType 6.0 Equation</vt:lpstr>
      <vt:lpstr>Equation.KSEE3</vt:lpstr>
      <vt:lpstr>  大数据精算与MATLAB编程  </vt:lpstr>
      <vt:lpstr>机器学习</vt:lpstr>
      <vt:lpstr>软件</vt:lpstr>
      <vt:lpstr>机器学习与自动化</vt:lpstr>
      <vt:lpstr>示例：贷款申请（数字化 vs 机器学习）</vt:lpstr>
      <vt:lpstr>传统统计学</vt:lpstr>
      <vt:lpstr>机器学习与统计学</vt:lpstr>
      <vt:lpstr>传统统计学 vs 机器学习</vt:lpstr>
      <vt:lpstr>机器学习分类</vt:lpstr>
      <vt:lpstr>生成式人工智能</vt:lpstr>
      <vt:lpstr>机器学习的应用</vt:lpstr>
      <vt:lpstr> </vt:lpstr>
      <vt:lpstr>散点图</vt:lpstr>
      <vt:lpstr>良好拟合(Y = Salary, X = Age)</vt:lpstr>
      <vt:lpstr>样本外验证集</vt:lpstr>
      <vt:lpstr>验证集的散点图</vt:lpstr>
      <vt:lpstr>五阶多项式模型的泛化能力不佳</vt:lpstr>
      <vt:lpstr>机器学习的良好实践</vt:lpstr>
      <vt:lpstr>针对微型数据集的二次模型</vt:lpstr>
      <vt:lpstr>针对微型数据集的线性模型</vt:lpstr>
      <vt:lpstr> 结果总结：线性模型存在欠拟合，而五阶多项式模型则存在过拟合。 </vt:lpstr>
      <vt:lpstr>过拟合与欠拟合</vt:lpstr>
      <vt:lpstr>二次模型的测试集结果</vt:lpstr>
      <vt:lpstr>偏差-方差权衡</vt:lpstr>
      <vt:lpstr>训练集和验证集的典型误差模式</vt:lpstr>
      <vt:lpstr>数据清洗</vt:lpstr>
      <vt:lpstr>PowerPoint 演示文稿</vt:lpstr>
      <vt:lpstr>PowerPoint 演示文稿</vt:lpstr>
      <vt:lpstr>PowerPoint 演示文稿</vt:lpstr>
      <vt:lpstr>PowerPoint 演示文稿</vt:lpstr>
      <vt:lpstr>PowerPoint 演示文稿</vt:lpstr>
      <vt:lpstr>贝叶斯定理</vt:lpstr>
      <vt:lpstr>术语</vt:lpstr>
    </vt:vector>
  </TitlesOfParts>
  <Company>Joseph L. Rotman School of Management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Machine Learning in Business</dc:subject>
  <dc:creator>hull</dc:creator>
  <cp:keywords>Chapter 1</cp:keywords>
  <dc:description>Copyright 2019 by John C. Hull. All Rights Reserved. Published 2019</dc:description>
  <cp:lastModifiedBy>慧 赵</cp:lastModifiedBy>
  <cp:revision>61</cp:revision>
  <cp:lastPrinted>2021-11-29T17:49:30Z</cp:lastPrinted>
  <dcterms:created xsi:type="dcterms:W3CDTF">2019-07-16T00:32:32Z</dcterms:created>
  <dcterms:modified xsi:type="dcterms:W3CDTF">2026-04-01T01:17:25Z</dcterms:modified>
</cp:coreProperties>
</file>