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89" r:id="rId3"/>
    <p:sldId id="290" r:id="rId4"/>
    <p:sldId id="292" r:id="rId5"/>
    <p:sldId id="294" r:id="rId6"/>
    <p:sldId id="293" r:id="rId7"/>
    <p:sldId id="295" r:id="rId8"/>
    <p:sldId id="296" r:id="rId9"/>
    <p:sldId id="298" r:id="rId10"/>
    <p:sldId id="304" r:id="rId11"/>
    <p:sldId id="303" r:id="rId12"/>
    <p:sldId id="281" r:id="rId13"/>
    <p:sldId id="299" r:id="rId14"/>
    <p:sldId id="302" r:id="rId15"/>
    <p:sldId id="277" r:id="rId16"/>
    <p:sldId id="278" r:id="rId17"/>
    <p:sldId id="279" r:id="rId18"/>
    <p:sldId id="280" r:id="rId19"/>
    <p:sldId id="300" r:id="rId20"/>
    <p:sldId id="30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F43705-BE7B-432C-A718-24A5F1778448}" v="4" dt="2025-03-29T21:04:22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215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ll" userId="b3f65f64fa01e6a6" providerId="LiveId" clId="{35E55E1D-C945-4BC5-9C12-E3E72EAF94D3}"/>
    <pc:docChg chg="custSel addSld delSld modSld sldOrd">
      <pc:chgData name="John Hull" userId="b3f65f64fa01e6a6" providerId="LiveId" clId="{35E55E1D-C945-4BC5-9C12-E3E72EAF94D3}" dt="2021-05-28T01:11:05.696" v="1073" actId="14100"/>
      <pc:docMkLst>
        <pc:docMk/>
      </pc:docMkLst>
      <pc:sldChg chg="modSp mod">
        <pc:chgData name="John Hull" userId="b3f65f64fa01e6a6" providerId="LiveId" clId="{35E55E1D-C945-4BC5-9C12-E3E72EAF94D3}" dt="2021-05-28T00:15:54.209" v="30" actId="20577"/>
        <pc:sldMkLst>
          <pc:docMk/>
          <pc:sldMk cId="2609102905" sldId="256"/>
        </pc:sldMkLst>
      </pc:sldChg>
      <pc:sldChg chg="addSp delSp modSp mod">
        <pc:chgData name="John Hull" userId="b3f65f64fa01e6a6" providerId="LiveId" clId="{35E55E1D-C945-4BC5-9C12-E3E72EAF94D3}" dt="2021-05-28T01:10:09.694" v="1071" actId="14100"/>
        <pc:sldMkLst>
          <pc:docMk/>
          <pc:sldMk cId="587359164" sldId="278"/>
        </pc:sldMkLst>
      </pc:sldChg>
      <pc:sldChg chg="modSp mod ord">
        <pc:chgData name="John Hull" userId="b3f65f64fa01e6a6" providerId="LiveId" clId="{35E55E1D-C945-4BC5-9C12-E3E72EAF94D3}" dt="2021-05-28T01:08:58.259" v="1064" actId="21"/>
        <pc:sldMkLst>
          <pc:docMk/>
          <pc:sldMk cId="4030304339" sldId="281"/>
        </pc:sldMkLst>
      </pc:sldChg>
      <pc:sldChg chg="del">
        <pc:chgData name="John Hull" userId="b3f65f64fa01e6a6" providerId="LiveId" clId="{35E55E1D-C945-4BC5-9C12-E3E72EAF94D3}" dt="2021-05-28T00:56:42.014" v="672" actId="47"/>
        <pc:sldMkLst>
          <pc:docMk/>
          <pc:sldMk cId="1154684514" sldId="282"/>
        </pc:sldMkLst>
      </pc:sldChg>
      <pc:sldChg chg="modSp new mod">
        <pc:chgData name="John Hull" userId="b3f65f64fa01e6a6" providerId="LiveId" clId="{35E55E1D-C945-4BC5-9C12-E3E72EAF94D3}" dt="2021-05-28T00:50:22.980" v="460" actId="20577"/>
        <pc:sldMkLst>
          <pc:docMk/>
          <pc:sldMk cId="2824209930" sldId="294"/>
        </pc:sldMkLst>
      </pc:sldChg>
      <pc:sldChg chg="modSp new mod">
        <pc:chgData name="John Hull" userId="b3f65f64fa01e6a6" providerId="LiveId" clId="{35E55E1D-C945-4BC5-9C12-E3E72EAF94D3}" dt="2021-05-28T00:52:13.666" v="565" actId="20577"/>
        <pc:sldMkLst>
          <pc:docMk/>
          <pc:sldMk cId="1103927991" sldId="295"/>
        </pc:sldMkLst>
      </pc:sldChg>
      <pc:sldChg chg="addSp modSp new mod modClrScheme chgLayout">
        <pc:chgData name="John Hull" userId="b3f65f64fa01e6a6" providerId="LiveId" clId="{35E55E1D-C945-4BC5-9C12-E3E72EAF94D3}" dt="2021-05-28T01:05:26.736" v="1045" actId="1076"/>
        <pc:sldMkLst>
          <pc:docMk/>
          <pc:sldMk cId="2178227417" sldId="296"/>
        </pc:sldMkLst>
      </pc:sldChg>
      <pc:sldChg chg="new del">
        <pc:chgData name="John Hull" userId="b3f65f64fa01e6a6" providerId="LiveId" clId="{35E55E1D-C945-4BC5-9C12-E3E72EAF94D3}" dt="2021-05-28T00:54:18.790" v="627" actId="47"/>
        <pc:sldMkLst>
          <pc:docMk/>
          <pc:sldMk cId="965537446" sldId="297"/>
        </pc:sldMkLst>
      </pc:sldChg>
      <pc:sldChg chg="modSp new mod">
        <pc:chgData name="John Hull" userId="b3f65f64fa01e6a6" providerId="LiveId" clId="{35E55E1D-C945-4BC5-9C12-E3E72EAF94D3}" dt="2021-05-28T01:06:56.149" v="1048" actId="1076"/>
        <pc:sldMkLst>
          <pc:docMk/>
          <pc:sldMk cId="1894526919" sldId="298"/>
        </pc:sldMkLst>
      </pc:sldChg>
      <pc:sldChg chg="modSp new mod">
        <pc:chgData name="John Hull" userId="b3f65f64fa01e6a6" providerId="LiveId" clId="{35E55E1D-C945-4BC5-9C12-E3E72EAF94D3}" dt="2021-05-28T01:07:53.048" v="1050" actId="14100"/>
        <pc:sldMkLst>
          <pc:docMk/>
          <pc:sldMk cId="3486232001" sldId="299"/>
        </pc:sldMkLst>
      </pc:sldChg>
      <pc:sldChg chg="modSp new mod">
        <pc:chgData name="John Hull" userId="b3f65f64fa01e6a6" providerId="LiveId" clId="{35E55E1D-C945-4BC5-9C12-E3E72EAF94D3}" dt="2021-05-28T01:11:05.696" v="1073" actId="14100"/>
        <pc:sldMkLst>
          <pc:docMk/>
          <pc:sldMk cId="3958176239" sldId="300"/>
        </pc:sldMkLst>
      </pc:sldChg>
      <pc:sldChg chg="addSp modSp new mod modClrScheme chgLayout">
        <pc:chgData name="John Hull" userId="b3f65f64fa01e6a6" providerId="LiveId" clId="{35E55E1D-C945-4BC5-9C12-E3E72EAF94D3}" dt="2021-05-28T01:00:42.024" v="1040" actId="20577"/>
        <pc:sldMkLst>
          <pc:docMk/>
          <pc:sldMk cId="456317187" sldId="301"/>
        </pc:sldMkLst>
      </pc:sldChg>
      <pc:sldChg chg="modSp new mod">
        <pc:chgData name="John Hull" userId="b3f65f64fa01e6a6" providerId="LiveId" clId="{35E55E1D-C945-4BC5-9C12-E3E72EAF94D3}" dt="2021-05-28T01:09:09.189" v="1067" actId="5793"/>
        <pc:sldMkLst>
          <pc:docMk/>
          <pc:sldMk cId="2189356665" sldId="302"/>
        </pc:sldMkLst>
      </pc:sldChg>
    </pc:docChg>
  </pc:docChgLst>
  <pc:docChgLst>
    <pc:chgData name="Jacky Chen" userId="f978b6c0472ffe45" providerId="LiveId" clId="{12F43705-BE7B-432C-A718-24A5F1778448}"/>
    <pc:docChg chg="undo custSel addSld modSld modMainMaster">
      <pc:chgData name="Jacky Chen" userId="f978b6c0472ffe45" providerId="LiveId" clId="{12F43705-BE7B-432C-A718-24A5F1778448}" dt="2025-04-06T15:44:19.933" v="481" actId="20577"/>
      <pc:docMkLst>
        <pc:docMk/>
      </pc:docMkLst>
      <pc:sldChg chg="modSp mod">
        <pc:chgData name="Jacky Chen" userId="f978b6c0472ffe45" providerId="LiveId" clId="{12F43705-BE7B-432C-A718-24A5F1778448}" dt="2025-03-29T20:49:03.608" v="15" actId="14100"/>
        <pc:sldMkLst>
          <pc:docMk/>
          <pc:sldMk cId="2609102905" sldId="256"/>
        </pc:sldMkLst>
        <pc:spChg chg="mod">
          <ac:chgData name="Jacky Chen" userId="f978b6c0472ffe45" providerId="LiveId" clId="{12F43705-BE7B-432C-A718-24A5F1778448}" dt="2025-03-29T20:49:03.608" v="15" actId="14100"/>
          <ac:spMkLst>
            <pc:docMk/>
            <pc:sldMk cId="2609102905" sldId="256"/>
            <ac:spMk id="2" creationId="{00000000-0000-0000-0000-000000000000}"/>
          </ac:spMkLst>
        </pc:spChg>
        <pc:spChg chg="mod">
          <ac:chgData name="Jacky Chen" userId="f978b6c0472ffe45" providerId="LiveId" clId="{12F43705-BE7B-432C-A718-24A5F1778448}" dt="2025-03-29T20:48:48.200" v="0"/>
          <ac:spMkLst>
            <pc:docMk/>
            <pc:sldMk cId="2609102905" sldId="256"/>
            <ac:spMk id="4" creationId="{00000000-0000-0000-0000-000000000000}"/>
          </ac:spMkLst>
        </pc:spChg>
      </pc:sldChg>
      <pc:sldChg chg="modSp mod">
        <pc:chgData name="Jacky Chen" userId="f978b6c0472ffe45" providerId="LiveId" clId="{12F43705-BE7B-432C-A718-24A5F1778448}" dt="2025-03-29T20:49:39.738" v="27"/>
        <pc:sldMkLst>
          <pc:docMk/>
          <pc:sldMk cId="4277041461" sldId="277"/>
        </pc:sldMkLst>
        <pc:spChg chg="mod">
          <ac:chgData name="Jacky Chen" userId="f978b6c0472ffe45" providerId="LiveId" clId="{12F43705-BE7B-432C-A718-24A5F1778448}" dt="2025-03-29T20:49:39.738" v="27"/>
          <ac:spMkLst>
            <pc:docMk/>
            <pc:sldMk cId="4277041461" sldId="277"/>
            <ac:spMk id="4" creationId="{00000000-0000-0000-0000-000000000000}"/>
          </ac:spMkLst>
        </pc:spChg>
      </pc:sldChg>
      <pc:sldChg chg="modSp mod">
        <pc:chgData name="Jacky Chen" userId="f978b6c0472ffe45" providerId="LiveId" clId="{12F43705-BE7B-432C-A718-24A5F1778448}" dt="2025-03-29T20:49:43.012" v="28"/>
        <pc:sldMkLst>
          <pc:docMk/>
          <pc:sldMk cId="587359164" sldId="278"/>
        </pc:sldMkLst>
        <pc:spChg chg="mod">
          <ac:chgData name="Jacky Chen" userId="f978b6c0472ffe45" providerId="LiveId" clId="{12F43705-BE7B-432C-A718-24A5F1778448}" dt="2025-03-29T20:49:43.012" v="28"/>
          <ac:spMkLst>
            <pc:docMk/>
            <pc:sldMk cId="587359164" sldId="278"/>
            <ac:spMk id="4" creationId="{00000000-0000-0000-0000-000000000000}"/>
          </ac:spMkLst>
        </pc:spChg>
      </pc:sldChg>
      <pc:sldChg chg="modSp mod">
        <pc:chgData name="Jacky Chen" userId="f978b6c0472ffe45" providerId="LiveId" clId="{12F43705-BE7B-432C-A718-24A5F1778448}" dt="2025-03-29T20:49:45.396" v="29"/>
        <pc:sldMkLst>
          <pc:docMk/>
          <pc:sldMk cId="2784281487" sldId="279"/>
        </pc:sldMkLst>
        <pc:spChg chg="mod">
          <ac:chgData name="Jacky Chen" userId="f978b6c0472ffe45" providerId="LiveId" clId="{12F43705-BE7B-432C-A718-24A5F1778448}" dt="2025-03-29T20:49:45.396" v="29"/>
          <ac:spMkLst>
            <pc:docMk/>
            <pc:sldMk cId="2784281487" sldId="279"/>
            <ac:spMk id="4" creationId="{00000000-0000-0000-0000-000000000000}"/>
          </ac:spMkLst>
        </pc:spChg>
      </pc:sldChg>
      <pc:sldChg chg="modSp mod">
        <pc:chgData name="Jacky Chen" userId="f978b6c0472ffe45" providerId="LiveId" clId="{12F43705-BE7B-432C-A718-24A5F1778448}" dt="2025-03-29T20:49:48.585" v="30"/>
        <pc:sldMkLst>
          <pc:docMk/>
          <pc:sldMk cId="3996801620" sldId="280"/>
        </pc:sldMkLst>
        <pc:spChg chg="mod">
          <ac:chgData name="Jacky Chen" userId="f978b6c0472ffe45" providerId="LiveId" clId="{12F43705-BE7B-432C-A718-24A5F1778448}" dt="2025-03-29T20:49:48.585" v="30"/>
          <ac:spMkLst>
            <pc:docMk/>
            <pc:sldMk cId="3996801620" sldId="280"/>
            <ac:spMk id="4" creationId="{00000000-0000-0000-0000-000000000000}"/>
          </ac:spMkLst>
        </pc:spChg>
      </pc:sldChg>
      <pc:sldChg chg="modSp mod">
        <pc:chgData name="Jacky Chen" userId="f978b6c0472ffe45" providerId="LiveId" clId="{12F43705-BE7B-432C-A718-24A5F1778448}" dt="2025-03-29T20:49:31.932" v="24"/>
        <pc:sldMkLst>
          <pc:docMk/>
          <pc:sldMk cId="4030304339" sldId="281"/>
        </pc:sldMkLst>
        <pc:spChg chg="mod">
          <ac:chgData name="Jacky Chen" userId="f978b6c0472ffe45" providerId="LiveId" clId="{12F43705-BE7B-432C-A718-24A5F1778448}" dt="2025-03-29T20:49:31.932" v="24"/>
          <ac:spMkLst>
            <pc:docMk/>
            <pc:sldMk cId="4030304339" sldId="281"/>
            <ac:spMk id="2" creationId="{00000000-0000-0000-0000-000000000000}"/>
          </ac:spMkLst>
        </pc:spChg>
      </pc:sldChg>
      <pc:sldChg chg="modSp mod">
        <pc:chgData name="Jacky Chen" userId="f978b6c0472ffe45" providerId="LiveId" clId="{12F43705-BE7B-432C-A718-24A5F1778448}" dt="2025-03-29T20:49:08.769" v="16"/>
        <pc:sldMkLst>
          <pc:docMk/>
          <pc:sldMk cId="3789994929" sldId="289"/>
        </pc:sldMkLst>
        <pc:spChg chg="mod">
          <ac:chgData name="Jacky Chen" userId="f978b6c0472ffe45" providerId="LiveId" clId="{12F43705-BE7B-432C-A718-24A5F1778448}" dt="2025-03-29T20:49:08.769" v="16"/>
          <ac:spMkLst>
            <pc:docMk/>
            <pc:sldMk cId="3789994929" sldId="289"/>
            <ac:spMk id="4" creationId="{00000000-0000-0000-0000-000000000000}"/>
          </ac:spMkLst>
        </pc:spChg>
      </pc:sldChg>
      <pc:sldChg chg="modSp mod">
        <pc:chgData name="Jacky Chen" userId="f978b6c0472ffe45" providerId="LiveId" clId="{12F43705-BE7B-432C-A718-24A5F1778448}" dt="2025-03-29T20:49:11.070" v="17"/>
        <pc:sldMkLst>
          <pc:docMk/>
          <pc:sldMk cId="1518158907" sldId="290"/>
        </pc:sldMkLst>
        <pc:spChg chg="mod">
          <ac:chgData name="Jacky Chen" userId="f978b6c0472ffe45" providerId="LiveId" clId="{12F43705-BE7B-432C-A718-24A5F1778448}" dt="2025-03-29T20:49:11.070" v="17"/>
          <ac:spMkLst>
            <pc:docMk/>
            <pc:sldMk cId="1518158907" sldId="290"/>
            <ac:spMk id="4" creationId="{00000000-0000-0000-0000-000000000000}"/>
          </ac:spMkLst>
        </pc:spChg>
      </pc:sldChg>
      <pc:sldChg chg="modSp mod">
        <pc:chgData name="Jacky Chen" userId="f978b6c0472ffe45" providerId="LiveId" clId="{12F43705-BE7B-432C-A718-24A5F1778448}" dt="2025-03-29T20:49:13.228" v="18"/>
        <pc:sldMkLst>
          <pc:docMk/>
          <pc:sldMk cId="3348095710" sldId="292"/>
        </pc:sldMkLst>
        <pc:spChg chg="mod">
          <ac:chgData name="Jacky Chen" userId="f978b6c0472ffe45" providerId="LiveId" clId="{12F43705-BE7B-432C-A718-24A5F1778448}" dt="2025-03-29T20:49:13.228" v="18"/>
          <ac:spMkLst>
            <pc:docMk/>
            <pc:sldMk cId="3348095710" sldId="292"/>
            <ac:spMk id="3" creationId="{00000000-0000-0000-0000-000000000000}"/>
          </ac:spMkLst>
        </pc:spChg>
      </pc:sldChg>
      <pc:sldChg chg="modSp mod">
        <pc:chgData name="Jacky Chen" userId="f978b6c0472ffe45" providerId="LiveId" clId="{12F43705-BE7B-432C-A718-24A5F1778448}" dt="2025-03-29T20:49:15.720" v="19"/>
        <pc:sldMkLst>
          <pc:docMk/>
          <pc:sldMk cId="2795901015" sldId="293"/>
        </pc:sldMkLst>
        <pc:spChg chg="mod">
          <ac:chgData name="Jacky Chen" userId="f978b6c0472ffe45" providerId="LiveId" clId="{12F43705-BE7B-432C-A718-24A5F1778448}" dt="2025-03-29T20:49:15.720" v="19"/>
          <ac:spMkLst>
            <pc:docMk/>
            <pc:sldMk cId="2795901015" sldId="293"/>
            <ac:spMk id="4" creationId="{7CE6E6E5-61E6-4BD2-8E88-38BC8B5FC7BB}"/>
          </ac:spMkLst>
        </pc:spChg>
      </pc:sldChg>
      <pc:sldChg chg="modSp mod">
        <pc:chgData name="Jacky Chen" userId="f978b6c0472ffe45" providerId="LiveId" clId="{12F43705-BE7B-432C-A718-24A5F1778448}" dt="2025-03-29T20:49:19.115" v="20"/>
        <pc:sldMkLst>
          <pc:docMk/>
          <pc:sldMk cId="2824209930" sldId="294"/>
        </pc:sldMkLst>
        <pc:spChg chg="mod">
          <ac:chgData name="Jacky Chen" userId="f978b6c0472ffe45" providerId="LiveId" clId="{12F43705-BE7B-432C-A718-24A5F1778448}" dt="2025-03-29T20:49:19.115" v="20"/>
          <ac:spMkLst>
            <pc:docMk/>
            <pc:sldMk cId="2824209930" sldId="294"/>
            <ac:spMk id="4" creationId="{433150FB-C025-4E1F-B1A3-FBF3E87D3585}"/>
          </ac:spMkLst>
        </pc:spChg>
      </pc:sldChg>
      <pc:sldChg chg="modSp mod">
        <pc:chgData name="Jacky Chen" userId="f978b6c0472ffe45" providerId="LiveId" clId="{12F43705-BE7B-432C-A718-24A5F1778448}" dt="2025-03-29T20:49:22.554" v="21"/>
        <pc:sldMkLst>
          <pc:docMk/>
          <pc:sldMk cId="1103927991" sldId="295"/>
        </pc:sldMkLst>
        <pc:spChg chg="mod">
          <ac:chgData name="Jacky Chen" userId="f978b6c0472ffe45" providerId="LiveId" clId="{12F43705-BE7B-432C-A718-24A5F1778448}" dt="2025-03-29T20:49:22.554" v="21"/>
          <ac:spMkLst>
            <pc:docMk/>
            <pc:sldMk cId="1103927991" sldId="295"/>
            <ac:spMk id="4" creationId="{8B7CADE8-A019-4234-8D41-DDE1DCCFDA09}"/>
          </ac:spMkLst>
        </pc:spChg>
      </pc:sldChg>
      <pc:sldChg chg="modSp mod">
        <pc:chgData name="Jacky Chen" userId="f978b6c0472ffe45" providerId="LiveId" clId="{12F43705-BE7B-432C-A718-24A5F1778448}" dt="2025-03-29T20:49:27.108" v="22"/>
        <pc:sldMkLst>
          <pc:docMk/>
          <pc:sldMk cId="2178227417" sldId="296"/>
        </pc:sldMkLst>
        <pc:spChg chg="mod">
          <ac:chgData name="Jacky Chen" userId="f978b6c0472ffe45" providerId="LiveId" clId="{12F43705-BE7B-432C-A718-24A5F1778448}" dt="2025-03-29T20:49:27.108" v="22"/>
          <ac:spMkLst>
            <pc:docMk/>
            <pc:sldMk cId="2178227417" sldId="296"/>
            <ac:spMk id="2" creationId="{E6023B87-E52D-4873-9AF1-A688002C556B}"/>
          </ac:spMkLst>
        </pc:spChg>
      </pc:sldChg>
      <pc:sldChg chg="modSp mod">
        <pc:chgData name="Jacky Chen" userId="f978b6c0472ffe45" providerId="LiveId" clId="{12F43705-BE7B-432C-A718-24A5F1778448}" dt="2025-03-29T20:49:29.389" v="23"/>
        <pc:sldMkLst>
          <pc:docMk/>
          <pc:sldMk cId="1894526919" sldId="298"/>
        </pc:sldMkLst>
        <pc:spChg chg="mod">
          <ac:chgData name="Jacky Chen" userId="f978b6c0472ffe45" providerId="LiveId" clId="{12F43705-BE7B-432C-A718-24A5F1778448}" dt="2025-03-29T20:49:29.389" v="23"/>
          <ac:spMkLst>
            <pc:docMk/>
            <pc:sldMk cId="1894526919" sldId="298"/>
            <ac:spMk id="3" creationId="{41669D5F-AAC0-4BAF-B527-23C62CF4F587}"/>
          </ac:spMkLst>
        </pc:spChg>
      </pc:sldChg>
      <pc:sldChg chg="modSp mod">
        <pc:chgData name="Jacky Chen" userId="f978b6c0472ffe45" providerId="LiveId" clId="{12F43705-BE7B-432C-A718-24A5F1778448}" dt="2025-03-29T20:49:33.966" v="25"/>
        <pc:sldMkLst>
          <pc:docMk/>
          <pc:sldMk cId="3486232001" sldId="299"/>
        </pc:sldMkLst>
        <pc:spChg chg="mod">
          <ac:chgData name="Jacky Chen" userId="f978b6c0472ffe45" providerId="LiveId" clId="{12F43705-BE7B-432C-A718-24A5F1778448}" dt="2025-03-29T20:49:33.966" v="25"/>
          <ac:spMkLst>
            <pc:docMk/>
            <pc:sldMk cId="3486232001" sldId="299"/>
            <ac:spMk id="3" creationId="{E781A4D5-F263-4DB6-9907-450C563DFD7F}"/>
          </ac:spMkLst>
        </pc:spChg>
      </pc:sldChg>
      <pc:sldChg chg="modSp mod">
        <pc:chgData name="Jacky Chen" userId="f978b6c0472ffe45" providerId="LiveId" clId="{12F43705-BE7B-432C-A718-24A5F1778448}" dt="2025-03-29T20:49:52.775" v="31"/>
        <pc:sldMkLst>
          <pc:docMk/>
          <pc:sldMk cId="3958176239" sldId="300"/>
        </pc:sldMkLst>
        <pc:spChg chg="mod">
          <ac:chgData name="Jacky Chen" userId="f978b6c0472ffe45" providerId="LiveId" clId="{12F43705-BE7B-432C-A718-24A5F1778448}" dt="2025-03-29T20:49:52.775" v="31"/>
          <ac:spMkLst>
            <pc:docMk/>
            <pc:sldMk cId="3958176239" sldId="300"/>
            <ac:spMk id="3" creationId="{804A2E28-5B37-4D48-8178-3F4CEC66D3CB}"/>
          </ac:spMkLst>
        </pc:spChg>
      </pc:sldChg>
      <pc:sldChg chg="modSp mod">
        <pc:chgData name="Jacky Chen" userId="f978b6c0472ffe45" providerId="LiveId" clId="{12F43705-BE7B-432C-A718-24A5F1778448}" dt="2025-03-29T20:49:55.371" v="32"/>
        <pc:sldMkLst>
          <pc:docMk/>
          <pc:sldMk cId="456317187" sldId="301"/>
        </pc:sldMkLst>
        <pc:spChg chg="mod">
          <ac:chgData name="Jacky Chen" userId="f978b6c0472ffe45" providerId="LiveId" clId="{12F43705-BE7B-432C-A718-24A5F1778448}" dt="2025-03-29T20:49:55.371" v="32"/>
          <ac:spMkLst>
            <pc:docMk/>
            <pc:sldMk cId="456317187" sldId="301"/>
            <ac:spMk id="3" creationId="{869E4379-C51D-4EFD-9CA5-2E068FD323D9}"/>
          </ac:spMkLst>
        </pc:spChg>
      </pc:sldChg>
      <pc:sldChg chg="modSp mod">
        <pc:chgData name="Jacky Chen" userId="f978b6c0472ffe45" providerId="LiveId" clId="{12F43705-BE7B-432C-A718-24A5F1778448}" dt="2025-03-29T20:49:36.370" v="26"/>
        <pc:sldMkLst>
          <pc:docMk/>
          <pc:sldMk cId="2189356665" sldId="302"/>
        </pc:sldMkLst>
        <pc:spChg chg="mod">
          <ac:chgData name="Jacky Chen" userId="f978b6c0472ffe45" providerId="LiveId" clId="{12F43705-BE7B-432C-A718-24A5F1778448}" dt="2025-03-29T20:49:36.370" v="26"/>
          <ac:spMkLst>
            <pc:docMk/>
            <pc:sldMk cId="2189356665" sldId="302"/>
            <ac:spMk id="4" creationId="{8C147CD3-AF5A-40DF-AAAC-2D1B66DB83EA}"/>
          </ac:spMkLst>
        </pc:spChg>
      </pc:sldChg>
      <pc:sldChg chg="addSp modSp new mod modClrScheme chgLayout">
        <pc:chgData name="Jacky Chen" userId="f978b6c0472ffe45" providerId="LiveId" clId="{12F43705-BE7B-432C-A718-24A5F1778448}" dt="2025-03-29T21:04:25.390" v="480" actId="20577"/>
        <pc:sldMkLst>
          <pc:docMk/>
          <pc:sldMk cId="1303315966" sldId="303"/>
        </pc:sldMkLst>
        <pc:spChg chg="mod ord">
          <ac:chgData name="Jacky Chen" userId="f978b6c0472ffe45" providerId="LiveId" clId="{12F43705-BE7B-432C-A718-24A5F1778448}" dt="2025-03-29T20:53:52.665" v="74" actId="700"/>
          <ac:spMkLst>
            <pc:docMk/>
            <pc:sldMk cId="1303315966" sldId="303"/>
            <ac:spMk id="2" creationId="{6248F460-998B-9D4D-4250-E5AB92F3D225}"/>
          </ac:spMkLst>
        </pc:spChg>
        <pc:spChg chg="mod ord">
          <ac:chgData name="Jacky Chen" userId="f978b6c0472ffe45" providerId="LiveId" clId="{12F43705-BE7B-432C-A718-24A5F1778448}" dt="2025-03-29T20:53:52.665" v="74" actId="700"/>
          <ac:spMkLst>
            <pc:docMk/>
            <pc:sldMk cId="1303315966" sldId="303"/>
            <ac:spMk id="3" creationId="{D2059C52-07C0-4F2F-759F-1B6C51EB413C}"/>
          </ac:spMkLst>
        </pc:spChg>
        <pc:spChg chg="mod ord">
          <ac:chgData name="Jacky Chen" userId="f978b6c0472ffe45" providerId="LiveId" clId="{12F43705-BE7B-432C-A718-24A5F1778448}" dt="2025-03-29T20:53:52.665" v="74" actId="700"/>
          <ac:spMkLst>
            <pc:docMk/>
            <pc:sldMk cId="1303315966" sldId="303"/>
            <ac:spMk id="4" creationId="{4DDFF746-531C-4AED-BA9F-A719D4FAA81A}"/>
          </ac:spMkLst>
        </pc:spChg>
        <pc:spChg chg="add mod ord">
          <ac:chgData name="Jacky Chen" userId="f978b6c0472ffe45" providerId="LiveId" clId="{12F43705-BE7B-432C-A718-24A5F1778448}" dt="2025-03-29T21:04:25.390" v="480" actId="20577"/>
          <ac:spMkLst>
            <pc:docMk/>
            <pc:sldMk cId="1303315966" sldId="303"/>
            <ac:spMk id="7" creationId="{00B813F4-CC73-221F-771D-6FF461C06F53}"/>
          </ac:spMkLst>
        </pc:spChg>
        <pc:picChg chg="add mod">
          <ac:chgData name="Jacky Chen" userId="f978b6c0472ffe45" providerId="LiveId" clId="{12F43705-BE7B-432C-A718-24A5F1778448}" dt="2025-03-29T21:00:36.212" v="448" actId="1076"/>
          <ac:picMkLst>
            <pc:docMk/>
            <pc:sldMk cId="1303315966" sldId="303"/>
            <ac:picMk id="6" creationId="{31619F9F-13D1-8192-CF01-F7F7D3DB823E}"/>
          </ac:picMkLst>
        </pc:picChg>
      </pc:sldChg>
      <pc:sldChg chg="addSp modSp new mod modClrScheme chgLayout">
        <pc:chgData name="Jacky Chen" userId="f978b6c0472ffe45" providerId="LiveId" clId="{12F43705-BE7B-432C-A718-24A5F1778448}" dt="2025-04-06T15:44:19.933" v="481" actId="20577"/>
        <pc:sldMkLst>
          <pc:docMk/>
          <pc:sldMk cId="2031446674" sldId="304"/>
        </pc:sldMkLst>
        <pc:spChg chg="mod ord">
          <ac:chgData name="Jacky Chen" userId="f978b6c0472ffe45" providerId="LiveId" clId="{12F43705-BE7B-432C-A718-24A5F1778448}" dt="2025-03-29T20:55:00.669" v="90" actId="700"/>
          <ac:spMkLst>
            <pc:docMk/>
            <pc:sldMk cId="2031446674" sldId="304"/>
            <ac:spMk id="2" creationId="{9BFA1E95-2B95-9DE8-7DCF-BA2465BFEFEC}"/>
          </ac:spMkLst>
        </pc:spChg>
        <pc:spChg chg="mod ord">
          <ac:chgData name="Jacky Chen" userId="f978b6c0472ffe45" providerId="LiveId" clId="{12F43705-BE7B-432C-A718-24A5F1778448}" dt="2025-03-29T20:55:00.669" v="90" actId="700"/>
          <ac:spMkLst>
            <pc:docMk/>
            <pc:sldMk cId="2031446674" sldId="304"/>
            <ac:spMk id="3" creationId="{6197AD53-7D86-8D3A-8A55-A0E9BC5E74B0}"/>
          </ac:spMkLst>
        </pc:spChg>
        <pc:spChg chg="mod ord">
          <ac:chgData name="Jacky Chen" userId="f978b6c0472ffe45" providerId="LiveId" clId="{12F43705-BE7B-432C-A718-24A5F1778448}" dt="2025-03-29T20:55:00.669" v="90" actId="700"/>
          <ac:spMkLst>
            <pc:docMk/>
            <pc:sldMk cId="2031446674" sldId="304"/>
            <ac:spMk id="4" creationId="{27F9800A-DD7A-8162-11D2-1C64F1FD62AA}"/>
          </ac:spMkLst>
        </pc:spChg>
        <pc:spChg chg="add mod ord">
          <ac:chgData name="Jacky Chen" userId="f978b6c0472ffe45" providerId="LiveId" clId="{12F43705-BE7B-432C-A718-24A5F1778448}" dt="2025-04-06T15:44:19.933" v="481" actId="20577"/>
          <ac:spMkLst>
            <pc:docMk/>
            <pc:sldMk cId="2031446674" sldId="304"/>
            <ac:spMk id="5" creationId="{DBEFFB37-77A0-2108-C6A1-B318CB268A62}"/>
          </ac:spMkLst>
        </pc:spChg>
      </pc:sldChg>
      <pc:sldMasterChg chg="modSldLayout">
        <pc:chgData name="Jacky Chen" userId="f978b6c0472ffe45" providerId="LiveId" clId="{12F43705-BE7B-432C-A718-24A5F1778448}" dt="2025-03-29T20:51:22.450" v="45"/>
        <pc:sldMasterMkLst>
          <pc:docMk/>
          <pc:sldMasterMk cId="709381724" sldId="2147483660"/>
        </pc:sldMasterMkLst>
        <pc:sldLayoutChg chg="modSp mod">
          <pc:chgData name="Jacky Chen" userId="f978b6c0472ffe45" providerId="LiveId" clId="{12F43705-BE7B-432C-A718-24A5F1778448}" dt="2025-03-29T20:50:48.540" v="33"/>
          <pc:sldLayoutMkLst>
            <pc:docMk/>
            <pc:sldMasterMk cId="709381724" sldId="2147483660"/>
            <pc:sldLayoutMk cId="3004633851" sldId="2147483662"/>
          </pc:sldLayoutMkLst>
          <pc:spChg chg="mod">
            <ac:chgData name="Jacky Chen" userId="f978b6c0472ffe45" providerId="LiveId" clId="{12F43705-BE7B-432C-A718-24A5F1778448}" dt="2025-03-29T20:50:48.540" v="33"/>
            <ac:spMkLst>
              <pc:docMk/>
              <pc:sldMasterMk cId="709381724" sldId="2147483660"/>
              <pc:sldLayoutMk cId="3004633851" sldId="2147483662"/>
              <ac:spMk id="5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0:51.205" v="34"/>
          <pc:sldLayoutMkLst>
            <pc:docMk/>
            <pc:sldMasterMk cId="709381724" sldId="2147483660"/>
            <pc:sldLayoutMk cId="3856398817" sldId="2147483663"/>
          </pc:sldLayoutMkLst>
          <pc:spChg chg="mod">
            <ac:chgData name="Jacky Chen" userId="f978b6c0472ffe45" providerId="LiveId" clId="{12F43705-BE7B-432C-A718-24A5F1778448}" dt="2025-03-29T20:50:51.205" v="34"/>
            <ac:spMkLst>
              <pc:docMk/>
              <pc:sldMasterMk cId="709381724" sldId="2147483660"/>
              <pc:sldLayoutMk cId="3856398817" sldId="2147483663"/>
              <ac:spMk id="5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0:54.347" v="35"/>
          <pc:sldLayoutMkLst>
            <pc:docMk/>
            <pc:sldMasterMk cId="709381724" sldId="2147483660"/>
            <pc:sldLayoutMk cId="2702590749" sldId="2147483664"/>
          </pc:sldLayoutMkLst>
          <pc:spChg chg="mod">
            <ac:chgData name="Jacky Chen" userId="f978b6c0472ffe45" providerId="LiveId" clId="{12F43705-BE7B-432C-A718-24A5F1778448}" dt="2025-03-29T20:50:54.347" v="35"/>
            <ac:spMkLst>
              <pc:docMk/>
              <pc:sldMasterMk cId="709381724" sldId="2147483660"/>
              <pc:sldLayoutMk cId="2702590749" sldId="2147483664"/>
              <ac:spMk id="6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0:56.899" v="36"/>
          <pc:sldLayoutMkLst>
            <pc:docMk/>
            <pc:sldMasterMk cId="709381724" sldId="2147483660"/>
            <pc:sldLayoutMk cId="76695219" sldId="2147483665"/>
          </pc:sldLayoutMkLst>
          <pc:spChg chg="mod">
            <ac:chgData name="Jacky Chen" userId="f978b6c0472ffe45" providerId="LiveId" clId="{12F43705-BE7B-432C-A718-24A5F1778448}" dt="2025-03-29T20:50:56.899" v="36"/>
            <ac:spMkLst>
              <pc:docMk/>
              <pc:sldMasterMk cId="709381724" sldId="2147483660"/>
              <pc:sldLayoutMk cId="76695219" sldId="2147483665"/>
              <ac:spMk id="8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0:59.302" v="37"/>
          <pc:sldLayoutMkLst>
            <pc:docMk/>
            <pc:sldMasterMk cId="709381724" sldId="2147483660"/>
            <pc:sldLayoutMk cId="1909410950" sldId="2147483666"/>
          </pc:sldLayoutMkLst>
          <pc:spChg chg="mod">
            <ac:chgData name="Jacky Chen" userId="f978b6c0472ffe45" providerId="LiveId" clId="{12F43705-BE7B-432C-A718-24A5F1778448}" dt="2025-03-29T20:50:59.302" v="37"/>
            <ac:spMkLst>
              <pc:docMk/>
              <pc:sldMasterMk cId="709381724" sldId="2147483660"/>
              <pc:sldLayoutMk cId="1909410950" sldId="2147483666"/>
              <ac:spMk id="4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1:01.182" v="38"/>
          <pc:sldLayoutMkLst>
            <pc:docMk/>
            <pc:sldMasterMk cId="709381724" sldId="2147483660"/>
            <pc:sldLayoutMk cId="401681852" sldId="2147483667"/>
          </pc:sldLayoutMkLst>
          <pc:spChg chg="mod">
            <ac:chgData name="Jacky Chen" userId="f978b6c0472ffe45" providerId="LiveId" clId="{12F43705-BE7B-432C-A718-24A5F1778448}" dt="2025-03-29T20:51:01.182" v="38"/>
            <ac:spMkLst>
              <pc:docMk/>
              <pc:sldMasterMk cId="709381724" sldId="2147483660"/>
              <pc:sldLayoutMk cId="401681852" sldId="2147483667"/>
              <ac:spMk id="3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1:04.130" v="39"/>
          <pc:sldLayoutMkLst>
            <pc:docMk/>
            <pc:sldMasterMk cId="709381724" sldId="2147483660"/>
            <pc:sldLayoutMk cId="4079828694" sldId="2147483668"/>
          </pc:sldLayoutMkLst>
          <pc:spChg chg="mod">
            <ac:chgData name="Jacky Chen" userId="f978b6c0472ffe45" providerId="LiveId" clId="{12F43705-BE7B-432C-A718-24A5F1778448}" dt="2025-03-29T20:51:04.130" v="39"/>
            <ac:spMkLst>
              <pc:docMk/>
              <pc:sldMasterMk cId="709381724" sldId="2147483660"/>
              <pc:sldLayoutMk cId="4079828694" sldId="2147483668"/>
              <ac:spMk id="6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1:06.917" v="40"/>
          <pc:sldLayoutMkLst>
            <pc:docMk/>
            <pc:sldMasterMk cId="709381724" sldId="2147483660"/>
            <pc:sldLayoutMk cId="3245219293" sldId="2147483669"/>
          </pc:sldLayoutMkLst>
          <pc:spChg chg="mod">
            <ac:chgData name="Jacky Chen" userId="f978b6c0472ffe45" providerId="LiveId" clId="{12F43705-BE7B-432C-A718-24A5F1778448}" dt="2025-03-29T20:51:06.917" v="40"/>
            <ac:spMkLst>
              <pc:docMk/>
              <pc:sldMasterMk cId="709381724" sldId="2147483660"/>
              <pc:sldLayoutMk cId="3245219293" sldId="2147483669"/>
              <ac:spMk id="6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1:10.481" v="41"/>
          <pc:sldLayoutMkLst>
            <pc:docMk/>
            <pc:sldMasterMk cId="709381724" sldId="2147483660"/>
            <pc:sldLayoutMk cId="3502955401" sldId="2147483670"/>
          </pc:sldLayoutMkLst>
          <pc:spChg chg="mod">
            <ac:chgData name="Jacky Chen" userId="f978b6c0472ffe45" providerId="LiveId" clId="{12F43705-BE7B-432C-A718-24A5F1778448}" dt="2025-03-29T20:51:10.481" v="41"/>
            <ac:spMkLst>
              <pc:docMk/>
              <pc:sldMasterMk cId="709381724" sldId="2147483660"/>
              <pc:sldLayoutMk cId="3502955401" sldId="2147483670"/>
              <ac:spMk id="5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1:13.780" v="42"/>
          <pc:sldLayoutMkLst>
            <pc:docMk/>
            <pc:sldMasterMk cId="709381724" sldId="2147483660"/>
            <pc:sldLayoutMk cId="3110756422" sldId="2147483671"/>
          </pc:sldLayoutMkLst>
          <pc:spChg chg="mod">
            <ac:chgData name="Jacky Chen" userId="f978b6c0472ffe45" providerId="LiveId" clId="{12F43705-BE7B-432C-A718-24A5F1778448}" dt="2025-03-29T20:51:13.780" v="42"/>
            <ac:spMkLst>
              <pc:docMk/>
              <pc:sldMasterMk cId="709381724" sldId="2147483660"/>
              <pc:sldLayoutMk cId="3110756422" sldId="2147483671"/>
              <ac:spMk id="5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1:16.827" v="43"/>
          <pc:sldLayoutMkLst>
            <pc:docMk/>
            <pc:sldMasterMk cId="709381724" sldId="2147483660"/>
            <pc:sldLayoutMk cId="125513657" sldId="2147483672"/>
          </pc:sldLayoutMkLst>
          <pc:spChg chg="mod">
            <ac:chgData name="Jacky Chen" userId="f978b6c0472ffe45" providerId="LiveId" clId="{12F43705-BE7B-432C-A718-24A5F1778448}" dt="2025-03-29T20:51:16.827" v="43"/>
            <ac:spMkLst>
              <pc:docMk/>
              <pc:sldMasterMk cId="709381724" sldId="2147483660"/>
              <pc:sldLayoutMk cId="125513657" sldId="2147483672"/>
              <ac:spMk id="6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1:20.184" v="44"/>
          <pc:sldLayoutMkLst>
            <pc:docMk/>
            <pc:sldMasterMk cId="709381724" sldId="2147483660"/>
            <pc:sldLayoutMk cId="3181141856" sldId="2147483673"/>
          </pc:sldLayoutMkLst>
          <pc:spChg chg="mod">
            <ac:chgData name="Jacky Chen" userId="f978b6c0472ffe45" providerId="LiveId" clId="{12F43705-BE7B-432C-A718-24A5F1778448}" dt="2025-03-29T20:51:20.184" v="44"/>
            <ac:spMkLst>
              <pc:docMk/>
              <pc:sldMasterMk cId="709381724" sldId="2147483660"/>
              <pc:sldLayoutMk cId="3181141856" sldId="2147483673"/>
              <ac:spMk id="7" creationId="{00000000-0000-0000-0000-000000000000}"/>
            </ac:spMkLst>
          </pc:spChg>
        </pc:sldLayoutChg>
        <pc:sldLayoutChg chg="modSp mod">
          <pc:chgData name="Jacky Chen" userId="f978b6c0472ffe45" providerId="LiveId" clId="{12F43705-BE7B-432C-A718-24A5F1778448}" dt="2025-03-29T20:51:22.450" v="45"/>
          <pc:sldLayoutMkLst>
            <pc:docMk/>
            <pc:sldMasterMk cId="709381724" sldId="2147483660"/>
            <pc:sldLayoutMk cId="2005514273" sldId="2147483674"/>
          </pc:sldLayoutMkLst>
          <pc:spChg chg="mod">
            <ac:chgData name="Jacky Chen" userId="f978b6c0472ffe45" providerId="LiveId" clId="{12F43705-BE7B-432C-A718-24A5F1778448}" dt="2025-03-29T20:51:22.450" v="45"/>
            <ac:spMkLst>
              <pc:docMk/>
              <pc:sldMasterMk cId="709381724" sldId="2147483660"/>
              <pc:sldLayoutMk cId="2005514273" sldId="2147483674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BE6C6-E13E-4AA6-B3DE-1B7348933221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E2A24-94B3-4CFC-9703-EECBE5CCBD9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95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E2A24-94B3-4CFC-9703-EECBE5CCBD9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349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Arial" charset="0"/>
                <a:cs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64333 w 4848"/>
                  <a:gd name="T1" fmla="*/ 203416971 h 432"/>
                  <a:gd name="T2" fmla="*/ 0 w 4848"/>
                  <a:gd name="T3" fmla="*/ 203416971 h 432"/>
                  <a:gd name="T4" fmla="*/ 0 w 4848"/>
                  <a:gd name="T5" fmla="*/ 0 h 432"/>
                  <a:gd name="T6" fmla="*/ 64333 w 4848"/>
                  <a:gd name="T7" fmla="*/ 0 h 432"/>
                  <a:gd name="T8" fmla="*/ 64333 w 4848"/>
                  <a:gd name="T9" fmla="*/ 203416971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3 w 15"/>
                    <a:gd name="T1" fmla="*/ 3 h 23"/>
                    <a:gd name="T2" fmla="*/ 97 w 15"/>
                    <a:gd name="T3" fmla="*/ 3 h 23"/>
                    <a:gd name="T4" fmla="*/ 86 w 15"/>
                    <a:gd name="T5" fmla="*/ 3 h 23"/>
                    <a:gd name="T6" fmla="*/ 33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6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1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1 w 30"/>
                    <a:gd name="T7" fmla="*/ 2 h 42"/>
                    <a:gd name="T8" fmla="*/ 45 w 30"/>
                    <a:gd name="T9" fmla="*/ 2 h 42"/>
                    <a:gd name="T10" fmla="*/ 43 w 30"/>
                    <a:gd name="T11" fmla="*/ 2 h 42"/>
                    <a:gd name="T12" fmla="*/ 31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7 w 69"/>
                    <a:gd name="T5" fmla="*/ 1 h 47"/>
                    <a:gd name="T6" fmla="*/ 49 w 69"/>
                    <a:gd name="T7" fmla="*/ 2 h 47"/>
                    <a:gd name="T8" fmla="*/ 35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4 h 277"/>
                    <a:gd name="T10" fmla="*/ 122 w 355"/>
                    <a:gd name="T11" fmla="*/ 6 h 277"/>
                    <a:gd name="T12" fmla="*/ 136 w 355"/>
                    <a:gd name="T13" fmla="*/ 7 h 277"/>
                    <a:gd name="T14" fmla="*/ 148 w 355"/>
                    <a:gd name="T15" fmla="*/ 7 h 277"/>
                    <a:gd name="T16" fmla="*/ 154 w 355"/>
                    <a:gd name="T17" fmla="*/ 8 h 277"/>
                    <a:gd name="T18" fmla="*/ 176 w 355"/>
                    <a:gd name="T19" fmla="*/ 8 h 277"/>
                    <a:gd name="T20" fmla="*/ 170 w 355"/>
                    <a:gd name="T21" fmla="*/ 11 h 277"/>
                    <a:gd name="T22" fmla="*/ 177 w 355"/>
                    <a:gd name="T23" fmla="*/ 12 h 277"/>
                    <a:gd name="T24" fmla="*/ 183 w 355"/>
                    <a:gd name="T25" fmla="*/ 12 h 277"/>
                    <a:gd name="T26" fmla="*/ 201 w 355"/>
                    <a:gd name="T27" fmla="*/ 12 h 277"/>
                    <a:gd name="T28" fmla="*/ 221 w 355"/>
                    <a:gd name="T29" fmla="*/ 13 h 277"/>
                    <a:gd name="T30" fmla="*/ 239 w 355"/>
                    <a:gd name="T31" fmla="*/ 13 h 277"/>
                    <a:gd name="T32" fmla="*/ 257 w 355"/>
                    <a:gd name="T33" fmla="*/ 13 h 277"/>
                    <a:gd name="T34" fmla="*/ 281 w 355"/>
                    <a:gd name="T35" fmla="*/ 14 h 277"/>
                    <a:gd name="T36" fmla="*/ 299 w 355"/>
                    <a:gd name="T37" fmla="*/ 14 h 277"/>
                    <a:gd name="T38" fmla="*/ 337 w 355"/>
                    <a:gd name="T39" fmla="*/ 14 h 277"/>
                    <a:gd name="T40" fmla="*/ 327 w 355"/>
                    <a:gd name="T41" fmla="*/ 15 h 277"/>
                    <a:gd name="T42" fmla="*/ 307 w 355"/>
                    <a:gd name="T43" fmla="*/ 14 h 277"/>
                    <a:gd name="T44" fmla="*/ 285 w 355"/>
                    <a:gd name="T45" fmla="*/ 14 h 277"/>
                    <a:gd name="T46" fmla="*/ 273 w 355"/>
                    <a:gd name="T47" fmla="*/ 14 h 277"/>
                    <a:gd name="T48" fmla="*/ 237 w 355"/>
                    <a:gd name="T49" fmla="*/ 14 h 277"/>
                    <a:gd name="T50" fmla="*/ 219 w 355"/>
                    <a:gd name="T51" fmla="*/ 14 h 277"/>
                    <a:gd name="T52" fmla="*/ 172 w 355"/>
                    <a:gd name="T53" fmla="*/ 13 h 277"/>
                    <a:gd name="T54" fmla="*/ 160 w 355"/>
                    <a:gd name="T55" fmla="*/ 12 h 277"/>
                    <a:gd name="T56" fmla="*/ 126 w 355"/>
                    <a:gd name="T57" fmla="*/ 11 h 277"/>
                    <a:gd name="T58" fmla="*/ 108 w 355"/>
                    <a:gd name="T59" fmla="*/ 10 h 277"/>
                    <a:gd name="T60" fmla="*/ 94 w 355"/>
                    <a:gd name="T61" fmla="*/ 8 h 277"/>
                    <a:gd name="T62" fmla="*/ 68 w 355"/>
                    <a:gd name="T63" fmla="*/ 6 h 277"/>
                    <a:gd name="T64" fmla="*/ 64 w 355"/>
                    <a:gd name="T65" fmla="*/ 6 h 277"/>
                    <a:gd name="T66" fmla="*/ 58 w 355"/>
                    <a:gd name="T67" fmla="*/ 6 h 277"/>
                    <a:gd name="T68" fmla="*/ 54 w 355"/>
                    <a:gd name="T69" fmla="*/ 5 h 277"/>
                    <a:gd name="T70" fmla="*/ 38 w 355"/>
                    <a:gd name="T71" fmla="*/ 3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5 w 156"/>
                    <a:gd name="T7" fmla="*/ 2 h 206"/>
                    <a:gd name="T8" fmla="*/ 121 w 156"/>
                    <a:gd name="T9" fmla="*/ 2 h 206"/>
                    <a:gd name="T10" fmla="*/ 127 w 156"/>
                    <a:gd name="T11" fmla="*/ 2 h 206"/>
                    <a:gd name="T12" fmla="*/ 139 w 156"/>
                    <a:gd name="T13" fmla="*/ 0 h 206"/>
                    <a:gd name="T14" fmla="*/ 165 w 156"/>
                    <a:gd name="T15" fmla="*/ 2 h 206"/>
                    <a:gd name="T16" fmla="*/ 161 w 156"/>
                    <a:gd name="T17" fmla="*/ 2 h 206"/>
                    <a:gd name="T18" fmla="*/ 141 w 156"/>
                    <a:gd name="T19" fmla="*/ 2 h 206"/>
                    <a:gd name="T20" fmla="*/ 147 w 156"/>
                    <a:gd name="T21" fmla="*/ 4 h 206"/>
                    <a:gd name="T22" fmla="*/ 157 w 156"/>
                    <a:gd name="T23" fmla="*/ 5 h 206"/>
                    <a:gd name="T24" fmla="*/ 161 w 156"/>
                    <a:gd name="T25" fmla="*/ 5 h 206"/>
                    <a:gd name="T26" fmla="*/ 143 w 156"/>
                    <a:gd name="T27" fmla="*/ 5 h 206"/>
                    <a:gd name="T28" fmla="*/ 131 w 156"/>
                    <a:gd name="T29" fmla="*/ 6 h 206"/>
                    <a:gd name="T30" fmla="*/ 119 w 156"/>
                    <a:gd name="T31" fmla="*/ 6 h 206"/>
                    <a:gd name="T32" fmla="*/ 115 w 156"/>
                    <a:gd name="T33" fmla="*/ 8 h 206"/>
                    <a:gd name="T34" fmla="*/ 103 w 156"/>
                    <a:gd name="T35" fmla="*/ 9 h 206"/>
                    <a:gd name="T36" fmla="*/ 97 w 156"/>
                    <a:gd name="T37" fmla="*/ 9 h 206"/>
                    <a:gd name="T38" fmla="*/ 76 w 156"/>
                    <a:gd name="T39" fmla="*/ 9 h 206"/>
                    <a:gd name="T40" fmla="*/ 72 w 156"/>
                    <a:gd name="T41" fmla="*/ 8 h 206"/>
                    <a:gd name="T42" fmla="*/ 60 w 156"/>
                    <a:gd name="T43" fmla="*/ 8 h 206"/>
                    <a:gd name="T44" fmla="*/ 42 w 156"/>
                    <a:gd name="T45" fmla="*/ 8 h 206"/>
                    <a:gd name="T46" fmla="*/ 28 w 156"/>
                    <a:gd name="T47" fmla="*/ 8 h 206"/>
                    <a:gd name="T48" fmla="*/ 10 w 156"/>
                    <a:gd name="T49" fmla="*/ 6 h 206"/>
                    <a:gd name="T50" fmla="*/ 4 w 156"/>
                    <a:gd name="T51" fmla="*/ 5 h 206"/>
                    <a:gd name="T52" fmla="*/ 0 w 156"/>
                    <a:gd name="T53" fmla="*/ 5 h 206"/>
                    <a:gd name="T54" fmla="*/ 20 w 156"/>
                    <a:gd name="T55" fmla="*/ 4 h 206"/>
                    <a:gd name="T56" fmla="*/ 32 w 156"/>
                    <a:gd name="T57" fmla="*/ 4 h 206"/>
                    <a:gd name="T58" fmla="*/ 34 w 156"/>
                    <a:gd name="T59" fmla="*/ 3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7 w 109"/>
                    <a:gd name="T7" fmla="*/ 3 h 38"/>
                    <a:gd name="T8" fmla="*/ 105 w 109"/>
                    <a:gd name="T9" fmla="*/ 0 h 38"/>
                    <a:gd name="T10" fmla="*/ 91 w 109"/>
                    <a:gd name="T11" fmla="*/ 3 h 38"/>
                    <a:gd name="T12" fmla="*/ 75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7 w 76"/>
                    <a:gd name="T7" fmla="*/ 2 h 104"/>
                    <a:gd name="T8" fmla="*/ 38 w 76"/>
                    <a:gd name="T9" fmla="*/ 2 h 104"/>
                    <a:gd name="T10" fmla="*/ 39 w 76"/>
                    <a:gd name="T11" fmla="*/ 2 h 104"/>
                    <a:gd name="T12" fmla="*/ 43 w 76"/>
                    <a:gd name="T13" fmla="*/ 2 h 104"/>
                    <a:gd name="T14" fmla="*/ 38 w 76"/>
                    <a:gd name="T15" fmla="*/ 3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3 h 104"/>
                    <a:gd name="T24" fmla="*/ 20 w 76"/>
                    <a:gd name="T25" fmla="*/ 4 h 104"/>
                    <a:gd name="T26" fmla="*/ 12 w 76"/>
                    <a:gd name="T27" fmla="*/ 4 h 104"/>
                    <a:gd name="T28" fmla="*/ 8 w 76"/>
                    <a:gd name="T29" fmla="*/ 4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4 w 49"/>
                    <a:gd name="T3" fmla="*/ 0 h 29"/>
                    <a:gd name="T4" fmla="*/ 27 w 49"/>
                    <a:gd name="T5" fmla="*/ 2 h 29"/>
                    <a:gd name="T6" fmla="*/ 20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5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5 h 48"/>
                    <a:gd name="T18" fmla="*/ 23 w 61"/>
                    <a:gd name="T19" fmla="*/ 7 h 48"/>
                    <a:gd name="T20" fmla="*/ 21 w 61"/>
                    <a:gd name="T21" fmla="*/ 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3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3 h 182"/>
                    <a:gd name="T20" fmla="*/ 88 w 286"/>
                    <a:gd name="T21" fmla="*/ 3 h 182"/>
                    <a:gd name="T22" fmla="*/ 106 w 286"/>
                    <a:gd name="T23" fmla="*/ 5 h 182"/>
                    <a:gd name="T24" fmla="*/ 104 w 286"/>
                    <a:gd name="T25" fmla="*/ 6 h 182"/>
                    <a:gd name="T26" fmla="*/ 98 w 286"/>
                    <a:gd name="T27" fmla="*/ 7 h 182"/>
                    <a:gd name="T28" fmla="*/ 122 w 286"/>
                    <a:gd name="T29" fmla="*/ 6 h 182"/>
                    <a:gd name="T30" fmla="*/ 140 w 286"/>
                    <a:gd name="T31" fmla="*/ 7 h 182"/>
                    <a:gd name="T32" fmla="*/ 168 w 286"/>
                    <a:gd name="T33" fmla="*/ 7 h 182"/>
                    <a:gd name="T34" fmla="*/ 174 w 286"/>
                    <a:gd name="T35" fmla="*/ 7 h 182"/>
                    <a:gd name="T36" fmla="*/ 168 w 286"/>
                    <a:gd name="T37" fmla="*/ 7 h 182"/>
                    <a:gd name="T38" fmla="*/ 178 w 286"/>
                    <a:gd name="T39" fmla="*/ 7 h 182"/>
                    <a:gd name="T40" fmla="*/ 186 w 286"/>
                    <a:gd name="T41" fmla="*/ 6 h 182"/>
                    <a:gd name="T42" fmla="*/ 202 w 286"/>
                    <a:gd name="T43" fmla="*/ 6 h 182"/>
                    <a:gd name="T44" fmla="*/ 214 w 286"/>
                    <a:gd name="T45" fmla="*/ 6 h 182"/>
                    <a:gd name="T46" fmla="*/ 244 w 286"/>
                    <a:gd name="T47" fmla="*/ 9 h 182"/>
                    <a:gd name="T48" fmla="*/ 262 w 286"/>
                    <a:gd name="T49" fmla="*/ 9 h 182"/>
                    <a:gd name="T50" fmla="*/ 284 w 286"/>
                    <a:gd name="T51" fmla="*/ 9 h 182"/>
                    <a:gd name="T52" fmla="*/ 268 w 286"/>
                    <a:gd name="T53" fmla="*/ 7 h 182"/>
                    <a:gd name="T54" fmla="*/ 256 w 286"/>
                    <a:gd name="T55" fmla="*/ 7 h 182"/>
                    <a:gd name="T56" fmla="*/ 250 w 286"/>
                    <a:gd name="T57" fmla="*/ 6 h 182"/>
                    <a:gd name="T58" fmla="*/ 248 w 286"/>
                    <a:gd name="T59" fmla="*/ 6 h 182"/>
                    <a:gd name="T60" fmla="*/ 236 w 286"/>
                    <a:gd name="T61" fmla="*/ 6 h 182"/>
                    <a:gd name="T62" fmla="*/ 240 w 286"/>
                    <a:gd name="T63" fmla="*/ 5 h 182"/>
                    <a:gd name="T64" fmla="*/ 220 w 286"/>
                    <a:gd name="T65" fmla="*/ 4 h 182"/>
                    <a:gd name="T66" fmla="*/ 210 w 286"/>
                    <a:gd name="T67" fmla="*/ 3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3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4 h 78"/>
                    <a:gd name="T18" fmla="*/ 9 w 78"/>
                    <a:gd name="T19" fmla="*/ 3 h 78"/>
                    <a:gd name="T20" fmla="*/ 3 w 78"/>
                    <a:gd name="T21" fmla="*/ 3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3 h 80"/>
                    <a:gd name="T14" fmla="*/ 54 w 80"/>
                    <a:gd name="T15" fmla="*/ 4 h 80"/>
                    <a:gd name="T16" fmla="*/ 48 w 80"/>
                    <a:gd name="T17" fmla="*/ 5 h 80"/>
                    <a:gd name="T18" fmla="*/ 32 w 80"/>
                    <a:gd name="T19" fmla="*/ 4 h 80"/>
                    <a:gd name="T20" fmla="*/ 38 w 80"/>
                    <a:gd name="T21" fmla="*/ 3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3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 h 174"/>
                    <a:gd name="T2" fmla="*/ 26 w 94"/>
                    <a:gd name="T3" fmla="*/ 6 h 174"/>
                    <a:gd name="T4" fmla="*/ 32 w 94"/>
                    <a:gd name="T5" fmla="*/ 5 h 174"/>
                    <a:gd name="T6" fmla="*/ 52 w 94"/>
                    <a:gd name="T7" fmla="*/ 5 h 174"/>
                    <a:gd name="T8" fmla="*/ 46 w 94"/>
                    <a:gd name="T9" fmla="*/ 6 h 174"/>
                    <a:gd name="T10" fmla="*/ 66 w 94"/>
                    <a:gd name="T11" fmla="*/ 6 h 174"/>
                    <a:gd name="T12" fmla="*/ 76 w 94"/>
                    <a:gd name="T13" fmla="*/ 7 h 174"/>
                    <a:gd name="T14" fmla="*/ 58 w 94"/>
                    <a:gd name="T15" fmla="*/ 7 h 174"/>
                    <a:gd name="T16" fmla="*/ 74 w 94"/>
                    <a:gd name="T17" fmla="*/ 9 h 174"/>
                    <a:gd name="T18" fmla="*/ 84 w 94"/>
                    <a:gd name="T19" fmla="*/ 7 h 174"/>
                    <a:gd name="T20" fmla="*/ 82 w 94"/>
                    <a:gd name="T21" fmla="*/ 6 h 174"/>
                    <a:gd name="T22" fmla="*/ 60 w 94"/>
                    <a:gd name="T23" fmla="*/ 5 h 174"/>
                    <a:gd name="T24" fmla="*/ 50 w 94"/>
                    <a:gd name="T25" fmla="*/ 4 h 174"/>
                    <a:gd name="T26" fmla="*/ 34 w 94"/>
                    <a:gd name="T27" fmla="*/ 4 h 174"/>
                    <a:gd name="T28" fmla="*/ 30 w 94"/>
                    <a:gd name="T29" fmla="*/ 3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4 h 174"/>
                    <a:gd name="T40" fmla="*/ 14 w 94"/>
                    <a:gd name="T41" fmla="*/ 5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1 w 43"/>
                    <a:gd name="T3" fmla="*/ 2 h 50"/>
                    <a:gd name="T4" fmla="*/ 72 w 43"/>
                    <a:gd name="T5" fmla="*/ 0 h 50"/>
                    <a:gd name="T6" fmla="*/ 45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7988 w 471"/>
                    <a:gd name="T1" fmla="*/ 218026 h 281"/>
                    <a:gd name="T2" fmla="*/ 9412 w 471"/>
                    <a:gd name="T3" fmla="*/ 195014 h 281"/>
                    <a:gd name="T4" fmla="*/ 8641 w 471"/>
                    <a:gd name="T5" fmla="*/ 190648 h 281"/>
                    <a:gd name="T6" fmla="*/ 6324 w 471"/>
                    <a:gd name="T7" fmla="*/ 170005 h 281"/>
                    <a:gd name="T8" fmla="*/ 1520 w 471"/>
                    <a:gd name="T9" fmla="*/ 167461 h 281"/>
                    <a:gd name="T10" fmla="*/ 0 w 471"/>
                    <a:gd name="T11" fmla="*/ 148755 h 281"/>
                    <a:gd name="T12" fmla="*/ 4725 w 471"/>
                    <a:gd name="T13" fmla="*/ 140509 h 281"/>
                    <a:gd name="T14" fmla="*/ 2262 w 471"/>
                    <a:gd name="T15" fmla="*/ 128519 h 281"/>
                    <a:gd name="T16" fmla="*/ 686 w 471"/>
                    <a:gd name="T17" fmla="*/ 124428 h 281"/>
                    <a:gd name="T18" fmla="*/ 11100 w 471"/>
                    <a:gd name="T19" fmla="*/ 93492 h 281"/>
                    <a:gd name="T20" fmla="*/ 17020 w 471"/>
                    <a:gd name="T21" fmla="*/ 75130 h 281"/>
                    <a:gd name="T22" fmla="*/ 16520 w 471"/>
                    <a:gd name="T23" fmla="*/ 54526 h 281"/>
                    <a:gd name="T24" fmla="*/ 9412 w 471"/>
                    <a:gd name="T25" fmla="*/ 33363 h 281"/>
                    <a:gd name="T26" fmla="*/ 7946 w 471"/>
                    <a:gd name="T27" fmla="*/ 25052 h 281"/>
                    <a:gd name="T28" fmla="*/ 10196 w 471"/>
                    <a:gd name="T29" fmla="*/ 27926 h 281"/>
                    <a:gd name="T30" fmla="*/ 18649 w 471"/>
                    <a:gd name="T31" fmla="*/ 27614 h 281"/>
                    <a:gd name="T32" fmla="*/ 24867 w 471"/>
                    <a:gd name="T33" fmla="*/ 8475 h 281"/>
                    <a:gd name="T34" fmla="*/ 32002 w 471"/>
                    <a:gd name="T35" fmla="*/ 0 h 281"/>
                    <a:gd name="T36" fmla="*/ 34276 w 471"/>
                    <a:gd name="T37" fmla="*/ 1635 h 281"/>
                    <a:gd name="T38" fmla="*/ 35903 w 471"/>
                    <a:gd name="T39" fmla="*/ 7002 h 281"/>
                    <a:gd name="T40" fmla="*/ 38199 w 471"/>
                    <a:gd name="T41" fmla="*/ 3973 h 281"/>
                    <a:gd name="T42" fmla="*/ 42895 w 471"/>
                    <a:gd name="T43" fmla="*/ 6193 h 281"/>
                    <a:gd name="T44" fmla="*/ 45188 w 471"/>
                    <a:gd name="T45" fmla="*/ 7002 h 281"/>
                    <a:gd name="T46" fmla="*/ 55083 w 471"/>
                    <a:gd name="T47" fmla="*/ 10914 h 281"/>
                    <a:gd name="T48" fmla="*/ 60490 w 471"/>
                    <a:gd name="T49" fmla="*/ 18477 h 281"/>
                    <a:gd name="T50" fmla="*/ 65220 w 471"/>
                    <a:gd name="T51" fmla="*/ 13210 h 281"/>
                    <a:gd name="T52" fmla="*/ 67254 w 471"/>
                    <a:gd name="T53" fmla="*/ 10914 h 281"/>
                    <a:gd name="T54" fmla="*/ 75925 w 471"/>
                    <a:gd name="T55" fmla="*/ 10914 h 281"/>
                    <a:gd name="T56" fmla="*/ 82090 w 471"/>
                    <a:gd name="T57" fmla="*/ 25052 h 281"/>
                    <a:gd name="T58" fmla="*/ 90029 w 471"/>
                    <a:gd name="T59" fmla="*/ 45895 h 281"/>
                    <a:gd name="T60" fmla="*/ 95458 w 471"/>
                    <a:gd name="T61" fmla="*/ 54526 h 281"/>
                    <a:gd name="T62" fmla="*/ 100096 w 471"/>
                    <a:gd name="T63" fmla="*/ 52897 h 281"/>
                    <a:gd name="T64" fmla="*/ 105165 w 471"/>
                    <a:gd name="T65" fmla="*/ 50342 h 281"/>
                    <a:gd name="T66" fmla="*/ 113001 w 471"/>
                    <a:gd name="T67" fmla="*/ 55575 h 281"/>
                    <a:gd name="T68" fmla="*/ 116667 w 471"/>
                    <a:gd name="T69" fmla="*/ 62989 h 281"/>
                    <a:gd name="T70" fmla="*/ 119922 w 471"/>
                    <a:gd name="T71" fmla="*/ 69972 h 281"/>
                    <a:gd name="T72" fmla="*/ 123845 w 471"/>
                    <a:gd name="T73" fmla="*/ 86626 h 281"/>
                    <a:gd name="T74" fmla="*/ 125338 w 471"/>
                    <a:gd name="T75" fmla="*/ 93492 h 281"/>
                    <a:gd name="T76" fmla="*/ 126013 w 471"/>
                    <a:gd name="T77" fmla="*/ 97538 h 281"/>
                    <a:gd name="T78" fmla="*/ 120639 w 471"/>
                    <a:gd name="T79" fmla="*/ 110205 h 281"/>
                    <a:gd name="T80" fmla="*/ 125338 w 471"/>
                    <a:gd name="T81" fmla="*/ 110025 h 281"/>
                    <a:gd name="T82" fmla="*/ 133258 w 471"/>
                    <a:gd name="T83" fmla="*/ 120949 h 281"/>
                    <a:gd name="T84" fmla="*/ 141849 w 471"/>
                    <a:gd name="T85" fmla="*/ 122311 h 281"/>
                    <a:gd name="T86" fmla="*/ 148066 w 471"/>
                    <a:gd name="T87" fmla="*/ 130786 h 281"/>
                    <a:gd name="T88" fmla="*/ 148975 w 471"/>
                    <a:gd name="T89" fmla="*/ 134079 h 281"/>
                    <a:gd name="T90" fmla="*/ 148975 w 471"/>
                    <a:gd name="T91" fmla="*/ 136966 h 281"/>
                    <a:gd name="T92" fmla="*/ 153334 w 471"/>
                    <a:gd name="T93" fmla="*/ 134079 h 281"/>
                    <a:gd name="T94" fmla="*/ 155845 w 471"/>
                    <a:gd name="T95" fmla="*/ 133266 h 281"/>
                    <a:gd name="T96" fmla="*/ 170989 w 471"/>
                    <a:gd name="T97" fmla="*/ 143996 h 281"/>
                    <a:gd name="T98" fmla="*/ 173980 w 471"/>
                    <a:gd name="T99" fmla="*/ 154887 h 281"/>
                    <a:gd name="T100" fmla="*/ 181093 w 471"/>
                    <a:gd name="T101" fmla="*/ 156533 h 281"/>
                    <a:gd name="T102" fmla="*/ 183357 w 471"/>
                    <a:gd name="T103" fmla="*/ 167461 h 281"/>
                    <a:gd name="T104" fmla="*/ 175673 w 471"/>
                    <a:gd name="T105" fmla="*/ 200942 h 281"/>
                    <a:gd name="T106" fmla="*/ 169307 w 471"/>
                    <a:gd name="T107" fmla="*/ 219014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6 h 844"/>
                    <a:gd name="T8" fmla="*/ 586 w 984"/>
                    <a:gd name="T9" fmla="*/ 5 h 844"/>
                    <a:gd name="T10" fmla="*/ 606 w 984"/>
                    <a:gd name="T11" fmla="*/ 3 h 844"/>
                    <a:gd name="T12" fmla="*/ 642 w 984"/>
                    <a:gd name="T13" fmla="*/ 6 h 844"/>
                    <a:gd name="T14" fmla="*/ 682 w 984"/>
                    <a:gd name="T15" fmla="*/ 5 h 844"/>
                    <a:gd name="T16" fmla="*/ 706 w 984"/>
                    <a:gd name="T17" fmla="*/ 4 h 844"/>
                    <a:gd name="T18" fmla="*/ 762 w 984"/>
                    <a:gd name="T19" fmla="*/ 2 h 844"/>
                    <a:gd name="T20" fmla="*/ 798 w 984"/>
                    <a:gd name="T21" fmla="*/ 3 h 844"/>
                    <a:gd name="T22" fmla="*/ 798 w 984"/>
                    <a:gd name="T23" fmla="*/ 6 h 844"/>
                    <a:gd name="T24" fmla="*/ 790 w 984"/>
                    <a:gd name="T25" fmla="*/ 7 h 844"/>
                    <a:gd name="T26" fmla="*/ 766 w 984"/>
                    <a:gd name="T27" fmla="*/ 8 h 844"/>
                    <a:gd name="T28" fmla="*/ 762 w 984"/>
                    <a:gd name="T29" fmla="*/ 9 h 844"/>
                    <a:gd name="T30" fmla="*/ 802 w 984"/>
                    <a:gd name="T31" fmla="*/ 11 h 844"/>
                    <a:gd name="T32" fmla="*/ 786 w 984"/>
                    <a:gd name="T33" fmla="*/ 16 h 844"/>
                    <a:gd name="T34" fmla="*/ 830 w 984"/>
                    <a:gd name="T35" fmla="*/ 21 h 844"/>
                    <a:gd name="T36" fmla="*/ 854 w 984"/>
                    <a:gd name="T37" fmla="*/ 23 h 844"/>
                    <a:gd name="T38" fmla="*/ 830 w 984"/>
                    <a:gd name="T39" fmla="*/ 23 h 844"/>
                    <a:gd name="T40" fmla="*/ 746 w 984"/>
                    <a:gd name="T41" fmla="*/ 20 h 844"/>
                    <a:gd name="T42" fmla="*/ 678 w 984"/>
                    <a:gd name="T43" fmla="*/ 20 h 844"/>
                    <a:gd name="T44" fmla="*/ 590 w 984"/>
                    <a:gd name="T45" fmla="*/ 23 h 844"/>
                    <a:gd name="T46" fmla="*/ 642 w 984"/>
                    <a:gd name="T47" fmla="*/ 30 h 844"/>
                    <a:gd name="T48" fmla="*/ 710 w 984"/>
                    <a:gd name="T49" fmla="*/ 32 h 844"/>
                    <a:gd name="T50" fmla="*/ 738 w 984"/>
                    <a:gd name="T51" fmla="*/ 28 h 844"/>
                    <a:gd name="T52" fmla="*/ 774 w 984"/>
                    <a:gd name="T53" fmla="*/ 29 h 844"/>
                    <a:gd name="T54" fmla="*/ 766 w 984"/>
                    <a:gd name="T55" fmla="*/ 32 h 844"/>
                    <a:gd name="T56" fmla="*/ 802 w 984"/>
                    <a:gd name="T57" fmla="*/ 34 h 844"/>
                    <a:gd name="T58" fmla="*/ 838 w 984"/>
                    <a:gd name="T59" fmla="*/ 34 h 844"/>
                    <a:gd name="T60" fmla="*/ 922 w 984"/>
                    <a:gd name="T61" fmla="*/ 41 h 844"/>
                    <a:gd name="T62" fmla="*/ 942 w 984"/>
                    <a:gd name="T63" fmla="*/ 42 h 844"/>
                    <a:gd name="T64" fmla="*/ 874 w 984"/>
                    <a:gd name="T65" fmla="*/ 41 h 844"/>
                    <a:gd name="T66" fmla="*/ 830 w 984"/>
                    <a:gd name="T67" fmla="*/ 39 h 844"/>
                    <a:gd name="T68" fmla="*/ 778 w 984"/>
                    <a:gd name="T69" fmla="*/ 36 h 844"/>
                    <a:gd name="T70" fmla="*/ 702 w 984"/>
                    <a:gd name="T71" fmla="*/ 34 h 844"/>
                    <a:gd name="T72" fmla="*/ 614 w 984"/>
                    <a:gd name="T73" fmla="*/ 33 h 844"/>
                    <a:gd name="T74" fmla="*/ 506 w 984"/>
                    <a:gd name="T75" fmla="*/ 30 h 844"/>
                    <a:gd name="T76" fmla="*/ 462 w 984"/>
                    <a:gd name="T77" fmla="*/ 26 h 844"/>
                    <a:gd name="T78" fmla="*/ 430 w 984"/>
                    <a:gd name="T79" fmla="*/ 24 h 844"/>
                    <a:gd name="T80" fmla="*/ 382 w 984"/>
                    <a:gd name="T81" fmla="*/ 21 h 844"/>
                    <a:gd name="T82" fmla="*/ 342 w 984"/>
                    <a:gd name="T83" fmla="*/ 19 h 844"/>
                    <a:gd name="T84" fmla="*/ 354 w 984"/>
                    <a:gd name="T85" fmla="*/ 21 h 844"/>
                    <a:gd name="T86" fmla="*/ 418 w 984"/>
                    <a:gd name="T87" fmla="*/ 25 h 844"/>
                    <a:gd name="T88" fmla="*/ 422 w 984"/>
                    <a:gd name="T89" fmla="*/ 26 h 844"/>
                    <a:gd name="T90" fmla="*/ 394 w 984"/>
                    <a:gd name="T91" fmla="*/ 26 h 844"/>
                    <a:gd name="T92" fmla="*/ 354 w 984"/>
                    <a:gd name="T93" fmla="*/ 24 h 844"/>
                    <a:gd name="T94" fmla="*/ 314 w 984"/>
                    <a:gd name="T95" fmla="*/ 20 h 844"/>
                    <a:gd name="T96" fmla="*/ 266 w 984"/>
                    <a:gd name="T97" fmla="*/ 17 h 844"/>
                    <a:gd name="T98" fmla="*/ 210 w 984"/>
                    <a:gd name="T99" fmla="*/ 16 h 844"/>
                    <a:gd name="T100" fmla="*/ 154 w 984"/>
                    <a:gd name="T101" fmla="*/ 11 h 844"/>
                    <a:gd name="T102" fmla="*/ 66 w 984"/>
                    <a:gd name="T103" fmla="*/ 3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3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7 w 36"/>
                    <a:gd name="T3" fmla="*/ 1 h 37"/>
                    <a:gd name="T4" fmla="*/ 80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39 w 170"/>
                    <a:gd name="T11" fmla="*/ 4 h 96"/>
                    <a:gd name="T12" fmla="*/ 175 w 170"/>
                    <a:gd name="T13" fmla="*/ 5 h 96"/>
                    <a:gd name="T14" fmla="*/ 131 w 170"/>
                    <a:gd name="T15" fmla="*/ 6 h 96"/>
                    <a:gd name="T16" fmla="*/ 103 w 170"/>
                    <a:gd name="T17" fmla="*/ 5 h 96"/>
                    <a:gd name="T18" fmla="*/ 76 w 170"/>
                    <a:gd name="T19" fmla="*/ 4 h 96"/>
                    <a:gd name="T20" fmla="*/ 24 w 170"/>
                    <a:gd name="T21" fmla="*/ 3 h 96"/>
                    <a:gd name="T22" fmla="*/ 0 w 170"/>
                    <a:gd name="T23" fmla="*/ 4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39 w 44"/>
                    <a:gd name="T5" fmla="*/ 2 h 80"/>
                    <a:gd name="T6" fmla="*/ 51 w 44"/>
                    <a:gd name="T7" fmla="*/ 3 h 80"/>
                    <a:gd name="T8" fmla="*/ 39 w 44"/>
                    <a:gd name="T9" fmla="*/ 4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83771 w 323"/>
                    <a:gd name="T1" fmla="*/ 1091 h 64"/>
                    <a:gd name="T2" fmla="*/ 87877 w 323"/>
                    <a:gd name="T3" fmla="*/ 6505 h 64"/>
                    <a:gd name="T4" fmla="*/ 89460 w 323"/>
                    <a:gd name="T5" fmla="*/ 0 h 64"/>
                    <a:gd name="T6" fmla="*/ 101018 w 323"/>
                    <a:gd name="T7" fmla="*/ 0 h 64"/>
                    <a:gd name="T8" fmla="*/ 109508 w 323"/>
                    <a:gd name="T9" fmla="*/ 14019 h 64"/>
                    <a:gd name="T10" fmla="*/ 121274 w 323"/>
                    <a:gd name="T11" fmla="*/ 8211 h 64"/>
                    <a:gd name="T12" fmla="*/ 119609 w 323"/>
                    <a:gd name="T13" fmla="*/ 23111 h 64"/>
                    <a:gd name="T14" fmla="*/ 113381 w 323"/>
                    <a:gd name="T15" fmla="*/ 37586 h 64"/>
                    <a:gd name="T16" fmla="*/ 112148 w 323"/>
                    <a:gd name="T17" fmla="*/ 23111 h 64"/>
                    <a:gd name="T18" fmla="*/ 109508 w 323"/>
                    <a:gd name="T19" fmla="*/ 24814 h 64"/>
                    <a:gd name="T20" fmla="*/ 106429 w 323"/>
                    <a:gd name="T21" fmla="*/ 23111 h 64"/>
                    <a:gd name="T22" fmla="*/ 100067 w 323"/>
                    <a:gd name="T23" fmla="*/ 17173 h 64"/>
                    <a:gd name="T24" fmla="*/ 86901 w 323"/>
                    <a:gd name="T25" fmla="*/ 30517 h 64"/>
                    <a:gd name="T26" fmla="*/ 76585 w 323"/>
                    <a:gd name="T27" fmla="*/ 35813 h 64"/>
                    <a:gd name="T28" fmla="*/ 80637 w 323"/>
                    <a:gd name="T29" fmla="*/ 45973 h 64"/>
                    <a:gd name="T30" fmla="*/ 71618 w 323"/>
                    <a:gd name="T31" fmla="*/ 50544 h 64"/>
                    <a:gd name="T32" fmla="*/ 64216 w 323"/>
                    <a:gd name="T33" fmla="*/ 48942 h 64"/>
                    <a:gd name="T34" fmla="*/ 67337 w 323"/>
                    <a:gd name="T35" fmla="*/ 45973 h 64"/>
                    <a:gd name="T36" fmla="*/ 64938 w 323"/>
                    <a:gd name="T37" fmla="*/ 32348 h 64"/>
                    <a:gd name="T38" fmla="*/ 64216 w 323"/>
                    <a:gd name="T39" fmla="*/ 24814 h 64"/>
                    <a:gd name="T40" fmla="*/ 60199 w 323"/>
                    <a:gd name="T41" fmla="*/ 18758 h 64"/>
                    <a:gd name="T42" fmla="*/ 54161 w 323"/>
                    <a:gd name="T43" fmla="*/ 21905 h 64"/>
                    <a:gd name="T44" fmla="*/ 51039 w 323"/>
                    <a:gd name="T45" fmla="*/ 21905 h 64"/>
                    <a:gd name="T46" fmla="*/ 46884 w 323"/>
                    <a:gd name="T47" fmla="*/ 20047 h 64"/>
                    <a:gd name="T48" fmla="*/ 31549 w 323"/>
                    <a:gd name="T49" fmla="*/ 1705 h 64"/>
                    <a:gd name="T50" fmla="*/ 22618 w 323"/>
                    <a:gd name="T51" fmla="*/ 11253 h 64"/>
                    <a:gd name="T52" fmla="*/ 1 w 323"/>
                    <a:gd name="T53" fmla="*/ 0 h 64"/>
                    <a:gd name="T54" fmla="*/ 83771 w 323"/>
                    <a:gd name="T55" fmla="*/ 109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40241 w 300"/>
                    <a:gd name="T1" fmla="*/ 29681 h 31"/>
                    <a:gd name="T2" fmla="*/ 11713 w 300"/>
                    <a:gd name="T3" fmla="*/ 1279 h 31"/>
                    <a:gd name="T4" fmla="*/ 109208 w 300"/>
                    <a:gd name="T5" fmla="*/ 0 h 31"/>
                    <a:gd name="T6" fmla="*/ 113272 w 300"/>
                    <a:gd name="T7" fmla="*/ 13426 h 31"/>
                    <a:gd name="T8" fmla="*/ 101044 w 300"/>
                    <a:gd name="T9" fmla="*/ 15383 h 31"/>
                    <a:gd name="T10" fmla="*/ 40241 w 300"/>
                    <a:gd name="T11" fmla="*/ 2968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5861419 w 436"/>
                    <a:gd name="T1" fmla="*/ 548578 h 152"/>
                    <a:gd name="T2" fmla="*/ 154524473 w 436"/>
                    <a:gd name="T3" fmla="*/ 0 h 152"/>
                    <a:gd name="T4" fmla="*/ 147374486 w 436"/>
                    <a:gd name="T5" fmla="*/ 36526122 h 152"/>
                    <a:gd name="T6" fmla="*/ 140743099 w 436"/>
                    <a:gd name="T7" fmla="*/ 45900314 h 152"/>
                    <a:gd name="T8" fmla="*/ 138924928 w 436"/>
                    <a:gd name="T9" fmla="*/ 47333755 h 152"/>
                    <a:gd name="T10" fmla="*/ 132865898 w 436"/>
                    <a:gd name="T11" fmla="*/ 49506188 h 152"/>
                    <a:gd name="T12" fmla="*/ 127888603 w 436"/>
                    <a:gd name="T13" fmla="*/ 59429406 h 152"/>
                    <a:gd name="T14" fmla="*/ 128357863 w 436"/>
                    <a:gd name="T15" fmla="*/ 66896919 h 152"/>
                    <a:gd name="T16" fmla="*/ 128934943 w 436"/>
                    <a:gd name="T17" fmla="*/ 72446599 h 152"/>
                    <a:gd name="T18" fmla="*/ 129710604 w 436"/>
                    <a:gd name="T19" fmla="*/ 76595963 h 152"/>
                    <a:gd name="T20" fmla="*/ 128357863 w 436"/>
                    <a:gd name="T21" fmla="*/ 82694252 h 152"/>
                    <a:gd name="T22" fmla="*/ 124426908 w 436"/>
                    <a:gd name="T23" fmla="*/ 81351686 h 152"/>
                    <a:gd name="T24" fmla="*/ 121258814 w 436"/>
                    <a:gd name="T25" fmla="*/ 87349413 h 152"/>
                    <a:gd name="T26" fmla="*/ 122935869 w 436"/>
                    <a:gd name="T27" fmla="*/ 71068312 h 152"/>
                    <a:gd name="T28" fmla="*/ 119720650 w 436"/>
                    <a:gd name="T29" fmla="*/ 67785196 h 152"/>
                    <a:gd name="T30" fmla="*/ 121833914 w 436"/>
                    <a:gd name="T31" fmla="*/ 63073317 h 152"/>
                    <a:gd name="T32" fmla="*/ 121258814 w 436"/>
                    <a:gd name="T33" fmla="*/ 60352267 h 152"/>
                    <a:gd name="T34" fmla="*/ 113390574 w 436"/>
                    <a:gd name="T35" fmla="*/ 63621278 h 152"/>
                    <a:gd name="T36" fmla="*/ 112348183 w 436"/>
                    <a:gd name="T37" fmla="*/ 57523606 h 152"/>
                    <a:gd name="T38" fmla="*/ 105187306 w 436"/>
                    <a:gd name="T39" fmla="*/ 63621278 h 152"/>
                    <a:gd name="T40" fmla="*/ 113390574 w 436"/>
                    <a:gd name="T41" fmla="*/ 69725771 h 152"/>
                    <a:gd name="T42" fmla="*/ 108111890 w 436"/>
                    <a:gd name="T43" fmla="*/ 79087648 h 152"/>
                    <a:gd name="T44" fmla="*/ 110227156 w 436"/>
                    <a:gd name="T45" fmla="*/ 85182068 h 152"/>
                    <a:gd name="T46" fmla="*/ 111572415 w 436"/>
                    <a:gd name="T47" fmla="*/ 93447707 h 152"/>
                    <a:gd name="T48" fmla="*/ 109459622 w 436"/>
                    <a:gd name="T49" fmla="*/ 94011265 h 152"/>
                    <a:gd name="T50" fmla="*/ 111241646 w 436"/>
                    <a:gd name="T51" fmla="*/ 97293015 h 152"/>
                    <a:gd name="T52" fmla="*/ 108874759 w 436"/>
                    <a:gd name="T53" fmla="*/ 102821162 h 152"/>
                    <a:gd name="T54" fmla="*/ 0 w 436"/>
                    <a:gd name="T55" fmla="*/ 100931542 h 152"/>
                    <a:gd name="T56" fmla="*/ 25861419 w 436"/>
                    <a:gd name="T57" fmla="*/ 548578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 h 165"/>
                    <a:gd name="T2" fmla="*/ 15 w 47"/>
                    <a:gd name="T3" fmla="*/ 5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4 h 165"/>
                    <a:gd name="T16" fmla="*/ 31 w 47"/>
                    <a:gd name="T17" fmla="*/ 5 h 165"/>
                    <a:gd name="T18" fmla="*/ 23 w 47"/>
                    <a:gd name="T19" fmla="*/ 5 h 165"/>
                    <a:gd name="T20" fmla="*/ 21 w 47"/>
                    <a:gd name="T21" fmla="*/ 6 h 165"/>
                    <a:gd name="T22" fmla="*/ 27 w 47"/>
                    <a:gd name="T23" fmla="*/ 6 h 165"/>
                    <a:gd name="T24" fmla="*/ 31 w 47"/>
                    <a:gd name="T25" fmla="*/ 6 h 165"/>
                    <a:gd name="T26" fmla="*/ 13 w 47"/>
                    <a:gd name="T27" fmla="*/ 6 h 165"/>
                    <a:gd name="T28" fmla="*/ 7 w 47"/>
                    <a:gd name="T29" fmla="*/ 6 h 165"/>
                    <a:gd name="T30" fmla="*/ 3 w 47"/>
                    <a:gd name="T31" fmla="*/ 6 h 165"/>
                    <a:gd name="T32" fmla="*/ 5 w 47"/>
                    <a:gd name="T33" fmla="*/ 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3 h 103"/>
                    <a:gd name="T22" fmla="*/ 66 w 138"/>
                    <a:gd name="T23" fmla="*/ 4 h 103"/>
                    <a:gd name="T24" fmla="*/ 48 w 138"/>
                    <a:gd name="T25" fmla="*/ 5 h 103"/>
                    <a:gd name="T26" fmla="*/ 26 w 138"/>
                    <a:gd name="T27" fmla="*/ 5 h 103"/>
                    <a:gd name="T28" fmla="*/ 20 w 138"/>
                    <a:gd name="T29" fmla="*/ 4 h 103"/>
                    <a:gd name="T30" fmla="*/ 22 w 138"/>
                    <a:gd name="T31" fmla="*/ 5 h 103"/>
                    <a:gd name="T32" fmla="*/ 0 w 138"/>
                    <a:gd name="T33" fmla="*/ 5 h 103"/>
                    <a:gd name="T34" fmla="*/ 10 w 138"/>
                    <a:gd name="T35" fmla="*/ 4 h 103"/>
                    <a:gd name="T36" fmla="*/ 26 w 138"/>
                    <a:gd name="T37" fmla="*/ 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3 w 188"/>
                    <a:gd name="T1" fmla="*/ 2 h 214"/>
                    <a:gd name="T2" fmla="*/ 145 w 188"/>
                    <a:gd name="T3" fmla="*/ 2 h 214"/>
                    <a:gd name="T4" fmla="*/ 155 w 188"/>
                    <a:gd name="T5" fmla="*/ 0 h 214"/>
                    <a:gd name="T6" fmla="*/ 167 w 188"/>
                    <a:gd name="T7" fmla="*/ 2 h 214"/>
                    <a:gd name="T8" fmla="*/ 173 w 188"/>
                    <a:gd name="T9" fmla="*/ 2 h 214"/>
                    <a:gd name="T10" fmla="*/ 163 w 188"/>
                    <a:gd name="T11" fmla="*/ 3 h 214"/>
                    <a:gd name="T12" fmla="*/ 155 w 188"/>
                    <a:gd name="T13" fmla="*/ 4 h 214"/>
                    <a:gd name="T14" fmla="*/ 147 w 188"/>
                    <a:gd name="T15" fmla="*/ 7 h 214"/>
                    <a:gd name="T16" fmla="*/ 129 w 188"/>
                    <a:gd name="T17" fmla="*/ 7 h 214"/>
                    <a:gd name="T18" fmla="*/ 105 w 188"/>
                    <a:gd name="T19" fmla="*/ 7 h 214"/>
                    <a:gd name="T20" fmla="*/ 97 w 188"/>
                    <a:gd name="T21" fmla="*/ 7 h 214"/>
                    <a:gd name="T22" fmla="*/ 94 w 188"/>
                    <a:gd name="T23" fmla="*/ 8 h 214"/>
                    <a:gd name="T24" fmla="*/ 90 w 188"/>
                    <a:gd name="T25" fmla="*/ 8 h 214"/>
                    <a:gd name="T26" fmla="*/ 80 w 188"/>
                    <a:gd name="T27" fmla="*/ 7 h 214"/>
                    <a:gd name="T28" fmla="*/ 58 w 188"/>
                    <a:gd name="T29" fmla="*/ 8 h 214"/>
                    <a:gd name="T30" fmla="*/ 76 w 188"/>
                    <a:gd name="T31" fmla="*/ 8 h 214"/>
                    <a:gd name="T32" fmla="*/ 78 w 188"/>
                    <a:gd name="T33" fmla="*/ 9 h 214"/>
                    <a:gd name="T34" fmla="*/ 58 w 188"/>
                    <a:gd name="T35" fmla="*/ 9 h 214"/>
                    <a:gd name="T36" fmla="*/ 34 w 188"/>
                    <a:gd name="T37" fmla="*/ 9 h 214"/>
                    <a:gd name="T38" fmla="*/ 36 w 188"/>
                    <a:gd name="T39" fmla="*/ 8 h 214"/>
                    <a:gd name="T40" fmla="*/ 46 w 188"/>
                    <a:gd name="T41" fmla="*/ 8 h 214"/>
                    <a:gd name="T42" fmla="*/ 34 w 188"/>
                    <a:gd name="T43" fmla="*/ 8 h 214"/>
                    <a:gd name="T44" fmla="*/ 26 w 188"/>
                    <a:gd name="T45" fmla="*/ 9 h 214"/>
                    <a:gd name="T46" fmla="*/ 30 w 188"/>
                    <a:gd name="T47" fmla="*/ 10 h 214"/>
                    <a:gd name="T48" fmla="*/ 14 w 188"/>
                    <a:gd name="T49" fmla="*/ 11 h 214"/>
                    <a:gd name="T50" fmla="*/ 0 w 188"/>
                    <a:gd name="T51" fmla="*/ 12 h 214"/>
                    <a:gd name="T52" fmla="*/ 8 w 188"/>
                    <a:gd name="T53" fmla="*/ 10 h 214"/>
                    <a:gd name="T54" fmla="*/ 0 w 188"/>
                    <a:gd name="T55" fmla="*/ 9 h 214"/>
                    <a:gd name="T56" fmla="*/ 14 w 188"/>
                    <a:gd name="T57" fmla="*/ 8 h 214"/>
                    <a:gd name="T58" fmla="*/ 32 w 188"/>
                    <a:gd name="T59" fmla="*/ 7 h 214"/>
                    <a:gd name="T60" fmla="*/ 44 w 188"/>
                    <a:gd name="T61" fmla="*/ 7 h 214"/>
                    <a:gd name="T62" fmla="*/ 72 w 188"/>
                    <a:gd name="T63" fmla="*/ 7 h 214"/>
                    <a:gd name="T64" fmla="*/ 84 w 188"/>
                    <a:gd name="T65" fmla="*/ 6 h 214"/>
                    <a:gd name="T66" fmla="*/ 99 w 188"/>
                    <a:gd name="T67" fmla="*/ 5 h 214"/>
                    <a:gd name="T68" fmla="*/ 105 w 188"/>
                    <a:gd name="T69" fmla="*/ 5 h 214"/>
                    <a:gd name="T70" fmla="*/ 117 w 188"/>
                    <a:gd name="T71" fmla="*/ 4 h 214"/>
                    <a:gd name="T72" fmla="*/ 135 w 188"/>
                    <a:gd name="T73" fmla="*/ 3 h 214"/>
                    <a:gd name="T74" fmla="*/ 139 w 188"/>
                    <a:gd name="T75" fmla="*/ 2 h 214"/>
                    <a:gd name="T76" fmla="*/ 133 w 188"/>
                    <a:gd name="T77" fmla="*/ 2 h 214"/>
                    <a:gd name="T78" fmla="*/ 137 w 188"/>
                    <a:gd name="T79" fmla="*/ 2 h 214"/>
                    <a:gd name="T80" fmla="*/ 143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7 w 812"/>
                    <a:gd name="T1" fmla="*/ 2 h 564"/>
                    <a:gd name="T2" fmla="*/ 793 w 812"/>
                    <a:gd name="T3" fmla="*/ 4 h 564"/>
                    <a:gd name="T4" fmla="*/ 763 w 812"/>
                    <a:gd name="T5" fmla="*/ 6 h 564"/>
                    <a:gd name="T6" fmla="*/ 737 w 812"/>
                    <a:gd name="T7" fmla="*/ 7 h 564"/>
                    <a:gd name="T8" fmla="*/ 649 w 812"/>
                    <a:gd name="T9" fmla="*/ 9 h 564"/>
                    <a:gd name="T10" fmla="*/ 647 w 812"/>
                    <a:gd name="T11" fmla="*/ 11 h 564"/>
                    <a:gd name="T12" fmla="*/ 619 w 812"/>
                    <a:gd name="T13" fmla="*/ 11 h 564"/>
                    <a:gd name="T14" fmla="*/ 635 w 812"/>
                    <a:gd name="T15" fmla="*/ 9 h 564"/>
                    <a:gd name="T16" fmla="*/ 591 w 812"/>
                    <a:gd name="T17" fmla="*/ 9 h 564"/>
                    <a:gd name="T18" fmla="*/ 571 w 812"/>
                    <a:gd name="T19" fmla="*/ 11 h 564"/>
                    <a:gd name="T20" fmla="*/ 611 w 812"/>
                    <a:gd name="T21" fmla="*/ 14 h 564"/>
                    <a:gd name="T22" fmla="*/ 609 w 812"/>
                    <a:gd name="T23" fmla="*/ 19 h 564"/>
                    <a:gd name="T24" fmla="*/ 557 w 812"/>
                    <a:gd name="T25" fmla="*/ 20 h 564"/>
                    <a:gd name="T26" fmla="*/ 537 w 812"/>
                    <a:gd name="T27" fmla="*/ 20 h 564"/>
                    <a:gd name="T28" fmla="*/ 497 w 812"/>
                    <a:gd name="T29" fmla="*/ 17 h 564"/>
                    <a:gd name="T30" fmla="*/ 477 w 812"/>
                    <a:gd name="T31" fmla="*/ 17 h 564"/>
                    <a:gd name="T32" fmla="*/ 465 w 812"/>
                    <a:gd name="T33" fmla="*/ 20 h 564"/>
                    <a:gd name="T34" fmla="*/ 515 w 812"/>
                    <a:gd name="T35" fmla="*/ 24 h 564"/>
                    <a:gd name="T36" fmla="*/ 525 w 812"/>
                    <a:gd name="T37" fmla="*/ 26 h 564"/>
                    <a:gd name="T38" fmla="*/ 541 w 812"/>
                    <a:gd name="T39" fmla="*/ 28 h 564"/>
                    <a:gd name="T40" fmla="*/ 507 w 812"/>
                    <a:gd name="T41" fmla="*/ 28 h 564"/>
                    <a:gd name="T42" fmla="*/ 485 w 812"/>
                    <a:gd name="T43" fmla="*/ 26 h 564"/>
                    <a:gd name="T44" fmla="*/ 437 w 812"/>
                    <a:gd name="T45" fmla="*/ 21 h 564"/>
                    <a:gd name="T46" fmla="*/ 441 w 812"/>
                    <a:gd name="T47" fmla="*/ 16 h 564"/>
                    <a:gd name="T48" fmla="*/ 437 w 812"/>
                    <a:gd name="T49" fmla="*/ 13 h 564"/>
                    <a:gd name="T50" fmla="*/ 427 w 812"/>
                    <a:gd name="T51" fmla="*/ 14 h 564"/>
                    <a:gd name="T52" fmla="*/ 386 w 812"/>
                    <a:gd name="T53" fmla="*/ 13 h 564"/>
                    <a:gd name="T54" fmla="*/ 360 w 812"/>
                    <a:gd name="T55" fmla="*/ 9 h 564"/>
                    <a:gd name="T56" fmla="*/ 330 w 812"/>
                    <a:gd name="T57" fmla="*/ 9 h 564"/>
                    <a:gd name="T58" fmla="*/ 288 w 812"/>
                    <a:gd name="T59" fmla="*/ 9 h 564"/>
                    <a:gd name="T60" fmla="*/ 242 w 812"/>
                    <a:gd name="T61" fmla="*/ 11 h 564"/>
                    <a:gd name="T62" fmla="*/ 196 w 812"/>
                    <a:gd name="T63" fmla="*/ 13 h 564"/>
                    <a:gd name="T64" fmla="*/ 184 w 812"/>
                    <a:gd name="T65" fmla="*/ 13 h 564"/>
                    <a:gd name="T66" fmla="*/ 160 w 812"/>
                    <a:gd name="T67" fmla="*/ 16 h 564"/>
                    <a:gd name="T68" fmla="*/ 152 w 812"/>
                    <a:gd name="T69" fmla="*/ 17 h 564"/>
                    <a:gd name="T70" fmla="*/ 128 w 812"/>
                    <a:gd name="T71" fmla="*/ 20 h 564"/>
                    <a:gd name="T72" fmla="*/ 94 w 812"/>
                    <a:gd name="T73" fmla="*/ 20 h 564"/>
                    <a:gd name="T74" fmla="*/ 66 w 812"/>
                    <a:gd name="T75" fmla="*/ 13 h 564"/>
                    <a:gd name="T76" fmla="*/ 72 w 812"/>
                    <a:gd name="T77" fmla="*/ 7 h 564"/>
                    <a:gd name="T78" fmla="*/ 44 w 812"/>
                    <a:gd name="T79" fmla="*/ 9 h 564"/>
                    <a:gd name="T80" fmla="*/ 20 w 812"/>
                    <a:gd name="T81" fmla="*/ 7 h 564"/>
                    <a:gd name="T82" fmla="*/ 24 w 812"/>
                    <a:gd name="T83" fmla="*/ 7 h 564"/>
                    <a:gd name="T84" fmla="*/ 0 w 812"/>
                    <a:gd name="T85" fmla="*/ 5 h 564"/>
                    <a:gd name="T86" fmla="*/ 813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2 w 43"/>
                    <a:gd name="T3" fmla="*/ 3 h 85"/>
                    <a:gd name="T4" fmla="*/ 73 w 43"/>
                    <a:gd name="T5" fmla="*/ 3 h 85"/>
                    <a:gd name="T6" fmla="*/ 35 w 43"/>
                    <a:gd name="T7" fmla="*/ 6 h 85"/>
                    <a:gd name="T8" fmla="*/ 1 w 43"/>
                    <a:gd name="T9" fmla="*/ 5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4 w 44"/>
                    <a:gd name="T3" fmla="*/ 2 h 74"/>
                    <a:gd name="T4" fmla="*/ 23 w 44"/>
                    <a:gd name="T5" fmla="*/ 2 h 74"/>
                    <a:gd name="T6" fmla="*/ 21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87232 w 682"/>
                    <a:gd name="T1" fmla="*/ 347720 h 557"/>
                    <a:gd name="T2" fmla="*/ 189101 w 682"/>
                    <a:gd name="T3" fmla="*/ 338147 h 557"/>
                    <a:gd name="T4" fmla="*/ 194652 w 682"/>
                    <a:gd name="T5" fmla="*/ 309636 h 557"/>
                    <a:gd name="T6" fmla="*/ 120394 w 682"/>
                    <a:gd name="T7" fmla="*/ 214838 h 557"/>
                    <a:gd name="T8" fmla="*/ 109830 w 682"/>
                    <a:gd name="T9" fmla="*/ 259318 h 557"/>
                    <a:gd name="T10" fmla="*/ 117972 w 682"/>
                    <a:gd name="T11" fmla="*/ 416544 h 557"/>
                    <a:gd name="T12" fmla="*/ 109830 w 682"/>
                    <a:gd name="T13" fmla="*/ 370326 h 557"/>
                    <a:gd name="T14" fmla="*/ 94255 w 682"/>
                    <a:gd name="T15" fmla="*/ 329386 h 557"/>
                    <a:gd name="T16" fmla="*/ 95431 w 682"/>
                    <a:gd name="T17" fmla="*/ 309636 h 557"/>
                    <a:gd name="T18" fmla="*/ 96319 w 682"/>
                    <a:gd name="T19" fmla="*/ 295619 h 557"/>
                    <a:gd name="T20" fmla="*/ 85614 w 682"/>
                    <a:gd name="T21" fmla="*/ 281141 h 557"/>
                    <a:gd name="T22" fmla="*/ 75558 w 682"/>
                    <a:gd name="T23" fmla="*/ 259318 h 557"/>
                    <a:gd name="T24" fmla="*/ 57526 w 682"/>
                    <a:gd name="T25" fmla="*/ 265078 h 557"/>
                    <a:gd name="T26" fmla="*/ 49245 w 682"/>
                    <a:gd name="T27" fmla="*/ 273580 h 557"/>
                    <a:gd name="T28" fmla="*/ 30353 w 682"/>
                    <a:gd name="T29" fmla="*/ 273580 h 557"/>
                    <a:gd name="T30" fmla="*/ 8641 w 682"/>
                    <a:gd name="T31" fmla="*/ 233862 h 557"/>
                    <a:gd name="T32" fmla="*/ 4249 w 682"/>
                    <a:gd name="T33" fmla="*/ 221516 h 557"/>
                    <a:gd name="T34" fmla="*/ 0 w 682"/>
                    <a:gd name="T35" fmla="*/ 197501 h 557"/>
                    <a:gd name="T36" fmla="*/ 9412 w 682"/>
                    <a:gd name="T37" fmla="*/ 159775 h 557"/>
                    <a:gd name="T38" fmla="*/ 12530 w 682"/>
                    <a:gd name="T39" fmla="*/ 135508 h 557"/>
                    <a:gd name="T40" fmla="*/ 19868 w 682"/>
                    <a:gd name="T41" fmla="*/ 106855 h 557"/>
                    <a:gd name="T42" fmla="*/ 31690 w 682"/>
                    <a:gd name="T43" fmla="*/ 86727 h 557"/>
                    <a:gd name="T44" fmla="*/ 65210 w 682"/>
                    <a:gd name="T45" fmla="*/ 50262 h 557"/>
                    <a:gd name="T46" fmla="*/ 85614 w 682"/>
                    <a:gd name="T47" fmla="*/ 22602 h 557"/>
                    <a:gd name="T48" fmla="*/ 100366 w 682"/>
                    <a:gd name="T49" fmla="*/ 4327 h 557"/>
                    <a:gd name="T50" fmla="*/ 141319 w 682"/>
                    <a:gd name="T51" fmla="*/ 1600 h 557"/>
                    <a:gd name="T52" fmla="*/ 154814 w 682"/>
                    <a:gd name="T53" fmla="*/ 0 h 557"/>
                    <a:gd name="T54" fmla="*/ 149372 w 682"/>
                    <a:gd name="T55" fmla="*/ 25282 h 557"/>
                    <a:gd name="T56" fmla="*/ 172398 w 682"/>
                    <a:gd name="T57" fmla="*/ 63221 h 557"/>
                    <a:gd name="T58" fmla="*/ 193527 w 682"/>
                    <a:gd name="T59" fmla="*/ 55469 h 557"/>
                    <a:gd name="T60" fmla="*/ 205840 w 682"/>
                    <a:gd name="T61" fmla="*/ 61113 h 557"/>
                    <a:gd name="T62" fmla="*/ 217472 w 682"/>
                    <a:gd name="T63" fmla="*/ 72794 h 557"/>
                    <a:gd name="T64" fmla="*/ 222720 w 682"/>
                    <a:gd name="T65" fmla="*/ 140878 h 557"/>
                    <a:gd name="T66" fmla="*/ 222720 w 682"/>
                    <a:gd name="T67" fmla="*/ 179906 h 557"/>
                    <a:gd name="T68" fmla="*/ 232980 w 682"/>
                    <a:gd name="T69" fmla="*/ 212134 h 557"/>
                    <a:gd name="T70" fmla="*/ 251195 w 682"/>
                    <a:gd name="T71" fmla="*/ 224812 h 557"/>
                    <a:gd name="T72" fmla="*/ 264567 w 682"/>
                    <a:gd name="T73" fmla="*/ 221516 h 557"/>
                    <a:gd name="T74" fmla="*/ 258338 w 682"/>
                    <a:gd name="T75" fmla="*/ 254971 h 557"/>
                    <a:gd name="T76" fmla="*/ 232980 w 682"/>
                    <a:gd name="T77" fmla="*/ 305277 h 557"/>
                    <a:gd name="T78" fmla="*/ 213342 w 682"/>
                    <a:gd name="T79" fmla="*/ 363599 h 557"/>
                    <a:gd name="T80" fmla="*/ 216406 w 682"/>
                    <a:gd name="T81" fmla="*/ 380855 h 557"/>
                    <a:gd name="T82" fmla="*/ 169227 w 682"/>
                    <a:gd name="T83" fmla="*/ 41654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92770 w 257"/>
                    <a:gd name="T1" fmla="*/ 263634 h 347"/>
                    <a:gd name="T2" fmla="*/ 88889 w 257"/>
                    <a:gd name="T3" fmla="*/ 228571 h 347"/>
                    <a:gd name="T4" fmla="*/ 82985 w 257"/>
                    <a:gd name="T5" fmla="*/ 218842 h 347"/>
                    <a:gd name="T6" fmla="*/ 82344 w 257"/>
                    <a:gd name="T7" fmla="*/ 204870 h 347"/>
                    <a:gd name="T8" fmla="*/ 79892 w 257"/>
                    <a:gd name="T9" fmla="*/ 193026 h 347"/>
                    <a:gd name="T10" fmla="*/ 79892 w 257"/>
                    <a:gd name="T11" fmla="*/ 173891 h 347"/>
                    <a:gd name="T12" fmla="*/ 79197 w 257"/>
                    <a:gd name="T13" fmla="*/ 162534 h 347"/>
                    <a:gd name="T14" fmla="*/ 87065 w 257"/>
                    <a:gd name="T15" fmla="*/ 153508 h 347"/>
                    <a:gd name="T16" fmla="*/ 98170 w 257"/>
                    <a:gd name="T17" fmla="*/ 150100 h 347"/>
                    <a:gd name="T18" fmla="*/ 98170 w 257"/>
                    <a:gd name="T19" fmla="*/ 103672 h 347"/>
                    <a:gd name="T20" fmla="*/ 20591 w 257"/>
                    <a:gd name="T21" fmla="*/ 72923 h 347"/>
                    <a:gd name="T22" fmla="*/ 12355 w 257"/>
                    <a:gd name="T23" fmla="*/ 74595 h 347"/>
                    <a:gd name="T24" fmla="*/ 6270 w 257"/>
                    <a:gd name="T25" fmla="*/ 77564 h 347"/>
                    <a:gd name="T26" fmla="*/ 0 w 257"/>
                    <a:gd name="T27" fmla="*/ 113482 h 347"/>
                    <a:gd name="T28" fmla="*/ 35407 w 257"/>
                    <a:gd name="T29" fmla="*/ 262845 h 347"/>
                    <a:gd name="T30" fmla="*/ 92770 w 257"/>
                    <a:gd name="T31" fmla="*/ 2636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7 w 57"/>
                    <a:gd name="T3" fmla="*/ 2 h 30"/>
                    <a:gd name="T4" fmla="*/ 51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8 w 693"/>
                    <a:gd name="T1" fmla="*/ 23 h 696"/>
                    <a:gd name="T2" fmla="*/ 378 w 693"/>
                    <a:gd name="T3" fmla="*/ 22 h 696"/>
                    <a:gd name="T4" fmla="*/ 310 w 693"/>
                    <a:gd name="T5" fmla="*/ 20 h 696"/>
                    <a:gd name="T6" fmla="*/ 250 w 693"/>
                    <a:gd name="T7" fmla="*/ 20 h 696"/>
                    <a:gd name="T8" fmla="*/ 222 w 693"/>
                    <a:gd name="T9" fmla="*/ 20 h 696"/>
                    <a:gd name="T10" fmla="*/ 246 w 693"/>
                    <a:gd name="T11" fmla="*/ 20 h 696"/>
                    <a:gd name="T12" fmla="*/ 278 w 693"/>
                    <a:gd name="T13" fmla="*/ 23 h 696"/>
                    <a:gd name="T14" fmla="*/ 306 w 693"/>
                    <a:gd name="T15" fmla="*/ 24 h 696"/>
                    <a:gd name="T16" fmla="*/ 318 w 693"/>
                    <a:gd name="T17" fmla="*/ 25 h 696"/>
                    <a:gd name="T18" fmla="*/ 298 w 693"/>
                    <a:gd name="T19" fmla="*/ 27 h 696"/>
                    <a:gd name="T20" fmla="*/ 246 w 693"/>
                    <a:gd name="T21" fmla="*/ 31 h 696"/>
                    <a:gd name="T22" fmla="*/ 210 w 693"/>
                    <a:gd name="T23" fmla="*/ 31 h 696"/>
                    <a:gd name="T24" fmla="*/ 97 w 693"/>
                    <a:gd name="T25" fmla="*/ 34 h 696"/>
                    <a:gd name="T26" fmla="*/ 77 w 693"/>
                    <a:gd name="T27" fmla="*/ 31 h 696"/>
                    <a:gd name="T28" fmla="*/ 45 w 693"/>
                    <a:gd name="T29" fmla="*/ 25 h 696"/>
                    <a:gd name="T30" fmla="*/ 33 w 693"/>
                    <a:gd name="T31" fmla="*/ 22 h 696"/>
                    <a:gd name="T32" fmla="*/ 53 w 693"/>
                    <a:gd name="T33" fmla="*/ 16 h 696"/>
                    <a:gd name="T34" fmla="*/ 17 w 693"/>
                    <a:gd name="T35" fmla="*/ 20 h 696"/>
                    <a:gd name="T36" fmla="*/ 81 w 693"/>
                    <a:gd name="T37" fmla="*/ 13 h 696"/>
                    <a:gd name="T38" fmla="*/ 113 w 693"/>
                    <a:gd name="T39" fmla="*/ 11 h 696"/>
                    <a:gd name="T40" fmla="*/ 37 w 693"/>
                    <a:gd name="T41" fmla="*/ 11 h 696"/>
                    <a:gd name="T42" fmla="*/ 1 w 693"/>
                    <a:gd name="T43" fmla="*/ 9 h 696"/>
                    <a:gd name="T44" fmla="*/ 25 w 693"/>
                    <a:gd name="T45" fmla="*/ 7 h 696"/>
                    <a:gd name="T46" fmla="*/ 97 w 693"/>
                    <a:gd name="T47" fmla="*/ 6 h 696"/>
                    <a:gd name="T48" fmla="*/ 206 w 693"/>
                    <a:gd name="T49" fmla="*/ 6 h 696"/>
                    <a:gd name="T50" fmla="*/ 214 w 693"/>
                    <a:gd name="T51" fmla="*/ 3 h 696"/>
                    <a:gd name="T52" fmla="*/ 246 w 693"/>
                    <a:gd name="T53" fmla="*/ 0 h 696"/>
                    <a:gd name="T54" fmla="*/ 342 w 693"/>
                    <a:gd name="T55" fmla="*/ 2 h 696"/>
                    <a:gd name="T56" fmla="*/ 314 w 693"/>
                    <a:gd name="T57" fmla="*/ 4 h 696"/>
                    <a:gd name="T58" fmla="*/ 286 w 693"/>
                    <a:gd name="T59" fmla="*/ 9 h 696"/>
                    <a:gd name="T60" fmla="*/ 346 w 693"/>
                    <a:gd name="T61" fmla="*/ 9 h 696"/>
                    <a:gd name="T62" fmla="*/ 358 w 693"/>
                    <a:gd name="T63" fmla="*/ 7 h 696"/>
                    <a:gd name="T64" fmla="*/ 402 w 693"/>
                    <a:gd name="T65" fmla="*/ 5 h 696"/>
                    <a:gd name="T66" fmla="*/ 482 w 693"/>
                    <a:gd name="T67" fmla="*/ 4 h 696"/>
                    <a:gd name="T68" fmla="*/ 509 w 693"/>
                    <a:gd name="T69" fmla="*/ 2 h 696"/>
                    <a:gd name="T70" fmla="*/ 515 w 693"/>
                    <a:gd name="T71" fmla="*/ 23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322484 w 931"/>
                    <a:gd name="T1" fmla="*/ 0 h 149"/>
                    <a:gd name="T2" fmla="*/ 56001 w 931"/>
                    <a:gd name="T3" fmla="*/ 22213 h 149"/>
                    <a:gd name="T4" fmla="*/ 35417 w 931"/>
                    <a:gd name="T5" fmla="*/ 31868 h 149"/>
                    <a:gd name="T6" fmla="*/ 24195 w 931"/>
                    <a:gd name="T7" fmla="*/ 31868 h 149"/>
                    <a:gd name="T8" fmla="*/ 8661 w 931"/>
                    <a:gd name="T9" fmla="*/ 59081 h 149"/>
                    <a:gd name="T10" fmla="*/ 0 w 931"/>
                    <a:gd name="T11" fmla="*/ 80255 h 149"/>
                    <a:gd name="T12" fmla="*/ 23090 w 931"/>
                    <a:gd name="T13" fmla="*/ 88232 h 149"/>
                    <a:gd name="T14" fmla="*/ 37828 w 931"/>
                    <a:gd name="T15" fmla="*/ 73261 h 149"/>
                    <a:gd name="T16" fmla="*/ 42315 w 931"/>
                    <a:gd name="T17" fmla="*/ 64535 h 149"/>
                    <a:gd name="T18" fmla="*/ 65428 w 931"/>
                    <a:gd name="T19" fmla="*/ 39804 h 149"/>
                    <a:gd name="T20" fmla="*/ 84064 w 931"/>
                    <a:gd name="T21" fmla="*/ 35339 h 149"/>
                    <a:gd name="T22" fmla="*/ 92816 w 931"/>
                    <a:gd name="T23" fmla="*/ 71702 h 149"/>
                    <a:gd name="T24" fmla="*/ 73559 w 931"/>
                    <a:gd name="T25" fmla="*/ 83853 h 149"/>
                    <a:gd name="T26" fmla="*/ 90257 w 931"/>
                    <a:gd name="T27" fmla="*/ 86714 h 149"/>
                    <a:gd name="T28" fmla="*/ 97739 w 931"/>
                    <a:gd name="T29" fmla="*/ 68857 h 149"/>
                    <a:gd name="T30" fmla="*/ 104063 w 931"/>
                    <a:gd name="T31" fmla="*/ 70402 h 149"/>
                    <a:gd name="T32" fmla="*/ 98920 w 931"/>
                    <a:gd name="T33" fmla="*/ 41447 h 149"/>
                    <a:gd name="T34" fmla="*/ 104063 w 931"/>
                    <a:gd name="T35" fmla="*/ 33925 h 149"/>
                    <a:gd name="T36" fmla="*/ 108175 w 931"/>
                    <a:gd name="T37" fmla="*/ 67406 h 149"/>
                    <a:gd name="T38" fmla="*/ 104063 w 931"/>
                    <a:gd name="T39" fmla="*/ 86714 h 149"/>
                    <a:gd name="T40" fmla="*/ 115962 w 931"/>
                    <a:gd name="T41" fmla="*/ 99534 h 149"/>
                    <a:gd name="T42" fmla="*/ 116856 w 931"/>
                    <a:gd name="T43" fmla="*/ 70402 h 149"/>
                    <a:gd name="T44" fmla="*/ 129502 w 931"/>
                    <a:gd name="T45" fmla="*/ 78774 h 149"/>
                    <a:gd name="T46" fmla="*/ 149396 w 931"/>
                    <a:gd name="T47" fmla="*/ 56200 h 149"/>
                    <a:gd name="T48" fmla="*/ 159996 w 931"/>
                    <a:gd name="T49" fmla="*/ 38199 h 149"/>
                    <a:gd name="T50" fmla="*/ 171877 w 931"/>
                    <a:gd name="T51" fmla="*/ 42666 h 149"/>
                    <a:gd name="T52" fmla="*/ 177916 w 931"/>
                    <a:gd name="T53" fmla="*/ 38199 h 149"/>
                    <a:gd name="T54" fmla="*/ 168598 w 931"/>
                    <a:gd name="T55" fmla="*/ 33925 h 149"/>
                    <a:gd name="T56" fmla="*/ 185481 w 931"/>
                    <a:gd name="T57" fmla="*/ 26619 h 149"/>
                    <a:gd name="T58" fmla="*/ 212709 w 931"/>
                    <a:gd name="T59" fmla="*/ 41447 h 149"/>
                    <a:gd name="T60" fmla="*/ 227233 w 931"/>
                    <a:gd name="T61" fmla="*/ 31868 h 149"/>
                    <a:gd name="T62" fmla="*/ 228223 w 931"/>
                    <a:gd name="T63" fmla="*/ 48398 h 149"/>
                    <a:gd name="T64" fmla="*/ 222108 w 931"/>
                    <a:gd name="T65" fmla="*/ 77261 h 149"/>
                    <a:gd name="T66" fmla="*/ 239084 w 931"/>
                    <a:gd name="T67" fmla="*/ 67406 h 149"/>
                    <a:gd name="T68" fmla="*/ 243996 w 931"/>
                    <a:gd name="T69" fmla="*/ 61628 h 149"/>
                    <a:gd name="T70" fmla="*/ 253491 w 931"/>
                    <a:gd name="T71" fmla="*/ 46638 h 149"/>
                    <a:gd name="T72" fmla="*/ 310491 w 931"/>
                    <a:gd name="T73" fmla="*/ 6453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6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7 w 44"/>
                    <a:gd name="T3" fmla="*/ 0 h 32"/>
                    <a:gd name="T4" fmla="*/ 53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78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4815F5A9-5BAC-4C1F-B509-3EFA76D8687C}" type="datetime1">
              <a:rPr lang="en-CA" smtClean="0"/>
              <a:t>2026-06-10</a:t>
            </a:fld>
            <a:endParaRPr lang="en-CA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2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F749B11C-06C9-45B4-B796-84D28859DFE3}" type="datetime1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63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1EEA2D-46BC-46A8-B8EB-1859A9748991}" type="datetime1">
              <a:rPr lang="en-CA" smtClean="0"/>
              <a:t>2026-06-10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639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4B7779-D1E7-4440-9771-1D9BCC256C3F}" type="datetime1">
              <a:rPr lang="en-CA" smtClean="0"/>
              <a:t>2026-06-10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59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EFD5A4-8F6A-417B-B060-32D7644820E2}" type="datetime1">
              <a:rPr lang="en-CA" smtClean="0"/>
              <a:t>2026-06-10</a:t>
            </a:fld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9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804546-776B-459C-92B7-410CCE46541D}" type="datetime1">
              <a:rPr lang="en-CA" smtClean="0"/>
              <a:t>2026-06-10</a:t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41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F310E-89B2-42CD-9825-3FFB71130E95}" type="datetime1">
              <a:rPr lang="en-CA" smtClean="0"/>
              <a:t>2026-06-10</a:t>
            </a:fld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68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839090-0869-4796-A588-DB862521E1CC}" type="datetime1">
              <a:rPr lang="en-CA" smtClean="0"/>
              <a:t>2026-06-10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82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8F0FB1-7049-4B84-B3DB-DA7A924809A3}" type="datetime1">
              <a:rPr lang="en-CA" smtClean="0"/>
              <a:t>2026-06-10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21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6748F9-7CC6-45C0-8328-396D4309AADB}" type="datetime1">
              <a:rPr lang="en-CA" smtClean="0"/>
              <a:t>2026-06-10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9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4" y="930277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4" y="930277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2C9A1-7EA9-43F2-A37E-CDE492B50138}" type="datetime1">
              <a:rPr lang="en-CA" smtClean="0"/>
              <a:t>2026-06-10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5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B3B74C-C866-4486-82BF-B469FEE8019F}" type="datetime1">
              <a:rPr lang="en-CA" smtClean="0"/>
              <a:t>2026-06-10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1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5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2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AF0AE0-07CC-4650-9DEE-BCC0342B2E2C}" type="datetime1">
              <a:rPr lang="en-CA" smtClean="0"/>
              <a:t>2026-06-10</a:t>
            </a:fld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141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1" y="274638"/>
            <a:ext cx="7200800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29FA37-CC35-4D4C-8872-836D064A7D2C}" type="datetime1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1" y="838201"/>
            <a:ext cx="7200800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251520" y="1484784"/>
            <a:ext cx="8637640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5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fld id="{2CD43F5A-1DE1-449C-AED6-6AF81CAC0E93}" type="datetime1">
              <a:rPr lang="en-CA" smtClean="0"/>
              <a:t>2026-06-10</a:t>
            </a:fld>
            <a:endParaRPr lang="en-CA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0 w 15"/>
                      <a:gd name="T3" fmla="*/ 0 h 23"/>
                      <a:gd name="T4" fmla="*/ 0 w 15"/>
                      <a:gd name="T5" fmla="*/ 0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0 h 23"/>
                      <a:gd name="T2" fmla="*/ 0 w 20"/>
                      <a:gd name="T3" fmla="*/ 0 h 23"/>
                      <a:gd name="T4" fmla="*/ 0 w 20"/>
                      <a:gd name="T5" fmla="*/ 0 h 23"/>
                      <a:gd name="T6" fmla="*/ 0 w 20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0 h 22"/>
                      <a:gd name="T2" fmla="*/ 0 w 26"/>
                      <a:gd name="T3" fmla="*/ 0 h 22"/>
                      <a:gd name="T4" fmla="*/ 0 w 26"/>
                      <a:gd name="T5" fmla="*/ 0 h 22"/>
                      <a:gd name="T6" fmla="*/ 0 w 26"/>
                      <a:gd name="T7" fmla="*/ 0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 w 471"/>
                      <a:gd name="T1" fmla="*/ 1 h 281"/>
                      <a:gd name="T2" fmla="*/ 1 w 471"/>
                      <a:gd name="T3" fmla="*/ 1 h 281"/>
                      <a:gd name="T4" fmla="*/ 1 w 471"/>
                      <a:gd name="T5" fmla="*/ 1 h 281"/>
                      <a:gd name="T6" fmla="*/ 1 w 471"/>
                      <a:gd name="T7" fmla="*/ 1 h 281"/>
                      <a:gd name="T8" fmla="*/ 1 w 471"/>
                      <a:gd name="T9" fmla="*/ 1 h 281"/>
                      <a:gd name="T10" fmla="*/ 0 w 471"/>
                      <a:gd name="T11" fmla="*/ 1 h 281"/>
                      <a:gd name="T12" fmla="*/ 1 w 471"/>
                      <a:gd name="T13" fmla="*/ 1 h 281"/>
                      <a:gd name="T14" fmla="*/ 1 w 471"/>
                      <a:gd name="T15" fmla="*/ 1 h 281"/>
                      <a:gd name="T16" fmla="*/ 1 w 471"/>
                      <a:gd name="T17" fmla="*/ 1 h 281"/>
                      <a:gd name="T18" fmla="*/ 1 w 471"/>
                      <a:gd name="T19" fmla="*/ 1 h 281"/>
                      <a:gd name="T20" fmla="*/ 1 w 471"/>
                      <a:gd name="T21" fmla="*/ 1 h 281"/>
                      <a:gd name="T22" fmla="*/ 1 w 471"/>
                      <a:gd name="T23" fmla="*/ 1 h 281"/>
                      <a:gd name="T24" fmla="*/ 1 w 471"/>
                      <a:gd name="T25" fmla="*/ 1 h 281"/>
                      <a:gd name="T26" fmla="*/ 1 w 471"/>
                      <a:gd name="T27" fmla="*/ 1 h 281"/>
                      <a:gd name="T28" fmla="*/ 1 w 471"/>
                      <a:gd name="T29" fmla="*/ 1 h 281"/>
                      <a:gd name="T30" fmla="*/ 1 w 471"/>
                      <a:gd name="T31" fmla="*/ 1 h 281"/>
                      <a:gd name="T32" fmla="*/ 1 w 471"/>
                      <a:gd name="T33" fmla="*/ 1 h 281"/>
                      <a:gd name="T34" fmla="*/ 1 w 471"/>
                      <a:gd name="T35" fmla="*/ 0 h 281"/>
                      <a:gd name="T36" fmla="*/ 1 w 471"/>
                      <a:gd name="T37" fmla="*/ 1 h 281"/>
                      <a:gd name="T38" fmla="*/ 1 w 471"/>
                      <a:gd name="T39" fmla="*/ 1 h 281"/>
                      <a:gd name="T40" fmla="*/ 1 w 471"/>
                      <a:gd name="T41" fmla="*/ 1 h 281"/>
                      <a:gd name="T42" fmla="*/ 1 w 471"/>
                      <a:gd name="T43" fmla="*/ 1 h 281"/>
                      <a:gd name="T44" fmla="*/ 1 w 471"/>
                      <a:gd name="T45" fmla="*/ 1 h 281"/>
                      <a:gd name="T46" fmla="*/ 1 w 471"/>
                      <a:gd name="T47" fmla="*/ 1 h 281"/>
                      <a:gd name="T48" fmla="*/ 1 w 471"/>
                      <a:gd name="T49" fmla="*/ 1 h 281"/>
                      <a:gd name="T50" fmla="*/ 1 w 471"/>
                      <a:gd name="T51" fmla="*/ 1 h 281"/>
                      <a:gd name="T52" fmla="*/ 1 w 471"/>
                      <a:gd name="T53" fmla="*/ 1 h 281"/>
                      <a:gd name="T54" fmla="*/ 1 w 471"/>
                      <a:gd name="T55" fmla="*/ 1 h 281"/>
                      <a:gd name="T56" fmla="*/ 1 w 471"/>
                      <a:gd name="T57" fmla="*/ 1 h 281"/>
                      <a:gd name="T58" fmla="*/ 1 w 471"/>
                      <a:gd name="T59" fmla="*/ 1 h 281"/>
                      <a:gd name="T60" fmla="*/ 1 w 471"/>
                      <a:gd name="T61" fmla="*/ 1 h 281"/>
                      <a:gd name="T62" fmla="*/ 1 w 471"/>
                      <a:gd name="T63" fmla="*/ 1 h 281"/>
                      <a:gd name="T64" fmla="*/ 1 w 471"/>
                      <a:gd name="T65" fmla="*/ 1 h 281"/>
                      <a:gd name="T66" fmla="*/ 1 w 471"/>
                      <a:gd name="T67" fmla="*/ 1 h 281"/>
                      <a:gd name="T68" fmla="*/ 1 w 471"/>
                      <a:gd name="T69" fmla="*/ 1 h 281"/>
                      <a:gd name="T70" fmla="*/ 1 w 471"/>
                      <a:gd name="T71" fmla="*/ 1 h 281"/>
                      <a:gd name="T72" fmla="*/ 1 w 471"/>
                      <a:gd name="T73" fmla="*/ 1 h 281"/>
                      <a:gd name="T74" fmla="*/ 1 w 471"/>
                      <a:gd name="T75" fmla="*/ 1 h 281"/>
                      <a:gd name="T76" fmla="*/ 1 w 471"/>
                      <a:gd name="T77" fmla="*/ 1 h 281"/>
                      <a:gd name="T78" fmla="*/ 1 w 471"/>
                      <a:gd name="T79" fmla="*/ 1 h 281"/>
                      <a:gd name="T80" fmla="*/ 1 w 471"/>
                      <a:gd name="T81" fmla="*/ 1 h 281"/>
                      <a:gd name="T82" fmla="*/ 1 w 471"/>
                      <a:gd name="T83" fmla="*/ 1 h 281"/>
                      <a:gd name="T84" fmla="*/ 1 w 471"/>
                      <a:gd name="T85" fmla="*/ 1 h 281"/>
                      <a:gd name="T86" fmla="*/ 1 w 471"/>
                      <a:gd name="T87" fmla="*/ 1 h 281"/>
                      <a:gd name="T88" fmla="*/ 1 w 471"/>
                      <a:gd name="T89" fmla="*/ 1 h 281"/>
                      <a:gd name="T90" fmla="*/ 1 w 471"/>
                      <a:gd name="T91" fmla="*/ 1 h 281"/>
                      <a:gd name="T92" fmla="*/ 1 w 471"/>
                      <a:gd name="T93" fmla="*/ 1 h 281"/>
                      <a:gd name="T94" fmla="*/ 1 w 471"/>
                      <a:gd name="T95" fmla="*/ 1 h 281"/>
                      <a:gd name="T96" fmla="*/ 1 w 471"/>
                      <a:gd name="T97" fmla="*/ 1 h 281"/>
                      <a:gd name="T98" fmla="*/ 1 w 471"/>
                      <a:gd name="T99" fmla="*/ 1 h 281"/>
                      <a:gd name="T100" fmla="*/ 1 w 471"/>
                      <a:gd name="T101" fmla="*/ 1 h 281"/>
                      <a:gd name="T102" fmla="*/ 1 w 471"/>
                      <a:gd name="T103" fmla="*/ 1 h 281"/>
                      <a:gd name="T104" fmla="*/ 1 w 471"/>
                      <a:gd name="T105" fmla="*/ 1 h 281"/>
                      <a:gd name="T106" fmla="*/ 1 w 471"/>
                      <a:gd name="T107" fmla="*/ 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0 w 984"/>
                      <a:gd name="T1" fmla="*/ 0 h 844"/>
                      <a:gd name="T2" fmla="*/ 0 w 984"/>
                      <a:gd name="T3" fmla="*/ 0 h 844"/>
                      <a:gd name="T4" fmla="*/ 0 w 984"/>
                      <a:gd name="T5" fmla="*/ 0 h 844"/>
                      <a:gd name="T6" fmla="*/ 0 w 984"/>
                      <a:gd name="T7" fmla="*/ 0 h 844"/>
                      <a:gd name="T8" fmla="*/ 0 w 984"/>
                      <a:gd name="T9" fmla="*/ 0 h 844"/>
                      <a:gd name="T10" fmla="*/ 0 w 984"/>
                      <a:gd name="T11" fmla="*/ 0 h 844"/>
                      <a:gd name="T12" fmla="*/ 0 w 984"/>
                      <a:gd name="T13" fmla="*/ 0 h 844"/>
                      <a:gd name="T14" fmla="*/ 0 w 984"/>
                      <a:gd name="T15" fmla="*/ 0 h 844"/>
                      <a:gd name="T16" fmla="*/ 0 w 984"/>
                      <a:gd name="T17" fmla="*/ 0 h 844"/>
                      <a:gd name="T18" fmla="*/ 0 w 984"/>
                      <a:gd name="T19" fmla="*/ 0 h 844"/>
                      <a:gd name="T20" fmla="*/ 0 w 984"/>
                      <a:gd name="T21" fmla="*/ 0 h 844"/>
                      <a:gd name="T22" fmla="*/ 0 w 984"/>
                      <a:gd name="T23" fmla="*/ 0 h 844"/>
                      <a:gd name="T24" fmla="*/ 0 w 984"/>
                      <a:gd name="T25" fmla="*/ 0 h 844"/>
                      <a:gd name="T26" fmla="*/ 0 w 984"/>
                      <a:gd name="T27" fmla="*/ 0 h 844"/>
                      <a:gd name="T28" fmla="*/ 0 w 984"/>
                      <a:gd name="T29" fmla="*/ 0 h 844"/>
                      <a:gd name="T30" fmla="*/ 0 w 984"/>
                      <a:gd name="T31" fmla="*/ 0 h 844"/>
                      <a:gd name="T32" fmla="*/ 0 w 984"/>
                      <a:gd name="T33" fmla="*/ 0 h 844"/>
                      <a:gd name="T34" fmla="*/ 0 w 984"/>
                      <a:gd name="T35" fmla="*/ 0 h 844"/>
                      <a:gd name="T36" fmla="*/ 0 w 984"/>
                      <a:gd name="T37" fmla="*/ 0 h 844"/>
                      <a:gd name="T38" fmla="*/ 0 w 984"/>
                      <a:gd name="T39" fmla="*/ 0 h 844"/>
                      <a:gd name="T40" fmla="*/ 0 w 984"/>
                      <a:gd name="T41" fmla="*/ 0 h 844"/>
                      <a:gd name="T42" fmla="*/ 0 w 984"/>
                      <a:gd name="T43" fmla="*/ 0 h 844"/>
                      <a:gd name="T44" fmla="*/ 0 w 984"/>
                      <a:gd name="T45" fmla="*/ 0 h 844"/>
                      <a:gd name="T46" fmla="*/ 0 w 984"/>
                      <a:gd name="T47" fmla="*/ 0 h 844"/>
                      <a:gd name="T48" fmla="*/ 0 w 984"/>
                      <a:gd name="T49" fmla="*/ 0 h 844"/>
                      <a:gd name="T50" fmla="*/ 0 w 984"/>
                      <a:gd name="T51" fmla="*/ 0 h 844"/>
                      <a:gd name="T52" fmla="*/ 0 w 984"/>
                      <a:gd name="T53" fmla="*/ 0 h 844"/>
                      <a:gd name="T54" fmla="*/ 0 w 984"/>
                      <a:gd name="T55" fmla="*/ 0 h 844"/>
                      <a:gd name="T56" fmla="*/ 0 w 984"/>
                      <a:gd name="T57" fmla="*/ 0 h 844"/>
                      <a:gd name="T58" fmla="*/ 0 w 984"/>
                      <a:gd name="T59" fmla="*/ 0 h 844"/>
                      <a:gd name="T60" fmla="*/ 0 w 984"/>
                      <a:gd name="T61" fmla="*/ 0 h 844"/>
                      <a:gd name="T62" fmla="*/ 0 w 984"/>
                      <a:gd name="T63" fmla="*/ 0 h 844"/>
                      <a:gd name="T64" fmla="*/ 0 w 984"/>
                      <a:gd name="T65" fmla="*/ 0 h 844"/>
                      <a:gd name="T66" fmla="*/ 0 w 984"/>
                      <a:gd name="T67" fmla="*/ 0 h 844"/>
                      <a:gd name="T68" fmla="*/ 0 w 984"/>
                      <a:gd name="T69" fmla="*/ 0 h 844"/>
                      <a:gd name="T70" fmla="*/ 0 w 984"/>
                      <a:gd name="T71" fmla="*/ 0 h 844"/>
                      <a:gd name="T72" fmla="*/ 0 w 984"/>
                      <a:gd name="T73" fmla="*/ 0 h 844"/>
                      <a:gd name="T74" fmla="*/ 0 w 984"/>
                      <a:gd name="T75" fmla="*/ 0 h 844"/>
                      <a:gd name="T76" fmla="*/ 0 w 984"/>
                      <a:gd name="T77" fmla="*/ 0 h 844"/>
                      <a:gd name="T78" fmla="*/ 0 w 984"/>
                      <a:gd name="T79" fmla="*/ 0 h 844"/>
                      <a:gd name="T80" fmla="*/ 0 w 984"/>
                      <a:gd name="T81" fmla="*/ 0 h 844"/>
                      <a:gd name="T82" fmla="*/ 0 w 984"/>
                      <a:gd name="T83" fmla="*/ 0 h 844"/>
                      <a:gd name="T84" fmla="*/ 0 w 984"/>
                      <a:gd name="T85" fmla="*/ 0 h 844"/>
                      <a:gd name="T86" fmla="*/ 0 w 984"/>
                      <a:gd name="T87" fmla="*/ 0 h 844"/>
                      <a:gd name="T88" fmla="*/ 0 w 984"/>
                      <a:gd name="T89" fmla="*/ 0 h 844"/>
                      <a:gd name="T90" fmla="*/ 0 w 984"/>
                      <a:gd name="T91" fmla="*/ 0 h 844"/>
                      <a:gd name="T92" fmla="*/ 0 w 984"/>
                      <a:gd name="T93" fmla="*/ 0 h 844"/>
                      <a:gd name="T94" fmla="*/ 0 w 984"/>
                      <a:gd name="T95" fmla="*/ 0 h 844"/>
                      <a:gd name="T96" fmla="*/ 0 w 984"/>
                      <a:gd name="T97" fmla="*/ 0 h 844"/>
                      <a:gd name="T98" fmla="*/ 0 w 984"/>
                      <a:gd name="T99" fmla="*/ 0 h 844"/>
                      <a:gd name="T100" fmla="*/ 0 w 984"/>
                      <a:gd name="T101" fmla="*/ 0 h 844"/>
                      <a:gd name="T102" fmla="*/ 0 w 984"/>
                      <a:gd name="T103" fmla="*/ 0 h 844"/>
                      <a:gd name="T104" fmla="*/ 0 w 984"/>
                      <a:gd name="T105" fmla="*/ 0 h 844"/>
                      <a:gd name="T106" fmla="*/ 0 w 984"/>
                      <a:gd name="T107" fmla="*/ 0 h 844"/>
                      <a:gd name="T108" fmla="*/ 0 w 984"/>
                      <a:gd name="T109" fmla="*/ 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0 h 48"/>
                      <a:gd name="T2" fmla="*/ 0 w 36"/>
                      <a:gd name="T3" fmla="*/ 0 h 48"/>
                      <a:gd name="T4" fmla="*/ 0 w 36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0 w 36"/>
                      <a:gd name="T3" fmla="*/ 0 h 37"/>
                      <a:gd name="T4" fmla="*/ 0 w 36"/>
                      <a:gd name="T5" fmla="*/ 0 h 37"/>
                      <a:gd name="T6" fmla="*/ 0 w 36"/>
                      <a:gd name="T7" fmla="*/ 0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0 h 96"/>
                      <a:gd name="T2" fmla="*/ 0 w 170"/>
                      <a:gd name="T3" fmla="*/ 0 h 96"/>
                      <a:gd name="T4" fmla="*/ 0 w 170"/>
                      <a:gd name="T5" fmla="*/ 0 h 96"/>
                      <a:gd name="T6" fmla="*/ 0 w 170"/>
                      <a:gd name="T7" fmla="*/ 0 h 96"/>
                      <a:gd name="T8" fmla="*/ 0 w 170"/>
                      <a:gd name="T9" fmla="*/ 0 h 96"/>
                      <a:gd name="T10" fmla="*/ 0 w 170"/>
                      <a:gd name="T11" fmla="*/ 0 h 96"/>
                      <a:gd name="T12" fmla="*/ 0 w 170"/>
                      <a:gd name="T13" fmla="*/ 0 h 96"/>
                      <a:gd name="T14" fmla="*/ 0 w 170"/>
                      <a:gd name="T15" fmla="*/ 0 h 96"/>
                      <a:gd name="T16" fmla="*/ 0 w 170"/>
                      <a:gd name="T17" fmla="*/ 0 h 96"/>
                      <a:gd name="T18" fmla="*/ 0 w 170"/>
                      <a:gd name="T19" fmla="*/ 0 h 96"/>
                      <a:gd name="T20" fmla="*/ 0 w 170"/>
                      <a:gd name="T21" fmla="*/ 0 h 96"/>
                      <a:gd name="T22" fmla="*/ 0 w 170"/>
                      <a:gd name="T23" fmla="*/ 0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0 w 138"/>
                      <a:gd name="T3" fmla="*/ 0 h 44"/>
                      <a:gd name="T4" fmla="*/ 0 w 138"/>
                      <a:gd name="T5" fmla="*/ 0 h 44"/>
                      <a:gd name="T6" fmla="*/ 0 w 138"/>
                      <a:gd name="T7" fmla="*/ 0 h 44"/>
                      <a:gd name="T8" fmla="*/ 0 w 138"/>
                      <a:gd name="T9" fmla="*/ 0 h 44"/>
                      <a:gd name="T10" fmla="*/ 0 w 138"/>
                      <a:gd name="T11" fmla="*/ 0 h 44"/>
                      <a:gd name="T12" fmla="*/ 0 w 138"/>
                      <a:gd name="T13" fmla="*/ 0 h 44"/>
                      <a:gd name="T14" fmla="*/ 0 w 138"/>
                      <a:gd name="T15" fmla="*/ 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0 w 57"/>
                      <a:gd name="T1" fmla="*/ 0 h 42"/>
                      <a:gd name="T2" fmla="*/ 0 w 57"/>
                      <a:gd name="T3" fmla="*/ 0 h 42"/>
                      <a:gd name="T4" fmla="*/ 0 w 57"/>
                      <a:gd name="T5" fmla="*/ 0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0 w 39"/>
                      <a:gd name="T1" fmla="*/ 0 h 52"/>
                      <a:gd name="T2" fmla="*/ 0 w 39"/>
                      <a:gd name="T3" fmla="*/ 0 h 52"/>
                      <a:gd name="T4" fmla="*/ 0 w 39"/>
                      <a:gd name="T5" fmla="*/ 0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0 w 44"/>
                      <a:gd name="T3" fmla="*/ 0 h 80"/>
                      <a:gd name="T4" fmla="*/ 0 w 44"/>
                      <a:gd name="T5" fmla="*/ 0 h 80"/>
                      <a:gd name="T6" fmla="*/ 0 w 44"/>
                      <a:gd name="T7" fmla="*/ 0 h 80"/>
                      <a:gd name="T8" fmla="*/ 0 w 44"/>
                      <a:gd name="T9" fmla="*/ 0 h 80"/>
                      <a:gd name="T10" fmla="*/ 0 w 44"/>
                      <a:gd name="T11" fmla="*/ 0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 w 323"/>
                      <a:gd name="T1" fmla="*/ 1 h 64"/>
                      <a:gd name="T2" fmla="*/ 1 w 323"/>
                      <a:gd name="T3" fmla="*/ 1 h 64"/>
                      <a:gd name="T4" fmla="*/ 1 w 323"/>
                      <a:gd name="T5" fmla="*/ 0 h 64"/>
                      <a:gd name="T6" fmla="*/ 1 w 323"/>
                      <a:gd name="T7" fmla="*/ 0 h 64"/>
                      <a:gd name="T8" fmla="*/ 1 w 323"/>
                      <a:gd name="T9" fmla="*/ 1 h 64"/>
                      <a:gd name="T10" fmla="*/ 1 w 323"/>
                      <a:gd name="T11" fmla="*/ 1 h 64"/>
                      <a:gd name="T12" fmla="*/ 1 w 323"/>
                      <a:gd name="T13" fmla="*/ 1 h 64"/>
                      <a:gd name="T14" fmla="*/ 1 w 323"/>
                      <a:gd name="T15" fmla="*/ 1 h 64"/>
                      <a:gd name="T16" fmla="*/ 1 w 323"/>
                      <a:gd name="T17" fmla="*/ 1 h 64"/>
                      <a:gd name="T18" fmla="*/ 1 w 323"/>
                      <a:gd name="T19" fmla="*/ 1 h 64"/>
                      <a:gd name="T20" fmla="*/ 1 w 323"/>
                      <a:gd name="T21" fmla="*/ 1 h 64"/>
                      <a:gd name="T22" fmla="*/ 1 w 323"/>
                      <a:gd name="T23" fmla="*/ 1 h 64"/>
                      <a:gd name="T24" fmla="*/ 1 w 323"/>
                      <a:gd name="T25" fmla="*/ 1 h 64"/>
                      <a:gd name="T26" fmla="*/ 1 w 323"/>
                      <a:gd name="T27" fmla="*/ 1 h 64"/>
                      <a:gd name="T28" fmla="*/ 1 w 323"/>
                      <a:gd name="T29" fmla="*/ 1 h 64"/>
                      <a:gd name="T30" fmla="*/ 1 w 323"/>
                      <a:gd name="T31" fmla="*/ 1 h 64"/>
                      <a:gd name="T32" fmla="*/ 1 w 323"/>
                      <a:gd name="T33" fmla="*/ 1 h 64"/>
                      <a:gd name="T34" fmla="*/ 1 w 323"/>
                      <a:gd name="T35" fmla="*/ 1 h 64"/>
                      <a:gd name="T36" fmla="*/ 1 w 323"/>
                      <a:gd name="T37" fmla="*/ 1 h 64"/>
                      <a:gd name="T38" fmla="*/ 1 w 323"/>
                      <a:gd name="T39" fmla="*/ 1 h 64"/>
                      <a:gd name="T40" fmla="*/ 1 w 323"/>
                      <a:gd name="T41" fmla="*/ 1 h 64"/>
                      <a:gd name="T42" fmla="*/ 1 w 323"/>
                      <a:gd name="T43" fmla="*/ 1 h 64"/>
                      <a:gd name="T44" fmla="*/ 1 w 323"/>
                      <a:gd name="T45" fmla="*/ 1 h 64"/>
                      <a:gd name="T46" fmla="*/ 1 w 323"/>
                      <a:gd name="T47" fmla="*/ 1 h 64"/>
                      <a:gd name="T48" fmla="*/ 1 w 323"/>
                      <a:gd name="T49" fmla="*/ 1 h 64"/>
                      <a:gd name="T50" fmla="*/ 1 w 323"/>
                      <a:gd name="T51" fmla="*/ 1 h 64"/>
                      <a:gd name="T52" fmla="*/ 1 w 323"/>
                      <a:gd name="T53" fmla="*/ 0 h 64"/>
                      <a:gd name="T54" fmla="*/ 1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 w 300"/>
                      <a:gd name="T1" fmla="*/ 1 h 31"/>
                      <a:gd name="T2" fmla="*/ 1 w 300"/>
                      <a:gd name="T3" fmla="*/ 1 h 31"/>
                      <a:gd name="T4" fmla="*/ 1 w 300"/>
                      <a:gd name="T5" fmla="*/ 0 h 31"/>
                      <a:gd name="T6" fmla="*/ 1 w 300"/>
                      <a:gd name="T7" fmla="*/ 1 h 31"/>
                      <a:gd name="T8" fmla="*/ 1 w 300"/>
                      <a:gd name="T9" fmla="*/ 1 h 31"/>
                      <a:gd name="T10" fmla="*/ 1 w 300"/>
                      <a:gd name="T11" fmla="*/ 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6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938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1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8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cs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Arial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cs typeface="Arial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828800"/>
            <a:ext cx="5867400" cy="2362200"/>
          </a:xfrm>
        </p:spPr>
        <p:txBody>
          <a:bodyPr/>
          <a:lstStyle/>
          <a:p>
            <a:r>
              <a:rPr lang="zh-CN" altLang="en-US" i="0" dirty="0"/>
              <a:t>商用机器学习</a:t>
            </a:r>
            <a:br>
              <a:rPr lang="en-US" dirty="0"/>
            </a:b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4149080"/>
            <a:ext cx="6934200" cy="1295400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神经网络的进一步应用</a:t>
            </a:r>
            <a:endParaRPr lang="en-CA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10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自动编码器和主成分分析</a:t>
            </a:r>
            <a:endParaRPr lang="en-CA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自编码器被设计用于将输入复制到输出。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其目标与主成分分析（</a:t>
            </a:r>
            <a:r>
              <a:rPr lang="en-US" altLang="zh-CN" sz="2800" dirty="0"/>
              <a:t>PCA</a:t>
            </a:r>
            <a:r>
              <a:rPr lang="zh-CN" altLang="en-US" sz="2800" dirty="0"/>
              <a:t>）类似：找到少量能够捕捉数据几乎所有属性的特征。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权重的选择旨在最小化输出与输入之间的平方差之和。</a:t>
            </a:r>
            <a:endParaRPr lang="en-CA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999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79512" y="692696"/>
            <a:ext cx="7772400" cy="1143000"/>
          </a:xfrm>
        </p:spPr>
        <p:txBody>
          <a:bodyPr/>
          <a:lstStyle/>
          <a:p>
            <a:r>
              <a:rPr lang="zh-CN" altLang="en-US" i="0" dirty="0"/>
              <a:t>寻找描述利率变化的两个人造特征</a:t>
            </a:r>
            <a:endParaRPr lang="en-CA" i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3</a:t>
            </a:fld>
            <a:endParaRPr lang="en-CA"/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772816"/>
            <a:ext cx="6303506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5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2" y="620688"/>
            <a:ext cx="7772400" cy="1143000"/>
          </a:xfrm>
        </p:spPr>
        <p:txBody>
          <a:bodyPr/>
          <a:lstStyle/>
          <a:p>
            <a:r>
              <a:rPr lang="zh-CN" altLang="en-US" i="0" dirty="0"/>
              <a:t>结果</a:t>
            </a:r>
            <a:endParaRPr lang="en-CA" i="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95536" y="1412776"/>
            <a:ext cx="7772400" cy="4114800"/>
          </a:xfrm>
        </p:spPr>
        <p:txBody>
          <a:bodyPr/>
          <a:lstStyle/>
          <a:p>
            <a:endParaRPr lang="en-US" dirty="0"/>
          </a:p>
          <a:p>
            <a:r>
              <a:rPr lang="zh-CN" altLang="en-US" sz="2400" dirty="0"/>
              <a:t>使用线性激活函数的自编码器会产生与主成分分析（</a:t>
            </a:r>
            <a:r>
              <a:rPr lang="en-US" altLang="zh-CN" sz="2400" dirty="0"/>
              <a:t>PCA</a:t>
            </a:r>
            <a:r>
              <a:rPr lang="zh-CN" altLang="en-US" sz="2400" dirty="0"/>
              <a:t>）等效的结果。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PCA </a:t>
            </a:r>
            <a:r>
              <a:rPr lang="zh-CN" altLang="en-US" sz="2400" dirty="0"/>
              <a:t>的各主成分之间不相关，更易于使用。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但自编码器可以采用非线性激活函数。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人们发现，它们在语言翻译和图像识别中非常有用。</a:t>
            </a:r>
            <a:endParaRPr lang="en-CA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809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1CEF-41A7-4CB9-A364-62766BDC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结果</a:t>
            </a:r>
            <a:endParaRPr lang="en-CA" i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1FA406-7555-4C2D-8B18-520A26FE8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关于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个利率的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个观测值，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dirty="0"/>
                  <a:t> 和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dirty="0"/>
                  <a:t> 分别为实际值和预测值。</a:t>
                </a:r>
                <a:endParaRPr lang="en-CA" dirty="0"/>
              </a:p>
              <a:p>
                <a:pPr marL="0" indent="0">
                  <a:buNone/>
                </a:pPr>
                <a:r>
                  <a:rPr lang="zh-CN" altLang="en-US" dirty="0"/>
                  <a:t>损失函数</a:t>
                </a:r>
                <a:r>
                  <a:rPr lang="en-CA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CA" dirty="0"/>
              </a:p>
              <a:p>
                <a:endParaRPr lang="en-CA" dirty="0"/>
              </a:p>
              <a:p>
                <a:r>
                  <a:rPr lang="zh-CN" altLang="en-US" dirty="0"/>
                  <a:t>使用主成分分析（或采用线性激活函数的自编码器）时，损失函数为</a:t>
                </a:r>
                <a:r>
                  <a:rPr lang="en-US" altLang="zh-CN" dirty="0"/>
                  <a:t>0.8399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当使用带</a:t>
                </a:r>
                <a:r>
                  <a:rPr lang="en-US" altLang="zh-CN" dirty="0"/>
                  <a:t>Leaky </a:t>
                </a:r>
                <a:r>
                  <a:rPr lang="en-US" altLang="zh-CN" dirty="0" err="1"/>
                  <a:t>ReLU</a:t>
                </a:r>
                <a:r>
                  <a:rPr lang="zh-CN" altLang="en-US" dirty="0"/>
                  <a:t>激活函数的非线性自编码器时，该损失降至</a:t>
                </a:r>
                <a:r>
                  <a:rPr lang="en-US" altLang="zh-CN" dirty="0"/>
                  <a:t>0.8038</a:t>
                </a:r>
                <a:r>
                  <a:rPr lang="zh-CN" altLang="en-US" dirty="0"/>
                  <a:t>。</a:t>
                </a: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1FA406-7555-4C2D-8B18-520A26FE8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037" r="-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A0E01-A723-49B9-9681-24F5E5D7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4209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57CFB-C06E-445A-B5B5-528B68FB0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2" y="807684"/>
            <a:ext cx="8358385" cy="1265591"/>
          </a:xfrm>
        </p:spPr>
        <p:txBody>
          <a:bodyPr/>
          <a:lstStyle/>
          <a:p>
            <a:r>
              <a:rPr lang="zh-CN" altLang="en-US" i="0" dirty="0"/>
              <a:t>一种可能的采用非线性激活函数的自动编码器架构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821BF-9B37-49C2-92A2-A0D5E0AA3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C01C72A-AF4E-4985-ADA3-1DCD668E7846}"/>
              </a:ext>
            </a:extLst>
          </p:cNvPr>
          <p:cNvGrpSpPr/>
          <p:nvPr/>
        </p:nvGrpSpPr>
        <p:grpSpPr>
          <a:xfrm>
            <a:off x="1043608" y="2420888"/>
            <a:ext cx="292250" cy="3387084"/>
            <a:chOff x="1043608" y="2420888"/>
            <a:chExt cx="292250" cy="3387084"/>
          </a:xfrm>
          <a:noFill/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3908012-D8DF-4B71-B4BE-5E506D0274CB}"/>
                </a:ext>
              </a:extLst>
            </p:cNvPr>
            <p:cNvSpPr/>
            <p:nvPr/>
          </p:nvSpPr>
          <p:spPr bwMode="auto">
            <a:xfrm>
              <a:off x="1043608" y="2420888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83D263A-F0AE-469B-83B8-14B86D087B7E}"/>
                </a:ext>
              </a:extLst>
            </p:cNvPr>
            <p:cNvSpPr/>
            <p:nvPr/>
          </p:nvSpPr>
          <p:spPr bwMode="auto">
            <a:xfrm>
              <a:off x="1047380" y="28379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6EB989-DC7F-4877-8DDE-10C0C2FB9404}"/>
                </a:ext>
              </a:extLst>
            </p:cNvPr>
            <p:cNvSpPr/>
            <p:nvPr/>
          </p:nvSpPr>
          <p:spPr bwMode="auto">
            <a:xfrm>
              <a:off x="1043608" y="328498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F1E53C8-8080-4D01-884B-04BBDF2E181B}"/>
                </a:ext>
              </a:extLst>
            </p:cNvPr>
            <p:cNvSpPr/>
            <p:nvPr/>
          </p:nvSpPr>
          <p:spPr bwMode="auto">
            <a:xfrm>
              <a:off x="1047826" y="373004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C3168E6-119C-49F5-90C5-15F9C25F28E3}"/>
                </a:ext>
              </a:extLst>
            </p:cNvPr>
            <p:cNvSpPr/>
            <p:nvPr/>
          </p:nvSpPr>
          <p:spPr bwMode="auto">
            <a:xfrm>
              <a:off x="1043608" y="41751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0238C23-149C-4C17-8757-F3CE094185FB}"/>
                </a:ext>
              </a:extLst>
            </p:cNvPr>
            <p:cNvSpPr/>
            <p:nvPr/>
          </p:nvSpPr>
          <p:spPr bwMode="auto">
            <a:xfrm>
              <a:off x="1043608" y="462016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611EB4-7B44-4655-9ACD-890D961AE1D8}"/>
                </a:ext>
              </a:extLst>
            </p:cNvPr>
            <p:cNvSpPr/>
            <p:nvPr/>
          </p:nvSpPr>
          <p:spPr bwMode="auto">
            <a:xfrm>
              <a:off x="1043608" y="506522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B1F674-1F24-4BC4-BB62-C5FC034D4CF4}"/>
                </a:ext>
              </a:extLst>
            </p:cNvPr>
            <p:cNvSpPr/>
            <p:nvPr/>
          </p:nvSpPr>
          <p:spPr bwMode="auto">
            <a:xfrm>
              <a:off x="1043608" y="551994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7E5777-38A1-4013-9595-AA490EA052F0}"/>
              </a:ext>
            </a:extLst>
          </p:cNvPr>
          <p:cNvGrpSpPr/>
          <p:nvPr/>
        </p:nvGrpSpPr>
        <p:grpSpPr>
          <a:xfrm>
            <a:off x="2205753" y="2768453"/>
            <a:ext cx="350023" cy="2614133"/>
            <a:chOff x="1901375" y="2837904"/>
            <a:chExt cx="294361" cy="2535332"/>
          </a:xfrm>
          <a:noFill/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7BB34A-8982-404F-A392-D0F126D8FCC5}"/>
                </a:ext>
              </a:extLst>
            </p:cNvPr>
            <p:cNvSpPr/>
            <p:nvPr/>
          </p:nvSpPr>
          <p:spPr bwMode="auto">
            <a:xfrm>
              <a:off x="1907704" y="28379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6576D79-B978-41D6-9175-7D609B64B2DC}"/>
                </a:ext>
              </a:extLst>
            </p:cNvPr>
            <p:cNvSpPr/>
            <p:nvPr/>
          </p:nvSpPr>
          <p:spPr bwMode="auto">
            <a:xfrm>
              <a:off x="1907704" y="3254252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148C10E-E78F-4E40-8B32-A72F0B746B06}"/>
                </a:ext>
              </a:extLst>
            </p:cNvPr>
            <p:cNvSpPr/>
            <p:nvPr/>
          </p:nvSpPr>
          <p:spPr bwMode="auto">
            <a:xfrm>
              <a:off x="1907704" y="374500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4CF9ADA-5A66-4F89-94AE-8109FE599437}"/>
                </a:ext>
              </a:extLst>
            </p:cNvPr>
            <p:cNvSpPr/>
            <p:nvPr/>
          </p:nvSpPr>
          <p:spPr bwMode="auto">
            <a:xfrm>
              <a:off x="1907704" y="41751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7172260-0C8D-4AF4-8E59-96D547A6B2F2}"/>
                </a:ext>
              </a:extLst>
            </p:cNvPr>
            <p:cNvSpPr/>
            <p:nvPr/>
          </p:nvSpPr>
          <p:spPr bwMode="auto">
            <a:xfrm>
              <a:off x="1901375" y="462016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2EACC2E-9BA6-4717-8C9C-7F5DBB749194}"/>
                </a:ext>
              </a:extLst>
            </p:cNvPr>
            <p:cNvSpPr/>
            <p:nvPr/>
          </p:nvSpPr>
          <p:spPr bwMode="auto">
            <a:xfrm>
              <a:off x="1901375" y="50852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0439B79-C074-43DD-A8C6-0752EBCEE26B}"/>
              </a:ext>
            </a:extLst>
          </p:cNvPr>
          <p:cNvGrpSpPr/>
          <p:nvPr/>
        </p:nvGrpSpPr>
        <p:grpSpPr>
          <a:xfrm>
            <a:off x="3411311" y="3254252"/>
            <a:ext cx="288032" cy="1684879"/>
            <a:chOff x="2553544" y="3246390"/>
            <a:chExt cx="288032" cy="1684879"/>
          </a:xfrm>
          <a:noFill/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6F317F4-CA56-49BD-8406-D02B9CB90F10}"/>
                </a:ext>
              </a:extLst>
            </p:cNvPr>
            <p:cNvSpPr/>
            <p:nvPr/>
          </p:nvSpPr>
          <p:spPr bwMode="auto">
            <a:xfrm>
              <a:off x="2553544" y="324639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7FBCC8E-2918-4DE3-83A8-790072D65244}"/>
                </a:ext>
              </a:extLst>
            </p:cNvPr>
            <p:cNvSpPr/>
            <p:nvPr/>
          </p:nvSpPr>
          <p:spPr bwMode="auto">
            <a:xfrm>
              <a:off x="2553544" y="3725839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DE242DD-FC6E-43FF-AA1F-2F2A390755FE}"/>
                </a:ext>
              </a:extLst>
            </p:cNvPr>
            <p:cNvSpPr/>
            <p:nvPr/>
          </p:nvSpPr>
          <p:spPr bwMode="auto">
            <a:xfrm>
              <a:off x="2553544" y="4205288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1A2A214-503E-437C-B441-F4105A1EB3EF}"/>
                </a:ext>
              </a:extLst>
            </p:cNvPr>
            <p:cNvSpPr/>
            <p:nvPr/>
          </p:nvSpPr>
          <p:spPr bwMode="auto">
            <a:xfrm>
              <a:off x="2553544" y="4643237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7E0F12-1315-4819-96AB-1AEF41C6E0C3}"/>
              </a:ext>
            </a:extLst>
          </p:cNvPr>
          <p:cNvGrpSpPr/>
          <p:nvPr/>
        </p:nvGrpSpPr>
        <p:grpSpPr>
          <a:xfrm>
            <a:off x="5261980" y="3271087"/>
            <a:ext cx="288032" cy="1684879"/>
            <a:chOff x="2553544" y="3246390"/>
            <a:chExt cx="288032" cy="1684879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A338167-F810-47BC-B93F-C8494C073692}"/>
                </a:ext>
              </a:extLst>
            </p:cNvPr>
            <p:cNvSpPr/>
            <p:nvPr/>
          </p:nvSpPr>
          <p:spPr bwMode="auto">
            <a:xfrm>
              <a:off x="2553544" y="324639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6DA2A58-2C4E-4CBB-857D-8B43599633F1}"/>
                </a:ext>
              </a:extLst>
            </p:cNvPr>
            <p:cNvSpPr/>
            <p:nvPr/>
          </p:nvSpPr>
          <p:spPr bwMode="auto">
            <a:xfrm>
              <a:off x="2553544" y="3725839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D19D36F-EEE5-4707-BEFA-7E00E38AA15C}"/>
                </a:ext>
              </a:extLst>
            </p:cNvPr>
            <p:cNvSpPr/>
            <p:nvPr/>
          </p:nvSpPr>
          <p:spPr bwMode="auto">
            <a:xfrm>
              <a:off x="2553544" y="4205288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3317587-FB89-4BED-9AC0-212E55F81FBE}"/>
                </a:ext>
              </a:extLst>
            </p:cNvPr>
            <p:cNvSpPr/>
            <p:nvPr/>
          </p:nvSpPr>
          <p:spPr bwMode="auto">
            <a:xfrm>
              <a:off x="2553544" y="4643237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37C8BB-7B7F-4DC9-ADC2-ABC7ED0A832D}"/>
              </a:ext>
            </a:extLst>
          </p:cNvPr>
          <p:cNvGrpSpPr/>
          <p:nvPr/>
        </p:nvGrpSpPr>
        <p:grpSpPr>
          <a:xfrm>
            <a:off x="6422395" y="2822501"/>
            <a:ext cx="316521" cy="2614133"/>
            <a:chOff x="1901375" y="2837904"/>
            <a:chExt cx="294361" cy="2535332"/>
          </a:xfrm>
          <a:noFill/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4938B9D-EBA3-4827-A2D0-727CE57EC926}"/>
                </a:ext>
              </a:extLst>
            </p:cNvPr>
            <p:cNvSpPr/>
            <p:nvPr/>
          </p:nvSpPr>
          <p:spPr bwMode="auto">
            <a:xfrm>
              <a:off x="1907704" y="28379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956D9DE-77BA-43BF-AE8F-131C1723AA09}"/>
                </a:ext>
              </a:extLst>
            </p:cNvPr>
            <p:cNvSpPr/>
            <p:nvPr/>
          </p:nvSpPr>
          <p:spPr bwMode="auto">
            <a:xfrm>
              <a:off x="1907704" y="3254252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1BAC261-BBD3-40DC-9A87-F6628EBA5BF4}"/>
                </a:ext>
              </a:extLst>
            </p:cNvPr>
            <p:cNvSpPr/>
            <p:nvPr/>
          </p:nvSpPr>
          <p:spPr bwMode="auto">
            <a:xfrm>
              <a:off x="1907704" y="374500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6B78FE7-3E7E-4FC6-8BD5-479C75A074A2}"/>
                </a:ext>
              </a:extLst>
            </p:cNvPr>
            <p:cNvSpPr/>
            <p:nvPr/>
          </p:nvSpPr>
          <p:spPr bwMode="auto">
            <a:xfrm>
              <a:off x="1907704" y="41751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4403E3-7B67-4853-A94E-D0F6C2891CC4}"/>
                </a:ext>
              </a:extLst>
            </p:cNvPr>
            <p:cNvSpPr/>
            <p:nvPr/>
          </p:nvSpPr>
          <p:spPr bwMode="auto">
            <a:xfrm>
              <a:off x="1901375" y="462016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23DA11-5F32-4047-8E46-D34BB5C1FA66}"/>
                </a:ext>
              </a:extLst>
            </p:cNvPr>
            <p:cNvSpPr/>
            <p:nvPr/>
          </p:nvSpPr>
          <p:spPr bwMode="auto">
            <a:xfrm>
              <a:off x="1901375" y="50852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A477B63-0B79-4FD3-BE28-4655FAF9D777}"/>
              </a:ext>
            </a:extLst>
          </p:cNvPr>
          <p:cNvGrpSpPr/>
          <p:nvPr/>
        </p:nvGrpSpPr>
        <p:grpSpPr>
          <a:xfrm>
            <a:off x="7709763" y="2427252"/>
            <a:ext cx="292250" cy="3387084"/>
            <a:chOff x="1043608" y="2420888"/>
            <a:chExt cx="292250" cy="3387084"/>
          </a:xfrm>
          <a:noFill/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343A205-B51D-4A0F-847F-22925275C587}"/>
                </a:ext>
              </a:extLst>
            </p:cNvPr>
            <p:cNvSpPr/>
            <p:nvPr/>
          </p:nvSpPr>
          <p:spPr bwMode="auto">
            <a:xfrm>
              <a:off x="1043608" y="2420888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57E3E71-004D-4459-BFC4-F23355579F4A}"/>
                </a:ext>
              </a:extLst>
            </p:cNvPr>
            <p:cNvSpPr/>
            <p:nvPr/>
          </p:nvSpPr>
          <p:spPr bwMode="auto">
            <a:xfrm>
              <a:off x="1047380" y="28379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B1D328B-D037-4D63-9560-C3136B8D28BD}"/>
                </a:ext>
              </a:extLst>
            </p:cNvPr>
            <p:cNvSpPr/>
            <p:nvPr/>
          </p:nvSpPr>
          <p:spPr bwMode="auto">
            <a:xfrm>
              <a:off x="1043608" y="328498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6CEFC31-BFFE-46F5-A833-85DFE06A9FEB}"/>
                </a:ext>
              </a:extLst>
            </p:cNvPr>
            <p:cNvSpPr/>
            <p:nvPr/>
          </p:nvSpPr>
          <p:spPr bwMode="auto">
            <a:xfrm>
              <a:off x="1047826" y="373004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6D119D4-0C8F-49ED-86F9-9B6201AB273B}"/>
                </a:ext>
              </a:extLst>
            </p:cNvPr>
            <p:cNvSpPr/>
            <p:nvPr/>
          </p:nvSpPr>
          <p:spPr bwMode="auto">
            <a:xfrm>
              <a:off x="1043608" y="41751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01E26E4-BFB4-42BB-B744-0BF1697DC06E}"/>
                </a:ext>
              </a:extLst>
            </p:cNvPr>
            <p:cNvSpPr/>
            <p:nvPr/>
          </p:nvSpPr>
          <p:spPr bwMode="auto">
            <a:xfrm>
              <a:off x="1043608" y="462016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90DF526-B07F-4CA0-9553-60DCE25DAC58}"/>
                </a:ext>
              </a:extLst>
            </p:cNvPr>
            <p:cNvSpPr/>
            <p:nvPr/>
          </p:nvSpPr>
          <p:spPr bwMode="auto">
            <a:xfrm>
              <a:off x="1043608" y="506522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34D9671-D7BE-482F-8FEE-0819DB7B66A0}"/>
                </a:ext>
              </a:extLst>
            </p:cNvPr>
            <p:cNvSpPr/>
            <p:nvPr/>
          </p:nvSpPr>
          <p:spPr bwMode="auto">
            <a:xfrm>
              <a:off x="1043608" y="551994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16C44871-B7BD-4C79-B408-2BA61F88529E}"/>
              </a:ext>
            </a:extLst>
          </p:cNvPr>
          <p:cNvSpPr/>
          <p:nvPr/>
        </p:nvSpPr>
        <p:spPr bwMode="auto">
          <a:xfrm>
            <a:off x="4351062" y="3695686"/>
            <a:ext cx="288032" cy="28803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DCD3D34-A024-41A1-BE0F-5A9F8DC3983A}"/>
              </a:ext>
            </a:extLst>
          </p:cNvPr>
          <p:cNvSpPr/>
          <p:nvPr/>
        </p:nvSpPr>
        <p:spPr bwMode="auto">
          <a:xfrm>
            <a:off x="4347415" y="4303078"/>
            <a:ext cx="288032" cy="28803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81AC24-E3EF-4FF9-87CE-86722CBF8344}"/>
              </a:ext>
            </a:extLst>
          </p:cNvPr>
          <p:cNvSpPr txBox="1"/>
          <p:nvPr/>
        </p:nvSpPr>
        <p:spPr>
          <a:xfrm>
            <a:off x="827584" y="594928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</a:t>
            </a:r>
            <a:endParaRPr lang="en-C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E33989-9D2C-43F7-9DE9-8B63A2FD7E59}"/>
              </a:ext>
            </a:extLst>
          </p:cNvPr>
          <p:cNvSpPr txBox="1"/>
          <p:nvPr/>
        </p:nvSpPr>
        <p:spPr>
          <a:xfrm>
            <a:off x="1820849" y="5557961"/>
            <a:ext cx="109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隐藏层</a:t>
            </a:r>
            <a:endParaRPr lang="en-CA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FF5ABC-7055-4B54-BC7F-898A827DCEBF}"/>
              </a:ext>
            </a:extLst>
          </p:cNvPr>
          <p:cNvSpPr txBox="1"/>
          <p:nvPr/>
        </p:nvSpPr>
        <p:spPr>
          <a:xfrm>
            <a:off x="2945435" y="5147301"/>
            <a:ext cx="109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隐藏层</a:t>
            </a:r>
            <a:endParaRPr lang="en-CA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13145C-E592-4D5F-BFA5-DD57D6110107}"/>
              </a:ext>
            </a:extLst>
          </p:cNvPr>
          <p:cNvSpPr txBox="1"/>
          <p:nvPr/>
        </p:nvSpPr>
        <p:spPr>
          <a:xfrm>
            <a:off x="4785393" y="5122050"/>
            <a:ext cx="109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隐藏层</a:t>
            </a:r>
            <a:endParaRPr lang="en-CA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76C1FA-BFEE-41D3-8BCC-CC75AA5CEB75}"/>
              </a:ext>
            </a:extLst>
          </p:cNvPr>
          <p:cNvSpPr txBox="1"/>
          <p:nvPr/>
        </p:nvSpPr>
        <p:spPr>
          <a:xfrm>
            <a:off x="6133267" y="5525869"/>
            <a:ext cx="109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隐藏层</a:t>
            </a:r>
            <a:endParaRPr lang="en-CA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D0CA43-9E40-4562-B93A-846A1B83535E}"/>
              </a:ext>
            </a:extLst>
          </p:cNvPr>
          <p:cNvSpPr txBox="1"/>
          <p:nvPr/>
        </p:nvSpPr>
        <p:spPr>
          <a:xfrm>
            <a:off x="3563888" y="2151037"/>
            <a:ext cx="1913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表示输入的潜在变量</a:t>
            </a:r>
            <a:endParaRPr lang="en-CA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053F47-8CCF-4F23-9D76-CBC3819F51BF}"/>
              </a:ext>
            </a:extLst>
          </p:cNvPr>
          <p:cNvCxnSpPr>
            <a:cxnSpLocks/>
            <a:endCxn id="14" idx="2"/>
          </p:cNvCxnSpPr>
          <p:nvPr/>
        </p:nvCxnSpPr>
        <p:spPr bwMode="auto">
          <a:xfrm>
            <a:off x="1323294" y="2589137"/>
            <a:ext cx="889985" cy="3278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0F73A96-72D9-45D1-BA21-08D51DED500C}"/>
              </a:ext>
            </a:extLst>
          </p:cNvPr>
          <p:cNvCxnSpPr>
            <a:cxnSpLocks/>
            <a:stCxn id="13" idx="6"/>
            <a:endCxn id="19" idx="3"/>
          </p:cNvCxnSpPr>
          <p:nvPr/>
        </p:nvCxnSpPr>
        <p:spPr bwMode="auto">
          <a:xfrm flipV="1">
            <a:off x="1331640" y="5339094"/>
            <a:ext cx="924271" cy="3248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98D48D0-080A-4AB4-ACF8-1994066279CB}"/>
              </a:ext>
            </a:extLst>
          </p:cNvPr>
          <p:cNvCxnSpPr>
            <a:cxnSpLocks/>
            <a:endCxn id="23" idx="3"/>
          </p:cNvCxnSpPr>
          <p:nvPr/>
        </p:nvCxnSpPr>
        <p:spPr bwMode="auto">
          <a:xfrm flipV="1">
            <a:off x="2557697" y="4896950"/>
            <a:ext cx="895795" cy="3122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4F33A8E-9482-4035-AE12-57F930737DCD}"/>
              </a:ext>
            </a:extLst>
          </p:cNvPr>
          <p:cNvCxnSpPr>
            <a:cxnSpLocks/>
            <a:stCxn id="23" idx="6"/>
            <a:endCxn id="49" idx="3"/>
          </p:cNvCxnSpPr>
          <p:nvPr/>
        </p:nvCxnSpPr>
        <p:spPr bwMode="auto">
          <a:xfrm flipV="1">
            <a:off x="3699343" y="4548929"/>
            <a:ext cx="690253" cy="2461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B3C0148-729B-441C-AC1F-8FB6D7518822}"/>
              </a:ext>
            </a:extLst>
          </p:cNvPr>
          <p:cNvCxnSpPr>
            <a:cxnSpLocks/>
          </p:cNvCxnSpPr>
          <p:nvPr/>
        </p:nvCxnSpPr>
        <p:spPr bwMode="auto">
          <a:xfrm>
            <a:off x="2521326" y="3044105"/>
            <a:ext cx="889985" cy="3278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DB175DC-118B-43C5-BA95-EC554A599BD8}"/>
              </a:ext>
            </a:extLst>
          </p:cNvPr>
          <p:cNvCxnSpPr>
            <a:cxnSpLocks/>
          </p:cNvCxnSpPr>
          <p:nvPr/>
        </p:nvCxnSpPr>
        <p:spPr bwMode="auto">
          <a:xfrm>
            <a:off x="3658105" y="3500002"/>
            <a:ext cx="734196" cy="2680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DEFDFF9-49D1-43C3-B48B-9E52F198CAB7}"/>
              </a:ext>
            </a:extLst>
          </p:cNvPr>
          <p:cNvCxnSpPr>
            <a:cxnSpLocks/>
            <a:stCxn id="48" idx="6"/>
          </p:cNvCxnSpPr>
          <p:nvPr/>
        </p:nvCxnSpPr>
        <p:spPr bwMode="auto">
          <a:xfrm flipV="1">
            <a:off x="4639094" y="3498910"/>
            <a:ext cx="687899" cy="3407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C728D75-6071-43E0-889D-2620ACA009C0}"/>
              </a:ext>
            </a:extLst>
          </p:cNvPr>
          <p:cNvCxnSpPr>
            <a:cxnSpLocks/>
            <a:stCxn id="26" idx="6"/>
            <a:endCxn id="32" idx="3"/>
          </p:cNvCxnSpPr>
          <p:nvPr/>
        </p:nvCxnSpPr>
        <p:spPr bwMode="auto">
          <a:xfrm flipV="1">
            <a:off x="5550012" y="3075993"/>
            <a:ext cx="924545" cy="3391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0958A08-C5E9-4FD4-9147-BC550678268F}"/>
              </a:ext>
            </a:extLst>
          </p:cNvPr>
          <p:cNvCxnSpPr>
            <a:cxnSpLocks/>
          </p:cNvCxnSpPr>
          <p:nvPr/>
        </p:nvCxnSpPr>
        <p:spPr bwMode="auto">
          <a:xfrm flipV="1">
            <a:off x="6930721" y="2538894"/>
            <a:ext cx="813369" cy="3474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363B598-F3A1-49E2-9F03-7A2D7745D46B}"/>
              </a:ext>
            </a:extLst>
          </p:cNvPr>
          <p:cNvCxnSpPr>
            <a:cxnSpLocks/>
            <a:endCxn id="29" idx="2"/>
          </p:cNvCxnSpPr>
          <p:nvPr/>
        </p:nvCxnSpPr>
        <p:spPr bwMode="auto">
          <a:xfrm>
            <a:off x="4603587" y="4527652"/>
            <a:ext cx="658393" cy="2842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964F735-254C-4BEE-BBF7-F7152FB874F0}"/>
              </a:ext>
            </a:extLst>
          </p:cNvPr>
          <p:cNvCxnSpPr>
            <a:cxnSpLocks/>
            <a:stCxn id="29" idx="5"/>
            <a:endCxn id="37" idx="2"/>
          </p:cNvCxnSpPr>
          <p:nvPr/>
        </p:nvCxnSpPr>
        <p:spPr bwMode="auto">
          <a:xfrm>
            <a:off x="5507831" y="4913785"/>
            <a:ext cx="914564" cy="3743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53C80DA-ABBF-4003-A280-C1F00D517FB4}"/>
              </a:ext>
            </a:extLst>
          </p:cNvPr>
          <p:cNvCxnSpPr>
            <a:cxnSpLocks/>
            <a:endCxn id="47" idx="3"/>
          </p:cNvCxnSpPr>
          <p:nvPr/>
        </p:nvCxnSpPr>
        <p:spPr bwMode="auto">
          <a:xfrm>
            <a:off x="6681373" y="5387471"/>
            <a:ext cx="1070571" cy="3846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3" name="Arrow: Down 112">
            <a:extLst>
              <a:ext uri="{FF2B5EF4-FFF2-40B4-BE49-F238E27FC236}">
                <a16:creationId xmlns:a16="http://schemas.microsoft.com/office/drawing/2014/main" id="{30B12FCE-D135-43D3-A3A0-5EDEB5D67EFF}"/>
              </a:ext>
            </a:extLst>
          </p:cNvPr>
          <p:cNvSpPr/>
          <p:nvPr/>
        </p:nvSpPr>
        <p:spPr bwMode="auto">
          <a:xfrm>
            <a:off x="4391653" y="3021210"/>
            <a:ext cx="187512" cy="486001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solidFill>
                  <a:schemeClr val="tx1"/>
                </a:solidFill>
              </a:ln>
              <a:effectLst/>
              <a:latin typeface="Times New Roman" pitchFamily="18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E3A9906-EE63-4B0C-B8FC-E25B92D017B5}"/>
              </a:ext>
            </a:extLst>
          </p:cNvPr>
          <p:cNvSpPr txBox="1"/>
          <p:nvPr/>
        </p:nvSpPr>
        <p:spPr>
          <a:xfrm>
            <a:off x="7668344" y="5949280"/>
            <a:ext cx="107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DAE4D-63C5-49C8-9E5E-9A333438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95901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4CCB-CE7B-4316-BCD0-657510C6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生成合成数据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F1AA7-8BB9-4324-9A7A-0D0AB2DAC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800" dirty="0"/>
              <a:t>两类方法：</a:t>
            </a:r>
            <a:endParaRPr lang="en-US" altLang="zh-CN" sz="2800" dirty="0"/>
          </a:p>
          <a:p>
            <a:pPr marL="0" indent="0">
              <a:buNone/>
            </a:pPr>
            <a:endParaRPr lang="en-CA" sz="2800" dirty="0"/>
          </a:p>
          <a:p>
            <a:r>
              <a:rPr lang="zh-CN" altLang="en-US" sz="2400" dirty="0"/>
              <a:t>变分自动编码器</a:t>
            </a:r>
          </a:p>
          <a:p>
            <a:endParaRPr lang="en-US" altLang="zh-CN" sz="2400" dirty="0"/>
          </a:p>
          <a:p>
            <a:r>
              <a:rPr lang="zh-CN" altLang="en-US" sz="2400" dirty="0"/>
              <a:t>生成对抗网络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7F2BD-71A6-4DFC-A9E3-D400DEB1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392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6D81B-9121-4A83-846C-4A94DB4A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变分自动编码器</a:t>
            </a:r>
            <a:endParaRPr lang="en-CA" i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6B5B1E-E6A7-4148-A3AA-AFD68642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8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0DFD1-40C0-4072-BB1B-8C73234DD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348880"/>
            <a:ext cx="7990656" cy="297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27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1D9C-63B8-4424-85D3-5D673642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620688"/>
            <a:ext cx="7772400" cy="1143000"/>
          </a:xfrm>
        </p:spPr>
        <p:txBody>
          <a:bodyPr/>
          <a:lstStyle/>
          <a:p>
            <a:r>
              <a:rPr lang="zh-CN" altLang="en-US" i="0" dirty="0"/>
              <a:t>生成对抗网络</a:t>
            </a:r>
            <a:endParaRPr lang="en-CA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3FF9B-E9E6-4848-884F-90E4FF4D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9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F952F-791D-450F-9D2B-134456577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844824"/>
            <a:ext cx="7272808" cy="375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26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1E95-2B95-9DE8-7DCF-BA2465BF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764704"/>
            <a:ext cx="7772400" cy="1143000"/>
          </a:xfrm>
        </p:spPr>
        <p:txBody>
          <a:bodyPr/>
          <a:lstStyle/>
          <a:p>
            <a:r>
              <a:rPr lang="zh-CN" altLang="en-US" i="0" dirty="0"/>
              <a:t>局限性</a:t>
            </a:r>
            <a:endParaRPr lang="en-CA" i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FFB37-77A0-2108-C6A1-B318CB268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206680" cy="4114800"/>
          </a:xfrm>
        </p:spPr>
        <p:txBody>
          <a:bodyPr/>
          <a:lstStyle/>
          <a:p>
            <a:endParaRPr lang="en-CA" dirty="0"/>
          </a:p>
          <a:p>
            <a:r>
              <a:rPr lang="en-US" altLang="zh-CN" sz="2800" dirty="0"/>
              <a:t>GAN</a:t>
            </a:r>
            <a:r>
              <a:rPr lang="zh-CN" altLang="en-US" sz="2800" dirty="0"/>
              <a:t>模型的训练以不稳定性著称。</a:t>
            </a:r>
            <a:br>
              <a:rPr lang="zh-CN" altLang="en-US" sz="2800" dirty="0"/>
            </a:br>
            <a:endParaRPr lang="en-US" altLang="zh-CN" sz="2800" dirty="0"/>
          </a:p>
          <a:p>
            <a:pPr lvl="1"/>
            <a:r>
              <a:rPr lang="zh-CN" altLang="en-US" sz="2400" dirty="0"/>
              <a:t>判别器与生成器之间的目标是相互竞争的。</a:t>
            </a:r>
          </a:p>
          <a:p>
            <a:pPr marL="642937" lvl="2" indent="0">
              <a:buNone/>
            </a:pPr>
            <a:endParaRPr lang="en-CA" dirty="0"/>
          </a:p>
          <a:p>
            <a:r>
              <a:rPr lang="en-US" altLang="zh-CN" sz="2800" dirty="0"/>
              <a:t>VAE</a:t>
            </a:r>
            <a:r>
              <a:rPr lang="zh-CN" altLang="en-US" sz="2800" dirty="0"/>
              <a:t>模型在学习复杂数据分布方面效果较差。</a:t>
            </a:r>
            <a:endParaRPr lang="en-US" altLang="zh-CN" sz="2800" dirty="0"/>
          </a:p>
          <a:p>
            <a:pPr lvl="1"/>
            <a:endParaRPr lang="en-US" altLang="zh-CN" dirty="0"/>
          </a:p>
          <a:p>
            <a:pPr lvl="1"/>
            <a:r>
              <a:rPr lang="zh-CN" altLang="en-US" sz="2400" dirty="0"/>
              <a:t>它只是对数据分布进行近似，而非显式地学习该分布。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9800A-DD7A-8162-11D2-1C64F1FD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1446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F460-998B-9D4D-4250-E5AB92F3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其他生成模型</a:t>
            </a:r>
            <a:endParaRPr lang="en-CA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B813F4-CC73-221F-771D-6FF461C06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基于流的模型：学习一个可逆变换，将数据映射到一个已知分布，反之亦然。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Diffusion Models: Gradually add noise to data and then learn</a:t>
            </a:r>
          </a:p>
          <a:p>
            <a:endParaRPr lang="en-US" altLang="zh-CN" sz="2400" dirty="0"/>
          </a:p>
          <a:p>
            <a:r>
              <a:rPr lang="zh-CN" altLang="en-US" sz="2400" dirty="0"/>
              <a:t>逆转该过程以生成新样本</a:t>
            </a: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FF746-531C-4AED-BA9F-A719D4FAA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11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19F9F-13D1-8192-CF01-F7F7D3DB8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026932"/>
            <a:ext cx="8424936" cy="163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15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递归神经网络</a:t>
            </a:r>
            <a:r>
              <a:rPr lang="en-CA" i="0" dirty="0"/>
              <a:t>(RNN)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在普通的人工神经网络（</a:t>
            </a:r>
            <a:r>
              <a:rPr lang="en-US" altLang="zh-CN" sz="2400" dirty="0"/>
              <a:t>ANN</a:t>
            </a:r>
            <a:r>
              <a:rPr lang="zh-CN" altLang="en-US" sz="2400" dirty="0"/>
              <a:t>）中，各个 </a:t>
            </a:r>
            <a:r>
              <a:rPr lang="en-US" altLang="zh-CN" sz="2400" dirty="0"/>
              <a:t>v </a:t>
            </a:r>
            <a:r>
              <a:rPr lang="zh-CN" altLang="en-US" sz="2400" dirty="0"/>
              <a:t>是输入的函数，且输入的先后顺序不影响结果。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而在递归神经网络（</a:t>
            </a:r>
            <a:r>
              <a:rPr lang="en-US" altLang="zh-CN" sz="2400" dirty="0"/>
              <a:t>RNN</a:t>
            </a:r>
            <a:r>
              <a:rPr lang="zh-CN" altLang="en-US" sz="2400" dirty="0"/>
              <a:t>）中，数据具有时间维度。当前的 </a:t>
            </a:r>
            <a:r>
              <a:rPr lang="en-US" altLang="zh-CN" sz="2400" dirty="0"/>
              <a:t>v </a:t>
            </a:r>
            <a:r>
              <a:rPr lang="zh-CN" altLang="en-US" sz="2400" dirty="0"/>
              <a:t>不仅取决于当前的输入，还取决于对应的前一时刻的 </a:t>
            </a:r>
            <a:r>
              <a:rPr lang="en-US" altLang="zh-CN" sz="2400" dirty="0"/>
              <a:t>v</a:t>
            </a:r>
            <a:r>
              <a:rPr lang="zh-CN" altLang="en-US" sz="2400" dirty="0"/>
              <a:t>（或者是前一时刻的输出）。</a:t>
            </a:r>
            <a:endParaRPr lang="en-CA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0304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AD1C-4076-4D86-A593-3C851427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递归神经网络设计</a:t>
            </a:r>
            <a:endParaRPr lang="en-CA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5FAE6-D018-4AD9-A481-3E1F24A7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13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A4FBF-E5AD-41E1-825D-7061AF713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276872"/>
            <a:ext cx="8405263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32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A00A-09D6-4717-AC0B-D61F58F7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i="0" dirty="0"/>
              <a:t>LSTM</a:t>
            </a:r>
            <a:r>
              <a:rPr lang="zh-CN" altLang="en-US" i="0" dirty="0"/>
              <a:t>网络</a:t>
            </a:r>
            <a:endParaRPr lang="en-CA" i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341F2-DFDC-477A-83DC-AA03E7E9A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492896"/>
            <a:ext cx="8134672" cy="4114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长短期记忆网络（</a:t>
            </a:r>
            <a:r>
              <a:rPr lang="en-US" altLang="zh-CN" sz="2400" dirty="0"/>
              <a:t>LSTM</a:t>
            </a:r>
            <a:r>
              <a:rPr lang="zh-CN" altLang="en-US" sz="2400" dirty="0"/>
              <a:t>）是一种递归神经网络（</a:t>
            </a:r>
            <a:r>
              <a:rPr lang="en-US" altLang="zh-CN" sz="2400" dirty="0"/>
              <a:t>RNN</a:t>
            </a:r>
            <a:r>
              <a:rPr lang="zh-CN" altLang="en-US" sz="2400" dirty="0"/>
              <a:t>），其部分算法会学习从过往数据中哪些信息应该被记住、哪些应该被遗忘。</a:t>
            </a:r>
            <a:endParaRPr lang="en-CA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2573F-9DD2-4977-B7F7-EC188F1A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9356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764704"/>
            <a:ext cx="7772400" cy="1143000"/>
          </a:xfrm>
        </p:spPr>
        <p:txBody>
          <a:bodyPr/>
          <a:lstStyle/>
          <a:p>
            <a:r>
              <a:rPr lang="zh-CN" altLang="en-US" i="0" dirty="0"/>
              <a:t>卷积神经网络</a:t>
            </a:r>
            <a:r>
              <a:rPr lang="en-CA" i="0" dirty="0"/>
              <a:t>(CNN)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2"/>
            <a:ext cx="7772400" cy="4114800"/>
          </a:xfrm>
        </p:spPr>
        <p:txBody>
          <a:bodyPr/>
          <a:lstStyle/>
          <a:p>
            <a:endParaRPr lang="en-CA" dirty="0"/>
          </a:p>
          <a:p>
            <a:r>
              <a:rPr lang="zh-CN" altLang="en-US" dirty="0"/>
              <a:t>在普通的</a:t>
            </a:r>
            <a:r>
              <a:rPr lang="en-US" altLang="zh-CN" dirty="0"/>
              <a:t>ANN</a:t>
            </a:r>
            <a:r>
              <a:rPr lang="zh-CN" altLang="en-US" dirty="0"/>
              <a:t>中，各层之间是全连接的，这会导致参数数量非常庞大。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而在卷积神经网络（</a:t>
            </a:r>
            <a:r>
              <a:rPr lang="en-US" altLang="zh-CN" dirty="0"/>
              <a:t>CNN</a:t>
            </a:r>
            <a:r>
              <a:rPr lang="zh-CN" altLang="en-US" dirty="0"/>
              <a:t>）中，每一层中对下一层产生影响的神经元数量被减少了。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卷积神经网络常用于图像识别，其中每个像素都可以作为一个特征。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这种网络结构与眼睛神经元的工作方式一致。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704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646418" cy="1143000"/>
          </a:xfrm>
        </p:spPr>
        <p:txBody>
          <a:bodyPr/>
          <a:lstStyle/>
          <a:p>
            <a:br>
              <a:rPr lang="en-US" altLang="zh-CN" b="0" i="0" dirty="0"/>
            </a:br>
            <a:br>
              <a:rPr lang="en-US" altLang="zh-CN" b="0" i="0" dirty="0"/>
            </a:br>
            <a:r>
              <a:rPr lang="en-US" altLang="zh-CN" b="0" i="0" dirty="0"/>
              <a:t>CNN</a:t>
            </a:r>
            <a:r>
              <a:rPr lang="zh-CN" altLang="en-US" i="0" dirty="0"/>
              <a:t>第一层网格点值与输入层网格点值</a:t>
            </a:r>
            <a:r>
              <a:rPr lang="zh-CN" altLang="en-US" i="0"/>
              <a:t>的关系</a:t>
            </a:r>
            <a:br>
              <a:rPr lang="zh-CN" altLang="en-US" i="0" dirty="0"/>
            </a:br>
            <a:br>
              <a:rPr lang="zh-CN" altLang="en-US" sz="2800" dirty="0"/>
            </a:br>
            <a:endParaRPr lang="en-CA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16</a:t>
            </a:fld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008CA6F-CB64-4889-8A1D-88A6B4869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624" y="2420888"/>
            <a:ext cx="7096614" cy="34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59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卷积神经网络</a:t>
            </a:r>
            <a:r>
              <a:rPr lang="en-CA" i="0" dirty="0"/>
              <a:t>: </a:t>
            </a:r>
            <a:r>
              <a:rPr lang="zh-CN" altLang="en-US" i="0" dirty="0"/>
              <a:t>更多细节</a:t>
            </a:r>
            <a:endParaRPr lang="en-CA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与常规神经网络一样，</a:t>
            </a:r>
            <a:r>
              <a:rPr lang="en-US" altLang="zh-CN" sz="2400" dirty="0"/>
              <a:t>CNN </a:t>
            </a:r>
            <a:r>
              <a:rPr lang="zh-CN" altLang="en-US" sz="2400" dirty="0"/>
              <a:t>也有若干层。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每一层实际上是三维的，由若干个二维特征图组成。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对于每个特征图，其偏置和权重在所有接受域中都是相同的。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此外可能还会使用“填充”，即在边缘处添加额外的观测值，以避免后续层的尺寸不断缩小。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4281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620688"/>
            <a:ext cx="7772400" cy="1143000"/>
          </a:xfrm>
        </p:spPr>
        <p:txBody>
          <a:bodyPr/>
          <a:lstStyle/>
          <a:p>
            <a:r>
              <a:rPr lang="en-CA" i="0" dirty="0"/>
              <a:t>CNN</a:t>
            </a:r>
            <a:r>
              <a:rPr lang="zh-CN" altLang="en-US" i="0" dirty="0"/>
              <a:t>：关键优势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772816"/>
            <a:ext cx="8568952" cy="4114800"/>
          </a:xfrm>
        </p:spPr>
        <p:txBody>
          <a:bodyPr/>
          <a:lstStyle/>
          <a:p>
            <a:r>
              <a:rPr lang="zh-CN" altLang="en-US" sz="2400" dirty="0"/>
              <a:t>考虑一张 </a:t>
            </a:r>
            <a:r>
              <a:rPr lang="en-US" altLang="zh-CN" sz="2400" dirty="0"/>
              <a:t>100×100 </a:t>
            </a:r>
            <a:r>
              <a:rPr lang="zh-CN" altLang="en-US" sz="2400" dirty="0"/>
              <a:t>像素（即 </a:t>
            </a:r>
            <a:r>
              <a:rPr lang="en-US" altLang="zh-CN" sz="2400" dirty="0"/>
              <a:t>10,000 </a:t>
            </a:r>
            <a:r>
              <a:rPr lang="zh-CN" altLang="en-US" sz="2400" dirty="0"/>
              <a:t>个像素）的图像。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如果用常规神经网络，仅定义第一层就需要约</a:t>
            </a:r>
            <a:r>
              <a:rPr lang="en-US" altLang="zh-CN" sz="2400" dirty="0"/>
              <a:t>10,000×(10,000+1)≈1 </a:t>
            </a:r>
            <a:r>
              <a:rPr lang="zh-CN" altLang="en-US" sz="2400" dirty="0"/>
              <a:t>亿个参数。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而若</a:t>
            </a:r>
            <a:r>
              <a:rPr lang="en-US" altLang="zh-CN" sz="2400" dirty="0"/>
              <a:t>CNN</a:t>
            </a:r>
            <a:r>
              <a:rPr lang="zh-CN" altLang="en-US" sz="2400" dirty="0"/>
              <a:t>的接受域为 </a:t>
            </a:r>
            <a:r>
              <a:rPr lang="en-US" altLang="zh-CN" sz="2400" dirty="0"/>
              <a:t>10×10</a:t>
            </a:r>
            <a:r>
              <a:rPr lang="zh-CN" altLang="en-US" sz="2400" dirty="0"/>
              <a:t>，且某一层有 </a:t>
            </a:r>
            <a:r>
              <a:rPr lang="en-US" altLang="zh-CN" sz="2400" dirty="0"/>
              <a:t>6 </a:t>
            </a:r>
            <a:r>
              <a:rPr lang="zh-CN" altLang="en-US" sz="2400" dirty="0"/>
              <a:t>个特征图，则仅需 </a:t>
            </a:r>
            <a:r>
              <a:rPr lang="en-US" altLang="zh-CN" sz="2400" dirty="0"/>
              <a:t>6 × 101 = 606 </a:t>
            </a:r>
            <a:r>
              <a:rPr lang="zh-CN" altLang="en-US" sz="2400" dirty="0"/>
              <a:t>个参数。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更重要的是，一旦</a:t>
            </a:r>
            <a:r>
              <a:rPr lang="en-US" altLang="zh-CN" sz="2400" dirty="0"/>
              <a:t>CNN</a:t>
            </a:r>
            <a:r>
              <a:rPr lang="zh-CN" altLang="en-US" sz="2400" dirty="0"/>
              <a:t>学会识别某个位置的一个模式，它就能在另一个位置也识别出该模式。</a:t>
            </a:r>
            <a:endParaRPr lang="en-CA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6801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8E401-4713-4AB6-A306-DAA609FD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卷积神经网络设计</a:t>
            </a:r>
            <a:endParaRPr lang="en-CA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39DC6-1628-477D-9B35-CAC692D2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19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DD1C3-FD3B-49E7-87FC-B7E70AB9B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90" y="2492896"/>
            <a:ext cx="7584285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76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65358-813B-470A-A9AB-FCBE4D4C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在时间序列中的应用</a:t>
            </a:r>
            <a:endParaRPr lang="en-CA" i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72DC21-E801-475B-8071-D44A3BE76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204864"/>
            <a:ext cx="8496944" cy="4114800"/>
          </a:xfrm>
        </p:spPr>
        <p:txBody>
          <a:bodyPr/>
          <a:lstStyle/>
          <a:p>
            <a:r>
              <a:rPr lang="en-US" altLang="zh-CN" sz="2400" dirty="0"/>
              <a:t>CNN</a:t>
            </a:r>
            <a:r>
              <a:rPr lang="zh-CN" altLang="en-US" sz="2400" dirty="0"/>
              <a:t>可用于寻找时间序列中的模式。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其接受域是一维的，由一定数量的连续观测值组成。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例如，对于</a:t>
            </a:r>
            <a:r>
              <a:rPr lang="en-US" altLang="zh-CN" sz="2400" dirty="0"/>
              <a:t>500</a:t>
            </a:r>
            <a:r>
              <a:rPr lang="zh-CN" altLang="en-US" sz="2400" dirty="0"/>
              <a:t>天的日度观测数据，我们可以</a:t>
            </a:r>
            <a:r>
              <a:rPr lang="zh-CN" altLang="en-US" sz="2400"/>
              <a:t>设置如下接受域：</a:t>
            </a:r>
            <a:r>
              <a:rPr lang="zh-CN" altLang="en-US" sz="2400" dirty="0"/>
              <a:t>第</a:t>
            </a:r>
            <a:r>
              <a:rPr lang="en-US" altLang="zh-CN" sz="2400" dirty="0"/>
              <a:t>1</a:t>
            </a:r>
            <a:r>
              <a:rPr lang="zh-CN" altLang="en-US" sz="2400" dirty="0"/>
              <a:t>至</a:t>
            </a:r>
            <a:r>
              <a:rPr lang="en-US" altLang="zh-CN" sz="2400" dirty="0"/>
              <a:t>4</a:t>
            </a:r>
            <a:r>
              <a:rPr lang="zh-CN" altLang="en-US" sz="2400" dirty="0"/>
              <a:t>天、第</a:t>
            </a:r>
            <a:r>
              <a:rPr lang="en-US" altLang="zh-CN" sz="2400" dirty="0"/>
              <a:t>2</a:t>
            </a:r>
            <a:r>
              <a:rPr lang="zh-CN" altLang="en-US" sz="2400" dirty="0"/>
              <a:t>至</a:t>
            </a:r>
            <a:r>
              <a:rPr lang="en-US" altLang="zh-CN" sz="2400" dirty="0"/>
              <a:t>5</a:t>
            </a:r>
            <a:r>
              <a:rPr lang="zh-CN" altLang="en-US" sz="2400" dirty="0"/>
              <a:t>天、第</a:t>
            </a:r>
            <a:r>
              <a:rPr lang="en-US" altLang="zh-CN" sz="2400" dirty="0"/>
              <a:t>3</a:t>
            </a:r>
            <a:r>
              <a:rPr lang="zh-CN" altLang="en-US" sz="2400" dirty="0"/>
              <a:t>至</a:t>
            </a:r>
            <a:r>
              <a:rPr lang="en-US" altLang="zh-CN" sz="2400" dirty="0"/>
              <a:t>6</a:t>
            </a:r>
            <a:r>
              <a:rPr lang="zh-CN" altLang="en-US" sz="2400" dirty="0"/>
              <a:t>天</a:t>
            </a:r>
            <a:r>
              <a:rPr lang="en-US" altLang="zh-CN" sz="2400" dirty="0"/>
              <a:t>……</a:t>
            </a:r>
            <a:r>
              <a:rPr lang="zh-CN" altLang="en-US" sz="2400" dirty="0"/>
              <a:t>第</a:t>
            </a:r>
            <a:r>
              <a:rPr lang="en-US" altLang="zh-CN" sz="2400" dirty="0"/>
              <a:t>497</a:t>
            </a:r>
            <a:r>
              <a:rPr lang="zh-CN" altLang="en-US" sz="2400" dirty="0"/>
              <a:t>至</a:t>
            </a:r>
            <a:r>
              <a:rPr lang="en-US" altLang="zh-CN" sz="2400" dirty="0"/>
              <a:t>500</a:t>
            </a:r>
            <a:r>
              <a:rPr lang="zh-CN" altLang="en-US" sz="2400" dirty="0"/>
              <a:t>天。</a:t>
            </a: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917C5-D474-4F2F-B407-AA8C9328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6317187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2</Template>
  <TotalTime>4338</TotalTime>
  <Words>788</Words>
  <Application>Microsoft Office PowerPoint</Application>
  <PresentationFormat>全屏显示(4:3)</PresentationFormat>
  <Paragraphs>118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Tahoma</vt:lpstr>
      <vt:lpstr>Times New Roman</vt:lpstr>
      <vt:lpstr>Global</vt:lpstr>
      <vt:lpstr>商用机器学习 </vt:lpstr>
      <vt:lpstr>自动编码器和主成分分析</vt:lpstr>
      <vt:lpstr>寻找描述利率变化的两个人造特征</vt:lpstr>
      <vt:lpstr>结果</vt:lpstr>
      <vt:lpstr>结果</vt:lpstr>
      <vt:lpstr>一种可能的采用非线性激活函数的自动编码器架构</vt:lpstr>
      <vt:lpstr>生成合成数据</vt:lpstr>
      <vt:lpstr>变分自动编码器</vt:lpstr>
      <vt:lpstr>生成对抗网络</vt:lpstr>
      <vt:lpstr>局限性</vt:lpstr>
      <vt:lpstr>其他生成模型</vt:lpstr>
      <vt:lpstr>递归神经网络(RNN)</vt:lpstr>
      <vt:lpstr>递归神经网络设计</vt:lpstr>
      <vt:lpstr>LSTM网络</vt:lpstr>
      <vt:lpstr>卷积神经网络(CNN)</vt:lpstr>
      <vt:lpstr>  CNN第一层网格点值与输入层网格点值的关系  </vt:lpstr>
      <vt:lpstr>卷积神经网络: 更多细节</vt:lpstr>
      <vt:lpstr>CNN：关键优势</vt:lpstr>
      <vt:lpstr>卷积神经网络设计</vt:lpstr>
      <vt:lpstr>在时间序列中的应用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Learning: Neural Networks</dc:title>
  <dc:subject>Machine Learning in Business</dc:subject>
  <dc:creator>hull</dc:creator>
  <cp:keywords>Chapter 6</cp:keywords>
  <dc:description>Copyright 2019 by John C. Hull. All Rights Reserved. Published 2019.</dc:description>
  <cp:lastModifiedBy>慧 赵</cp:lastModifiedBy>
  <cp:revision>102</cp:revision>
  <dcterms:created xsi:type="dcterms:W3CDTF">2019-07-16T22:03:37Z</dcterms:created>
  <dcterms:modified xsi:type="dcterms:W3CDTF">2026-06-10T02:05:57Z</dcterms:modified>
</cp:coreProperties>
</file>