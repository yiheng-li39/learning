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66" r:id="rId3"/>
    <p:sldId id="267" r:id="rId4"/>
    <p:sldId id="268" r:id="rId5"/>
    <p:sldId id="278" r:id="rId6"/>
    <p:sldId id="282" r:id="rId7"/>
    <p:sldId id="283" r:id="rId8"/>
    <p:sldId id="257" r:id="rId9"/>
    <p:sldId id="270" r:id="rId10"/>
    <p:sldId id="271" r:id="rId11"/>
    <p:sldId id="259" r:id="rId12"/>
    <p:sldId id="260" r:id="rId13"/>
    <p:sldId id="279" r:id="rId14"/>
    <p:sldId id="280" r:id="rId15"/>
    <p:sldId id="281" r:id="rId16"/>
    <p:sldId id="262" r:id="rId17"/>
    <p:sldId id="263" r:id="rId18"/>
    <p:sldId id="264" r:id="rId19"/>
    <p:sldId id="273" r:id="rId20"/>
    <p:sldId id="274" r:id="rId21"/>
    <p:sldId id="275" r:id="rId22"/>
    <p:sldId id="276" r:id="rId23"/>
    <p:sldId id="277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215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1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Hull" userId="b3f65f64fa01e6a6" providerId="LiveId" clId="{B53A5B58-2055-4DA3-AA06-FEC5D8CD3ECE}"/>
    <pc:docChg chg="undo custSel modSld">
      <pc:chgData name="John Hull" userId="b3f65f64fa01e6a6" providerId="LiveId" clId="{B53A5B58-2055-4DA3-AA06-FEC5D8CD3ECE}" dt="2021-05-28T01:04:20.882" v="12" actId="20577"/>
      <pc:docMkLst>
        <pc:docMk/>
      </pc:docMkLst>
      <pc:sldChg chg="modSp mod">
        <pc:chgData name="John Hull" userId="b3f65f64fa01e6a6" providerId="LiveId" clId="{B53A5B58-2055-4DA3-AA06-FEC5D8CD3ECE}" dt="2021-05-28T01:04:20.882" v="12" actId="20577"/>
        <pc:sldMkLst>
          <pc:docMk/>
          <pc:sldMk cId="2609102905" sldId="256"/>
        </pc:sldMkLst>
      </pc:sldChg>
    </pc:docChg>
  </pc:docChgLst>
  <pc:docChgLst>
    <pc:chgData name="Jacky Chen" userId="f978b6c0472ffe45" providerId="LiveId" clId="{68CAF108-A836-4B05-8BCA-2606FAA730F6}"/>
    <pc:docChg chg="modSld modMainMaster">
      <pc:chgData name="Jacky Chen" userId="f978b6c0472ffe45" providerId="LiveId" clId="{68CAF108-A836-4B05-8BCA-2606FAA730F6}" dt="2025-03-29T20:44:41.660" v="45"/>
      <pc:docMkLst>
        <pc:docMk/>
      </pc:docMkLst>
      <pc:sldChg chg="modSp mod">
        <pc:chgData name="Jacky Chen" userId="f978b6c0472ffe45" providerId="LiveId" clId="{68CAF108-A836-4B05-8BCA-2606FAA730F6}" dt="2025-03-29T20:43:04.379" v="14"/>
        <pc:sldMkLst>
          <pc:docMk/>
          <pc:sldMk cId="2609102905" sldId="256"/>
        </pc:sldMkLst>
        <pc:spChg chg="mod">
          <ac:chgData name="Jacky Chen" userId="f978b6c0472ffe45" providerId="LiveId" clId="{68CAF108-A836-4B05-8BCA-2606FAA730F6}" dt="2025-03-29T20:42:54.757" v="11" actId="20577"/>
          <ac:spMkLst>
            <pc:docMk/>
            <pc:sldMk cId="2609102905" sldId="256"/>
            <ac:spMk id="2" creationId="{00000000-0000-0000-0000-000000000000}"/>
          </ac:spMkLst>
        </pc:spChg>
        <pc:spChg chg="mod">
          <ac:chgData name="Jacky Chen" userId="f978b6c0472ffe45" providerId="LiveId" clId="{68CAF108-A836-4B05-8BCA-2606FAA730F6}" dt="2025-03-29T20:43:04.379" v="14"/>
          <ac:spMkLst>
            <pc:docMk/>
            <pc:sldMk cId="2609102905" sldId="256"/>
            <ac:spMk id="4" creationId="{00000000-0000-0000-0000-000000000000}"/>
          </ac:spMkLst>
        </pc:spChg>
      </pc:sldChg>
      <pc:sldChg chg="modSp mod">
        <pc:chgData name="Jacky Chen" userId="f978b6c0472ffe45" providerId="LiveId" clId="{68CAF108-A836-4B05-8BCA-2606FAA730F6}" dt="2025-03-29T20:43:25.515" v="21"/>
        <pc:sldMkLst>
          <pc:docMk/>
          <pc:sldMk cId="634449899" sldId="257"/>
        </pc:sldMkLst>
        <pc:spChg chg="mod">
          <ac:chgData name="Jacky Chen" userId="f978b6c0472ffe45" providerId="LiveId" clId="{68CAF108-A836-4B05-8BCA-2606FAA730F6}" dt="2025-03-29T20:43:25.515" v="21"/>
          <ac:spMkLst>
            <pc:docMk/>
            <pc:sldMk cId="634449899" sldId="257"/>
            <ac:spMk id="3" creationId="{00000000-0000-0000-0000-000000000000}"/>
          </ac:spMkLst>
        </pc:spChg>
      </pc:sldChg>
      <pc:sldChg chg="modSp mod">
        <pc:chgData name="Jacky Chen" userId="f978b6c0472ffe45" providerId="LiveId" clId="{68CAF108-A836-4B05-8BCA-2606FAA730F6}" dt="2025-03-29T20:43:32.712" v="24"/>
        <pc:sldMkLst>
          <pc:docMk/>
          <pc:sldMk cId="1662298209" sldId="259"/>
        </pc:sldMkLst>
        <pc:spChg chg="mod">
          <ac:chgData name="Jacky Chen" userId="f978b6c0472ffe45" providerId="LiveId" clId="{68CAF108-A836-4B05-8BCA-2606FAA730F6}" dt="2025-03-29T20:43:32.712" v="24"/>
          <ac:spMkLst>
            <pc:docMk/>
            <pc:sldMk cId="1662298209" sldId="259"/>
            <ac:spMk id="4" creationId="{00000000-0000-0000-0000-000000000000}"/>
          </ac:spMkLst>
        </pc:spChg>
      </pc:sldChg>
      <pc:sldChg chg="modSp mod">
        <pc:chgData name="Jacky Chen" userId="f978b6c0472ffe45" providerId="LiveId" clId="{68CAF108-A836-4B05-8BCA-2606FAA730F6}" dt="2025-03-29T20:43:36.012" v="25"/>
        <pc:sldMkLst>
          <pc:docMk/>
          <pc:sldMk cId="1497953159" sldId="260"/>
        </pc:sldMkLst>
        <pc:spChg chg="mod">
          <ac:chgData name="Jacky Chen" userId="f978b6c0472ffe45" providerId="LiveId" clId="{68CAF108-A836-4B05-8BCA-2606FAA730F6}" dt="2025-03-29T20:43:36.012" v="25"/>
          <ac:spMkLst>
            <pc:docMk/>
            <pc:sldMk cId="1497953159" sldId="260"/>
            <ac:spMk id="4" creationId="{00000000-0000-0000-0000-000000000000}"/>
          </ac:spMkLst>
        </pc:spChg>
      </pc:sldChg>
      <pc:sldChg chg="modSp mod">
        <pc:chgData name="Jacky Chen" userId="f978b6c0472ffe45" providerId="LiveId" clId="{68CAF108-A836-4B05-8BCA-2606FAA730F6}" dt="2025-03-29T20:43:49.445" v="29"/>
        <pc:sldMkLst>
          <pc:docMk/>
          <pc:sldMk cId="174147109" sldId="262"/>
        </pc:sldMkLst>
        <pc:spChg chg="mod">
          <ac:chgData name="Jacky Chen" userId="f978b6c0472ffe45" providerId="LiveId" clId="{68CAF108-A836-4B05-8BCA-2606FAA730F6}" dt="2025-03-29T20:43:49.445" v="29"/>
          <ac:spMkLst>
            <pc:docMk/>
            <pc:sldMk cId="174147109" sldId="262"/>
            <ac:spMk id="4" creationId="{00000000-0000-0000-0000-000000000000}"/>
          </ac:spMkLst>
        </pc:spChg>
      </pc:sldChg>
      <pc:sldChg chg="modSp mod">
        <pc:chgData name="Jacky Chen" userId="f978b6c0472ffe45" providerId="LiveId" clId="{68CAF108-A836-4B05-8BCA-2606FAA730F6}" dt="2025-03-29T20:43:52.033" v="30"/>
        <pc:sldMkLst>
          <pc:docMk/>
          <pc:sldMk cId="1769868149" sldId="263"/>
        </pc:sldMkLst>
        <pc:spChg chg="mod">
          <ac:chgData name="Jacky Chen" userId="f978b6c0472ffe45" providerId="LiveId" clId="{68CAF108-A836-4B05-8BCA-2606FAA730F6}" dt="2025-03-29T20:43:52.033" v="30"/>
          <ac:spMkLst>
            <pc:docMk/>
            <pc:sldMk cId="1769868149" sldId="263"/>
            <ac:spMk id="4" creationId="{00000000-0000-0000-0000-000000000000}"/>
          </ac:spMkLst>
        </pc:spChg>
      </pc:sldChg>
      <pc:sldChg chg="modSp mod">
        <pc:chgData name="Jacky Chen" userId="f978b6c0472ffe45" providerId="LiveId" clId="{68CAF108-A836-4B05-8BCA-2606FAA730F6}" dt="2025-03-29T20:43:55.369" v="31"/>
        <pc:sldMkLst>
          <pc:docMk/>
          <pc:sldMk cId="731328179" sldId="264"/>
        </pc:sldMkLst>
        <pc:spChg chg="mod">
          <ac:chgData name="Jacky Chen" userId="f978b6c0472ffe45" providerId="LiveId" clId="{68CAF108-A836-4B05-8BCA-2606FAA730F6}" dt="2025-03-29T20:43:55.369" v="31"/>
          <ac:spMkLst>
            <pc:docMk/>
            <pc:sldMk cId="731328179" sldId="264"/>
            <ac:spMk id="4" creationId="{00000000-0000-0000-0000-000000000000}"/>
          </ac:spMkLst>
        </pc:spChg>
      </pc:sldChg>
      <pc:sldChg chg="modSp mod">
        <pc:chgData name="Jacky Chen" userId="f978b6c0472ffe45" providerId="LiveId" clId="{68CAF108-A836-4B05-8BCA-2606FAA730F6}" dt="2025-03-29T20:43:06.946" v="15"/>
        <pc:sldMkLst>
          <pc:docMk/>
          <pc:sldMk cId="3093510017" sldId="266"/>
        </pc:sldMkLst>
        <pc:spChg chg="mod">
          <ac:chgData name="Jacky Chen" userId="f978b6c0472ffe45" providerId="LiveId" clId="{68CAF108-A836-4B05-8BCA-2606FAA730F6}" dt="2025-03-29T20:43:06.946" v="15"/>
          <ac:spMkLst>
            <pc:docMk/>
            <pc:sldMk cId="3093510017" sldId="266"/>
            <ac:spMk id="4" creationId="{00000000-0000-0000-0000-000000000000}"/>
          </ac:spMkLst>
        </pc:spChg>
      </pc:sldChg>
      <pc:sldChg chg="modSp mod">
        <pc:chgData name="Jacky Chen" userId="f978b6c0472ffe45" providerId="LiveId" clId="{68CAF108-A836-4B05-8BCA-2606FAA730F6}" dt="2025-03-29T20:43:09.398" v="16"/>
        <pc:sldMkLst>
          <pc:docMk/>
          <pc:sldMk cId="2825310124" sldId="267"/>
        </pc:sldMkLst>
        <pc:spChg chg="mod">
          <ac:chgData name="Jacky Chen" userId="f978b6c0472ffe45" providerId="LiveId" clId="{68CAF108-A836-4B05-8BCA-2606FAA730F6}" dt="2025-03-29T20:43:09.398" v="16"/>
          <ac:spMkLst>
            <pc:docMk/>
            <pc:sldMk cId="2825310124" sldId="267"/>
            <ac:spMk id="3" creationId="{00000000-0000-0000-0000-000000000000}"/>
          </ac:spMkLst>
        </pc:spChg>
      </pc:sldChg>
      <pc:sldChg chg="modSp mod">
        <pc:chgData name="Jacky Chen" userId="f978b6c0472ffe45" providerId="LiveId" clId="{68CAF108-A836-4B05-8BCA-2606FAA730F6}" dt="2025-03-29T20:43:11.335" v="17"/>
        <pc:sldMkLst>
          <pc:docMk/>
          <pc:sldMk cId="1619905487" sldId="268"/>
        </pc:sldMkLst>
        <pc:spChg chg="mod">
          <ac:chgData name="Jacky Chen" userId="f978b6c0472ffe45" providerId="LiveId" clId="{68CAF108-A836-4B05-8BCA-2606FAA730F6}" dt="2025-03-29T20:43:11.335" v="17"/>
          <ac:spMkLst>
            <pc:docMk/>
            <pc:sldMk cId="1619905487" sldId="268"/>
            <ac:spMk id="4" creationId="{00000000-0000-0000-0000-000000000000}"/>
          </ac:spMkLst>
        </pc:spChg>
      </pc:sldChg>
      <pc:sldChg chg="modSp mod">
        <pc:chgData name="Jacky Chen" userId="f978b6c0472ffe45" providerId="LiveId" clId="{68CAF108-A836-4B05-8BCA-2606FAA730F6}" dt="2025-03-29T20:43:27.899" v="22"/>
        <pc:sldMkLst>
          <pc:docMk/>
          <pc:sldMk cId="1275336663" sldId="270"/>
        </pc:sldMkLst>
        <pc:spChg chg="mod">
          <ac:chgData name="Jacky Chen" userId="f978b6c0472ffe45" providerId="LiveId" clId="{68CAF108-A836-4B05-8BCA-2606FAA730F6}" dt="2025-03-29T20:43:27.899" v="22"/>
          <ac:spMkLst>
            <pc:docMk/>
            <pc:sldMk cId="1275336663" sldId="270"/>
            <ac:spMk id="5" creationId="{00000000-0000-0000-0000-000000000000}"/>
          </ac:spMkLst>
        </pc:spChg>
      </pc:sldChg>
      <pc:sldChg chg="modSp mod">
        <pc:chgData name="Jacky Chen" userId="f978b6c0472ffe45" providerId="LiveId" clId="{68CAF108-A836-4B05-8BCA-2606FAA730F6}" dt="2025-03-29T20:43:30.298" v="23"/>
        <pc:sldMkLst>
          <pc:docMk/>
          <pc:sldMk cId="855733550" sldId="271"/>
        </pc:sldMkLst>
        <pc:spChg chg="mod">
          <ac:chgData name="Jacky Chen" userId="f978b6c0472ffe45" providerId="LiveId" clId="{68CAF108-A836-4B05-8BCA-2606FAA730F6}" dt="2025-03-29T20:43:30.298" v="23"/>
          <ac:spMkLst>
            <pc:docMk/>
            <pc:sldMk cId="855733550" sldId="271"/>
            <ac:spMk id="2" creationId="{00000000-0000-0000-0000-000000000000}"/>
          </ac:spMkLst>
        </pc:spChg>
      </pc:sldChg>
      <pc:sldChg chg="modSp mod">
        <pc:chgData name="Jacky Chen" userId="f978b6c0472ffe45" providerId="LiveId" clId="{68CAF108-A836-4B05-8BCA-2606FAA730F6}" dt="2025-03-29T20:43:57.794" v="32"/>
        <pc:sldMkLst>
          <pc:docMk/>
          <pc:sldMk cId="1457965735" sldId="273"/>
        </pc:sldMkLst>
        <pc:spChg chg="mod">
          <ac:chgData name="Jacky Chen" userId="f978b6c0472ffe45" providerId="LiveId" clId="{68CAF108-A836-4B05-8BCA-2606FAA730F6}" dt="2025-03-29T20:43:57.794" v="32"/>
          <ac:spMkLst>
            <pc:docMk/>
            <pc:sldMk cId="1457965735" sldId="273"/>
            <ac:spMk id="4" creationId="{00000000-0000-0000-0000-000000000000}"/>
          </ac:spMkLst>
        </pc:spChg>
      </pc:sldChg>
      <pc:sldChg chg="modSp mod">
        <pc:chgData name="Jacky Chen" userId="f978b6c0472ffe45" providerId="LiveId" clId="{68CAF108-A836-4B05-8BCA-2606FAA730F6}" dt="2025-03-29T20:44:00.257" v="33"/>
        <pc:sldMkLst>
          <pc:docMk/>
          <pc:sldMk cId="2308561806" sldId="274"/>
        </pc:sldMkLst>
        <pc:spChg chg="mod">
          <ac:chgData name="Jacky Chen" userId="f978b6c0472ffe45" providerId="LiveId" clId="{68CAF108-A836-4B05-8BCA-2606FAA730F6}" dt="2025-03-29T20:44:00.257" v="33"/>
          <ac:spMkLst>
            <pc:docMk/>
            <pc:sldMk cId="2308561806" sldId="274"/>
            <ac:spMk id="3" creationId="{00000000-0000-0000-0000-000000000000}"/>
          </ac:spMkLst>
        </pc:spChg>
      </pc:sldChg>
      <pc:sldChg chg="modSp mod">
        <pc:chgData name="Jacky Chen" userId="f978b6c0472ffe45" providerId="LiveId" clId="{68CAF108-A836-4B05-8BCA-2606FAA730F6}" dt="2025-03-29T20:44:02.480" v="34"/>
        <pc:sldMkLst>
          <pc:docMk/>
          <pc:sldMk cId="2159381069" sldId="275"/>
        </pc:sldMkLst>
        <pc:spChg chg="mod">
          <ac:chgData name="Jacky Chen" userId="f978b6c0472ffe45" providerId="LiveId" clId="{68CAF108-A836-4B05-8BCA-2606FAA730F6}" dt="2025-03-29T20:44:02.480" v="34"/>
          <ac:spMkLst>
            <pc:docMk/>
            <pc:sldMk cId="2159381069" sldId="275"/>
            <ac:spMk id="4" creationId="{00000000-0000-0000-0000-000000000000}"/>
          </ac:spMkLst>
        </pc:spChg>
      </pc:sldChg>
      <pc:sldChg chg="modSp mod">
        <pc:chgData name="Jacky Chen" userId="f978b6c0472ffe45" providerId="LiveId" clId="{68CAF108-A836-4B05-8BCA-2606FAA730F6}" dt="2025-03-29T20:44:05.168" v="35"/>
        <pc:sldMkLst>
          <pc:docMk/>
          <pc:sldMk cId="3207090478" sldId="276"/>
        </pc:sldMkLst>
        <pc:spChg chg="mod">
          <ac:chgData name="Jacky Chen" userId="f978b6c0472ffe45" providerId="LiveId" clId="{68CAF108-A836-4B05-8BCA-2606FAA730F6}" dt="2025-03-29T20:44:05.168" v="35"/>
          <ac:spMkLst>
            <pc:docMk/>
            <pc:sldMk cId="3207090478" sldId="276"/>
            <ac:spMk id="4" creationId="{00000000-0000-0000-0000-000000000000}"/>
          </ac:spMkLst>
        </pc:spChg>
      </pc:sldChg>
      <pc:sldChg chg="modSp mod">
        <pc:chgData name="Jacky Chen" userId="f978b6c0472ffe45" providerId="LiveId" clId="{68CAF108-A836-4B05-8BCA-2606FAA730F6}" dt="2025-03-29T20:44:08.784" v="36"/>
        <pc:sldMkLst>
          <pc:docMk/>
          <pc:sldMk cId="2186293429" sldId="277"/>
        </pc:sldMkLst>
        <pc:spChg chg="mod">
          <ac:chgData name="Jacky Chen" userId="f978b6c0472ffe45" providerId="LiveId" clId="{68CAF108-A836-4B05-8BCA-2606FAA730F6}" dt="2025-03-29T20:44:08.784" v="36"/>
          <ac:spMkLst>
            <pc:docMk/>
            <pc:sldMk cId="2186293429" sldId="277"/>
            <ac:spMk id="4" creationId="{00000000-0000-0000-0000-000000000000}"/>
          </ac:spMkLst>
        </pc:spChg>
      </pc:sldChg>
      <pc:sldChg chg="modSp mod">
        <pc:chgData name="Jacky Chen" userId="f978b6c0472ffe45" providerId="LiveId" clId="{68CAF108-A836-4B05-8BCA-2606FAA730F6}" dt="2025-03-29T20:43:14.360" v="18"/>
        <pc:sldMkLst>
          <pc:docMk/>
          <pc:sldMk cId="3877681775" sldId="278"/>
        </pc:sldMkLst>
        <pc:spChg chg="mod">
          <ac:chgData name="Jacky Chen" userId="f978b6c0472ffe45" providerId="LiveId" clId="{68CAF108-A836-4B05-8BCA-2606FAA730F6}" dt="2025-03-29T20:43:14.360" v="18"/>
          <ac:spMkLst>
            <pc:docMk/>
            <pc:sldMk cId="3877681775" sldId="278"/>
            <ac:spMk id="3" creationId="{00000000-0000-0000-0000-000000000000}"/>
          </ac:spMkLst>
        </pc:spChg>
      </pc:sldChg>
      <pc:sldChg chg="modSp mod">
        <pc:chgData name="Jacky Chen" userId="f978b6c0472ffe45" providerId="LiveId" clId="{68CAF108-A836-4B05-8BCA-2606FAA730F6}" dt="2025-03-29T20:43:41.209" v="26"/>
        <pc:sldMkLst>
          <pc:docMk/>
          <pc:sldMk cId="984920570" sldId="279"/>
        </pc:sldMkLst>
        <pc:spChg chg="mod">
          <ac:chgData name="Jacky Chen" userId="f978b6c0472ffe45" providerId="LiveId" clId="{68CAF108-A836-4B05-8BCA-2606FAA730F6}" dt="2025-03-29T20:43:41.209" v="26"/>
          <ac:spMkLst>
            <pc:docMk/>
            <pc:sldMk cId="984920570" sldId="279"/>
            <ac:spMk id="4" creationId="{00000000-0000-0000-0000-000000000000}"/>
          </ac:spMkLst>
        </pc:spChg>
      </pc:sldChg>
      <pc:sldChg chg="modSp mod">
        <pc:chgData name="Jacky Chen" userId="f978b6c0472ffe45" providerId="LiveId" clId="{68CAF108-A836-4B05-8BCA-2606FAA730F6}" dt="2025-03-29T20:43:43.718" v="27"/>
        <pc:sldMkLst>
          <pc:docMk/>
          <pc:sldMk cId="3358689361" sldId="280"/>
        </pc:sldMkLst>
        <pc:spChg chg="mod">
          <ac:chgData name="Jacky Chen" userId="f978b6c0472ffe45" providerId="LiveId" clId="{68CAF108-A836-4B05-8BCA-2606FAA730F6}" dt="2025-03-29T20:43:43.718" v="27"/>
          <ac:spMkLst>
            <pc:docMk/>
            <pc:sldMk cId="3358689361" sldId="280"/>
            <ac:spMk id="3" creationId="{00000000-0000-0000-0000-000000000000}"/>
          </ac:spMkLst>
        </pc:spChg>
      </pc:sldChg>
      <pc:sldChg chg="modSp mod">
        <pc:chgData name="Jacky Chen" userId="f978b6c0472ffe45" providerId="LiveId" clId="{68CAF108-A836-4B05-8BCA-2606FAA730F6}" dt="2025-03-29T20:43:45.994" v="28"/>
        <pc:sldMkLst>
          <pc:docMk/>
          <pc:sldMk cId="1580211178" sldId="281"/>
        </pc:sldMkLst>
        <pc:spChg chg="mod">
          <ac:chgData name="Jacky Chen" userId="f978b6c0472ffe45" providerId="LiveId" clId="{68CAF108-A836-4B05-8BCA-2606FAA730F6}" dt="2025-03-29T20:43:45.994" v="28"/>
          <ac:spMkLst>
            <pc:docMk/>
            <pc:sldMk cId="1580211178" sldId="281"/>
            <ac:spMk id="4" creationId="{00000000-0000-0000-0000-000000000000}"/>
          </ac:spMkLst>
        </pc:spChg>
      </pc:sldChg>
      <pc:sldChg chg="modSp mod">
        <pc:chgData name="Jacky Chen" userId="f978b6c0472ffe45" providerId="LiveId" clId="{68CAF108-A836-4B05-8BCA-2606FAA730F6}" dt="2025-03-29T20:43:17.437" v="19"/>
        <pc:sldMkLst>
          <pc:docMk/>
          <pc:sldMk cId="4126898087" sldId="282"/>
        </pc:sldMkLst>
        <pc:spChg chg="mod">
          <ac:chgData name="Jacky Chen" userId="f978b6c0472ffe45" providerId="LiveId" clId="{68CAF108-A836-4B05-8BCA-2606FAA730F6}" dt="2025-03-29T20:43:17.437" v="19"/>
          <ac:spMkLst>
            <pc:docMk/>
            <pc:sldMk cId="4126898087" sldId="282"/>
            <ac:spMk id="4" creationId="{7E1A5978-10C1-4C41-B6CD-2DF1ACE8505F}"/>
          </ac:spMkLst>
        </pc:spChg>
      </pc:sldChg>
      <pc:sldChg chg="modSp mod">
        <pc:chgData name="Jacky Chen" userId="f978b6c0472ffe45" providerId="LiveId" clId="{68CAF108-A836-4B05-8BCA-2606FAA730F6}" dt="2025-03-29T20:43:21.569" v="20"/>
        <pc:sldMkLst>
          <pc:docMk/>
          <pc:sldMk cId="1042854017" sldId="283"/>
        </pc:sldMkLst>
        <pc:spChg chg="mod">
          <ac:chgData name="Jacky Chen" userId="f978b6c0472ffe45" providerId="LiveId" clId="{68CAF108-A836-4B05-8BCA-2606FAA730F6}" dt="2025-03-29T20:43:21.569" v="20"/>
          <ac:spMkLst>
            <pc:docMk/>
            <pc:sldMk cId="1042854017" sldId="283"/>
            <ac:spMk id="4" creationId="{C18C7B45-BF38-408D-8760-EEBFA590261C}"/>
          </ac:spMkLst>
        </pc:spChg>
      </pc:sldChg>
      <pc:sldMasterChg chg="modSldLayout">
        <pc:chgData name="Jacky Chen" userId="f978b6c0472ffe45" providerId="LiveId" clId="{68CAF108-A836-4B05-8BCA-2606FAA730F6}" dt="2025-03-29T20:44:41.660" v="45"/>
        <pc:sldMasterMkLst>
          <pc:docMk/>
          <pc:sldMasterMk cId="709381724" sldId="2147483660"/>
        </pc:sldMasterMkLst>
        <pc:sldLayoutChg chg="modSp mod">
          <pc:chgData name="Jacky Chen" userId="f978b6c0472ffe45" providerId="LiveId" clId="{68CAF108-A836-4B05-8BCA-2606FAA730F6}" dt="2025-03-29T20:44:16.060" v="37"/>
          <pc:sldLayoutMkLst>
            <pc:docMk/>
            <pc:sldMasterMk cId="709381724" sldId="2147483660"/>
            <pc:sldLayoutMk cId="1909410950" sldId="2147483666"/>
          </pc:sldLayoutMkLst>
          <pc:spChg chg="mod">
            <ac:chgData name="Jacky Chen" userId="f978b6c0472ffe45" providerId="LiveId" clId="{68CAF108-A836-4B05-8BCA-2606FAA730F6}" dt="2025-03-29T20:44:16.060" v="37"/>
            <ac:spMkLst>
              <pc:docMk/>
              <pc:sldMasterMk cId="709381724" sldId="2147483660"/>
              <pc:sldLayoutMk cId="1909410950" sldId="2147483666"/>
              <ac:spMk id="4" creationId="{00000000-0000-0000-0000-000000000000}"/>
            </ac:spMkLst>
          </pc:spChg>
        </pc:sldLayoutChg>
        <pc:sldLayoutChg chg="modSp mod">
          <pc:chgData name="Jacky Chen" userId="f978b6c0472ffe45" providerId="LiveId" clId="{68CAF108-A836-4B05-8BCA-2606FAA730F6}" dt="2025-03-29T20:44:19.281" v="38"/>
          <pc:sldLayoutMkLst>
            <pc:docMk/>
            <pc:sldMasterMk cId="709381724" sldId="2147483660"/>
            <pc:sldLayoutMk cId="401681852" sldId="2147483667"/>
          </pc:sldLayoutMkLst>
          <pc:spChg chg="mod">
            <ac:chgData name="Jacky Chen" userId="f978b6c0472ffe45" providerId="LiveId" clId="{68CAF108-A836-4B05-8BCA-2606FAA730F6}" dt="2025-03-29T20:44:19.281" v="38"/>
            <ac:spMkLst>
              <pc:docMk/>
              <pc:sldMasterMk cId="709381724" sldId="2147483660"/>
              <pc:sldLayoutMk cId="401681852" sldId="2147483667"/>
              <ac:spMk id="3" creationId="{00000000-0000-0000-0000-000000000000}"/>
            </ac:spMkLst>
          </pc:spChg>
        </pc:sldLayoutChg>
        <pc:sldLayoutChg chg="modSp mod">
          <pc:chgData name="Jacky Chen" userId="f978b6c0472ffe45" providerId="LiveId" clId="{68CAF108-A836-4B05-8BCA-2606FAA730F6}" dt="2025-03-29T20:44:22.273" v="39"/>
          <pc:sldLayoutMkLst>
            <pc:docMk/>
            <pc:sldMasterMk cId="709381724" sldId="2147483660"/>
            <pc:sldLayoutMk cId="4079828694" sldId="2147483668"/>
          </pc:sldLayoutMkLst>
          <pc:spChg chg="mod">
            <ac:chgData name="Jacky Chen" userId="f978b6c0472ffe45" providerId="LiveId" clId="{68CAF108-A836-4B05-8BCA-2606FAA730F6}" dt="2025-03-29T20:44:22.273" v="39"/>
            <ac:spMkLst>
              <pc:docMk/>
              <pc:sldMasterMk cId="709381724" sldId="2147483660"/>
              <pc:sldLayoutMk cId="4079828694" sldId="2147483668"/>
              <ac:spMk id="6" creationId="{00000000-0000-0000-0000-000000000000}"/>
            </ac:spMkLst>
          </pc:spChg>
        </pc:sldLayoutChg>
        <pc:sldLayoutChg chg="modSp mod">
          <pc:chgData name="Jacky Chen" userId="f978b6c0472ffe45" providerId="LiveId" clId="{68CAF108-A836-4B05-8BCA-2606FAA730F6}" dt="2025-03-29T20:44:26.005" v="40"/>
          <pc:sldLayoutMkLst>
            <pc:docMk/>
            <pc:sldMasterMk cId="709381724" sldId="2147483660"/>
            <pc:sldLayoutMk cId="3245219293" sldId="2147483669"/>
          </pc:sldLayoutMkLst>
          <pc:spChg chg="mod">
            <ac:chgData name="Jacky Chen" userId="f978b6c0472ffe45" providerId="LiveId" clId="{68CAF108-A836-4B05-8BCA-2606FAA730F6}" dt="2025-03-29T20:44:26.005" v="40"/>
            <ac:spMkLst>
              <pc:docMk/>
              <pc:sldMasterMk cId="709381724" sldId="2147483660"/>
              <pc:sldLayoutMk cId="3245219293" sldId="2147483669"/>
              <ac:spMk id="6" creationId="{00000000-0000-0000-0000-000000000000}"/>
            </ac:spMkLst>
          </pc:spChg>
        </pc:sldLayoutChg>
        <pc:sldLayoutChg chg="modSp mod">
          <pc:chgData name="Jacky Chen" userId="f978b6c0472ffe45" providerId="LiveId" clId="{68CAF108-A836-4B05-8BCA-2606FAA730F6}" dt="2025-03-29T20:44:28.606" v="41"/>
          <pc:sldLayoutMkLst>
            <pc:docMk/>
            <pc:sldMasterMk cId="709381724" sldId="2147483660"/>
            <pc:sldLayoutMk cId="3502955401" sldId="2147483670"/>
          </pc:sldLayoutMkLst>
          <pc:spChg chg="mod">
            <ac:chgData name="Jacky Chen" userId="f978b6c0472ffe45" providerId="LiveId" clId="{68CAF108-A836-4B05-8BCA-2606FAA730F6}" dt="2025-03-29T20:44:28.606" v="41"/>
            <ac:spMkLst>
              <pc:docMk/>
              <pc:sldMasterMk cId="709381724" sldId="2147483660"/>
              <pc:sldLayoutMk cId="3502955401" sldId="2147483670"/>
              <ac:spMk id="5" creationId="{00000000-0000-0000-0000-000000000000}"/>
            </ac:spMkLst>
          </pc:spChg>
        </pc:sldLayoutChg>
        <pc:sldLayoutChg chg="modSp mod">
          <pc:chgData name="Jacky Chen" userId="f978b6c0472ffe45" providerId="LiveId" clId="{68CAF108-A836-4B05-8BCA-2606FAA730F6}" dt="2025-03-29T20:44:32.724" v="42"/>
          <pc:sldLayoutMkLst>
            <pc:docMk/>
            <pc:sldMasterMk cId="709381724" sldId="2147483660"/>
            <pc:sldLayoutMk cId="3110756422" sldId="2147483671"/>
          </pc:sldLayoutMkLst>
          <pc:spChg chg="mod">
            <ac:chgData name="Jacky Chen" userId="f978b6c0472ffe45" providerId="LiveId" clId="{68CAF108-A836-4B05-8BCA-2606FAA730F6}" dt="2025-03-29T20:44:32.724" v="42"/>
            <ac:spMkLst>
              <pc:docMk/>
              <pc:sldMasterMk cId="709381724" sldId="2147483660"/>
              <pc:sldLayoutMk cId="3110756422" sldId="2147483671"/>
              <ac:spMk id="5" creationId="{00000000-0000-0000-0000-000000000000}"/>
            </ac:spMkLst>
          </pc:spChg>
        </pc:sldLayoutChg>
        <pc:sldLayoutChg chg="modSp mod">
          <pc:chgData name="Jacky Chen" userId="f978b6c0472ffe45" providerId="LiveId" clId="{68CAF108-A836-4B05-8BCA-2606FAA730F6}" dt="2025-03-29T20:44:36.165" v="43"/>
          <pc:sldLayoutMkLst>
            <pc:docMk/>
            <pc:sldMasterMk cId="709381724" sldId="2147483660"/>
            <pc:sldLayoutMk cId="125513657" sldId="2147483672"/>
          </pc:sldLayoutMkLst>
          <pc:spChg chg="mod">
            <ac:chgData name="Jacky Chen" userId="f978b6c0472ffe45" providerId="LiveId" clId="{68CAF108-A836-4B05-8BCA-2606FAA730F6}" dt="2025-03-29T20:44:36.165" v="43"/>
            <ac:spMkLst>
              <pc:docMk/>
              <pc:sldMasterMk cId="709381724" sldId="2147483660"/>
              <pc:sldLayoutMk cId="125513657" sldId="2147483672"/>
              <ac:spMk id="6" creationId="{00000000-0000-0000-0000-000000000000}"/>
            </ac:spMkLst>
          </pc:spChg>
        </pc:sldLayoutChg>
        <pc:sldLayoutChg chg="modSp mod">
          <pc:chgData name="Jacky Chen" userId="f978b6c0472ffe45" providerId="LiveId" clId="{68CAF108-A836-4B05-8BCA-2606FAA730F6}" dt="2025-03-29T20:44:39.339" v="44"/>
          <pc:sldLayoutMkLst>
            <pc:docMk/>
            <pc:sldMasterMk cId="709381724" sldId="2147483660"/>
            <pc:sldLayoutMk cId="3181141856" sldId="2147483673"/>
          </pc:sldLayoutMkLst>
          <pc:spChg chg="mod">
            <ac:chgData name="Jacky Chen" userId="f978b6c0472ffe45" providerId="LiveId" clId="{68CAF108-A836-4B05-8BCA-2606FAA730F6}" dt="2025-03-29T20:44:39.339" v="44"/>
            <ac:spMkLst>
              <pc:docMk/>
              <pc:sldMasterMk cId="709381724" sldId="2147483660"/>
              <pc:sldLayoutMk cId="3181141856" sldId="2147483673"/>
              <ac:spMk id="7" creationId="{00000000-0000-0000-0000-000000000000}"/>
            </ac:spMkLst>
          </pc:spChg>
        </pc:sldLayoutChg>
        <pc:sldLayoutChg chg="modSp mod">
          <pc:chgData name="Jacky Chen" userId="f978b6c0472ffe45" providerId="LiveId" clId="{68CAF108-A836-4B05-8BCA-2606FAA730F6}" dt="2025-03-29T20:44:41.660" v="45"/>
          <pc:sldLayoutMkLst>
            <pc:docMk/>
            <pc:sldMasterMk cId="709381724" sldId="2147483660"/>
            <pc:sldLayoutMk cId="2005514273" sldId="2147483674"/>
          </pc:sldLayoutMkLst>
          <pc:spChg chg="mod">
            <ac:chgData name="Jacky Chen" userId="f978b6c0472ffe45" providerId="LiveId" clId="{68CAF108-A836-4B05-8BCA-2606FAA730F6}" dt="2025-03-29T20:44:41.660" v="45"/>
            <ac:spMkLst>
              <pc:docMk/>
              <pc:sldMasterMk cId="709381724" sldId="2147483660"/>
              <pc:sldLayoutMk cId="2005514273" sldId="2147483674"/>
              <ac:spMk id="5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BE6C6-E13E-4AA6-B3DE-1B7348933221}" type="datetimeFigureOut">
              <a:rPr lang="en-CA" smtClean="0"/>
              <a:t>2026-04-29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1E2A24-94B3-4CFC-9703-EECBE5CCBD9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9953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endParaRPr lang="en-CA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CA" i="0">
                    <a:latin typeface="Cambria Math" panose="02040503050406030204" pitchFamily="18" charset="0"/>
                  </a:rPr>
                  <a:t>〖_〗</a:t>
                </a:r>
                <a:endParaRPr lang="en-CA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E2A24-94B3-4CFC-9703-EECBE5CCBD91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8967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Arial" charset="0"/>
                <a:cs typeface="Arial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64333 w 4848"/>
                  <a:gd name="T1" fmla="*/ 203416971 h 432"/>
                  <a:gd name="T2" fmla="*/ 0 w 4848"/>
                  <a:gd name="T3" fmla="*/ 203416971 h 432"/>
                  <a:gd name="T4" fmla="*/ 0 w 4848"/>
                  <a:gd name="T5" fmla="*/ 0 h 432"/>
                  <a:gd name="T6" fmla="*/ 64333 w 4848"/>
                  <a:gd name="T7" fmla="*/ 0 h 432"/>
                  <a:gd name="T8" fmla="*/ 64333 w 4848"/>
                  <a:gd name="T9" fmla="*/ 203416971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33 w 15"/>
                    <a:gd name="T1" fmla="*/ 3 h 23"/>
                    <a:gd name="T2" fmla="*/ 97 w 15"/>
                    <a:gd name="T3" fmla="*/ 3 h 23"/>
                    <a:gd name="T4" fmla="*/ 86 w 15"/>
                    <a:gd name="T5" fmla="*/ 3 h 23"/>
                    <a:gd name="T6" fmla="*/ 33 w 15"/>
                    <a:gd name="T7" fmla="*/ 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3 h 23"/>
                    <a:gd name="T2" fmla="*/ 26 w 20"/>
                    <a:gd name="T3" fmla="*/ 3 h 23"/>
                    <a:gd name="T4" fmla="*/ 7 w 20"/>
                    <a:gd name="T5" fmla="*/ 3 h 23"/>
                    <a:gd name="T6" fmla="*/ 3 w 20"/>
                    <a:gd name="T7" fmla="*/ 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31 w 30"/>
                    <a:gd name="T1" fmla="*/ 2 h 42"/>
                    <a:gd name="T2" fmla="*/ 8 w 30"/>
                    <a:gd name="T3" fmla="*/ 2 h 42"/>
                    <a:gd name="T4" fmla="*/ 0 w 30"/>
                    <a:gd name="T5" fmla="*/ 2 h 42"/>
                    <a:gd name="T6" fmla="*/ 31 w 30"/>
                    <a:gd name="T7" fmla="*/ 2 h 42"/>
                    <a:gd name="T8" fmla="*/ 45 w 30"/>
                    <a:gd name="T9" fmla="*/ 2 h 42"/>
                    <a:gd name="T10" fmla="*/ 43 w 30"/>
                    <a:gd name="T11" fmla="*/ 2 h 42"/>
                    <a:gd name="T12" fmla="*/ 31 w 30"/>
                    <a:gd name="T13" fmla="*/ 2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2 h 16"/>
                    <a:gd name="T2" fmla="*/ 3 w 25"/>
                    <a:gd name="T3" fmla="*/ 2 h 16"/>
                    <a:gd name="T4" fmla="*/ 15 w 25"/>
                    <a:gd name="T5" fmla="*/ 0 h 16"/>
                    <a:gd name="T6" fmla="*/ 15 w 25"/>
                    <a:gd name="T7" fmla="*/ 2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3 h 46"/>
                    <a:gd name="T2" fmla="*/ 30 w 65"/>
                    <a:gd name="T3" fmla="*/ 3 h 46"/>
                    <a:gd name="T4" fmla="*/ 42 w 65"/>
                    <a:gd name="T5" fmla="*/ 0 h 46"/>
                    <a:gd name="T6" fmla="*/ 58 w 65"/>
                    <a:gd name="T7" fmla="*/ 3 h 46"/>
                    <a:gd name="T8" fmla="*/ 32 w 65"/>
                    <a:gd name="T9" fmla="*/ 3 h 46"/>
                    <a:gd name="T10" fmla="*/ 12 w 65"/>
                    <a:gd name="T11" fmla="*/ 3 h 46"/>
                    <a:gd name="T12" fmla="*/ 8 w 65"/>
                    <a:gd name="T13" fmla="*/ 3 h 46"/>
                    <a:gd name="T14" fmla="*/ 12 w 65"/>
                    <a:gd name="T15" fmla="*/ 3 h 46"/>
                    <a:gd name="T16" fmla="*/ 14 w 65"/>
                    <a:gd name="T17" fmla="*/ 3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2 h 47"/>
                    <a:gd name="T2" fmla="*/ 18 w 69"/>
                    <a:gd name="T3" fmla="*/ 2 h 47"/>
                    <a:gd name="T4" fmla="*/ 37 w 69"/>
                    <a:gd name="T5" fmla="*/ 1 h 47"/>
                    <a:gd name="T6" fmla="*/ 49 w 69"/>
                    <a:gd name="T7" fmla="*/ 2 h 47"/>
                    <a:gd name="T8" fmla="*/ 35 w 69"/>
                    <a:gd name="T9" fmla="*/ 2 h 47"/>
                    <a:gd name="T10" fmla="*/ 28 w 69"/>
                    <a:gd name="T11" fmla="*/ 2 h 47"/>
                    <a:gd name="T12" fmla="*/ 22 w 69"/>
                    <a:gd name="T13" fmla="*/ 2 h 47"/>
                    <a:gd name="T14" fmla="*/ 16 w 69"/>
                    <a:gd name="T15" fmla="*/ 2 h 47"/>
                    <a:gd name="T16" fmla="*/ 12 w 69"/>
                    <a:gd name="T17" fmla="*/ 2 h 47"/>
                    <a:gd name="T18" fmla="*/ 0 w 69"/>
                    <a:gd name="T19" fmla="*/ 2 h 47"/>
                    <a:gd name="T20" fmla="*/ 0 w 69"/>
                    <a:gd name="T21" fmla="*/ 2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2 h 277"/>
                    <a:gd name="T2" fmla="*/ 36 w 355"/>
                    <a:gd name="T3" fmla="*/ 2 h 277"/>
                    <a:gd name="T4" fmla="*/ 46 w 355"/>
                    <a:gd name="T5" fmla="*/ 2 h 277"/>
                    <a:gd name="T6" fmla="*/ 76 w 355"/>
                    <a:gd name="T7" fmla="*/ 2 h 277"/>
                    <a:gd name="T8" fmla="*/ 92 w 355"/>
                    <a:gd name="T9" fmla="*/ 4 h 277"/>
                    <a:gd name="T10" fmla="*/ 122 w 355"/>
                    <a:gd name="T11" fmla="*/ 6 h 277"/>
                    <a:gd name="T12" fmla="*/ 136 w 355"/>
                    <a:gd name="T13" fmla="*/ 7 h 277"/>
                    <a:gd name="T14" fmla="*/ 148 w 355"/>
                    <a:gd name="T15" fmla="*/ 7 h 277"/>
                    <a:gd name="T16" fmla="*/ 154 w 355"/>
                    <a:gd name="T17" fmla="*/ 8 h 277"/>
                    <a:gd name="T18" fmla="*/ 176 w 355"/>
                    <a:gd name="T19" fmla="*/ 8 h 277"/>
                    <a:gd name="T20" fmla="*/ 170 w 355"/>
                    <a:gd name="T21" fmla="*/ 11 h 277"/>
                    <a:gd name="T22" fmla="*/ 177 w 355"/>
                    <a:gd name="T23" fmla="*/ 12 h 277"/>
                    <a:gd name="T24" fmla="*/ 183 w 355"/>
                    <a:gd name="T25" fmla="*/ 12 h 277"/>
                    <a:gd name="T26" fmla="*/ 201 w 355"/>
                    <a:gd name="T27" fmla="*/ 12 h 277"/>
                    <a:gd name="T28" fmla="*/ 221 w 355"/>
                    <a:gd name="T29" fmla="*/ 13 h 277"/>
                    <a:gd name="T30" fmla="*/ 239 w 355"/>
                    <a:gd name="T31" fmla="*/ 13 h 277"/>
                    <a:gd name="T32" fmla="*/ 257 w 355"/>
                    <a:gd name="T33" fmla="*/ 13 h 277"/>
                    <a:gd name="T34" fmla="*/ 281 w 355"/>
                    <a:gd name="T35" fmla="*/ 14 h 277"/>
                    <a:gd name="T36" fmla="*/ 299 w 355"/>
                    <a:gd name="T37" fmla="*/ 14 h 277"/>
                    <a:gd name="T38" fmla="*/ 337 w 355"/>
                    <a:gd name="T39" fmla="*/ 14 h 277"/>
                    <a:gd name="T40" fmla="*/ 327 w 355"/>
                    <a:gd name="T41" fmla="*/ 15 h 277"/>
                    <a:gd name="T42" fmla="*/ 307 w 355"/>
                    <a:gd name="T43" fmla="*/ 14 h 277"/>
                    <a:gd name="T44" fmla="*/ 285 w 355"/>
                    <a:gd name="T45" fmla="*/ 14 h 277"/>
                    <a:gd name="T46" fmla="*/ 273 w 355"/>
                    <a:gd name="T47" fmla="*/ 14 h 277"/>
                    <a:gd name="T48" fmla="*/ 237 w 355"/>
                    <a:gd name="T49" fmla="*/ 14 h 277"/>
                    <a:gd name="T50" fmla="*/ 219 w 355"/>
                    <a:gd name="T51" fmla="*/ 14 h 277"/>
                    <a:gd name="T52" fmla="*/ 172 w 355"/>
                    <a:gd name="T53" fmla="*/ 13 h 277"/>
                    <a:gd name="T54" fmla="*/ 160 w 355"/>
                    <a:gd name="T55" fmla="*/ 12 h 277"/>
                    <a:gd name="T56" fmla="*/ 126 w 355"/>
                    <a:gd name="T57" fmla="*/ 11 h 277"/>
                    <a:gd name="T58" fmla="*/ 108 w 355"/>
                    <a:gd name="T59" fmla="*/ 10 h 277"/>
                    <a:gd name="T60" fmla="*/ 94 w 355"/>
                    <a:gd name="T61" fmla="*/ 8 h 277"/>
                    <a:gd name="T62" fmla="*/ 68 w 355"/>
                    <a:gd name="T63" fmla="*/ 6 h 277"/>
                    <a:gd name="T64" fmla="*/ 64 w 355"/>
                    <a:gd name="T65" fmla="*/ 6 h 277"/>
                    <a:gd name="T66" fmla="*/ 58 w 355"/>
                    <a:gd name="T67" fmla="*/ 6 h 277"/>
                    <a:gd name="T68" fmla="*/ 54 w 355"/>
                    <a:gd name="T69" fmla="*/ 5 h 277"/>
                    <a:gd name="T70" fmla="*/ 38 w 355"/>
                    <a:gd name="T71" fmla="*/ 3 h 277"/>
                    <a:gd name="T72" fmla="*/ 20 w 355"/>
                    <a:gd name="T73" fmla="*/ 2 h 277"/>
                    <a:gd name="T74" fmla="*/ 4 w 355"/>
                    <a:gd name="T75" fmla="*/ 2 h 277"/>
                    <a:gd name="T76" fmla="*/ 10 w 355"/>
                    <a:gd name="T77" fmla="*/ 2 h 277"/>
                    <a:gd name="T78" fmla="*/ 10 w 355"/>
                    <a:gd name="T79" fmla="*/ 2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2 h 206"/>
                    <a:gd name="T2" fmla="*/ 66 w 156"/>
                    <a:gd name="T3" fmla="*/ 2 h 206"/>
                    <a:gd name="T4" fmla="*/ 68 w 156"/>
                    <a:gd name="T5" fmla="*/ 2 h 206"/>
                    <a:gd name="T6" fmla="*/ 95 w 156"/>
                    <a:gd name="T7" fmla="*/ 2 h 206"/>
                    <a:gd name="T8" fmla="*/ 121 w 156"/>
                    <a:gd name="T9" fmla="*/ 2 h 206"/>
                    <a:gd name="T10" fmla="*/ 127 w 156"/>
                    <a:gd name="T11" fmla="*/ 2 h 206"/>
                    <a:gd name="T12" fmla="*/ 139 w 156"/>
                    <a:gd name="T13" fmla="*/ 0 h 206"/>
                    <a:gd name="T14" fmla="*/ 165 w 156"/>
                    <a:gd name="T15" fmla="*/ 2 h 206"/>
                    <a:gd name="T16" fmla="*/ 161 w 156"/>
                    <a:gd name="T17" fmla="*/ 2 h 206"/>
                    <a:gd name="T18" fmla="*/ 141 w 156"/>
                    <a:gd name="T19" fmla="*/ 2 h 206"/>
                    <a:gd name="T20" fmla="*/ 147 w 156"/>
                    <a:gd name="T21" fmla="*/ 4 h 206"/>
                    <a:gd name="T22" fmla="*/ 157 w 156"/>
                    <a:gd name="T23" fmla="*/ 5 h 206"/>
                    <a:gd name="T24" fmla="*/ 161 w 156"/>
                    <a:gd name="T25" fmla="*/ 5 h 206"/>
                    <a:gd name="T26" fmla="*/ 143 w 156"/>
                    <a:gd name="T27" fmla="*/ 5 h 206"/>
                    <a:gd name="T28" fmla="*/ 131 w 156"/>
                    <a:gd name="T29" fmla="*/ 6 h 206"/>
                    <a:gd name="T30" fmla="*/ 119 w 156"/>
                    <a:gd name="T31" fmla="*/ 6 h 206"/>
                    <a:gd name="T32" fmla="*/ 115 w 156"/>
                    <a:gd name="T33" fmla="*/ 8 h 206"/>
                    <a:gd name="T34" fmla="*/ 103 w 156"/>
                    <a:gd name="T35" fmla="*/ 9 h 206"/>
                    <a:gd name="T36" fmla="*/ 97 w 156"/>
                    <a:gd name="T37" fmla="*/ 9 h 206"/>
                    <a:gd name="T38" fmla="*/ 76 w 156"/>
                    <a:gd name="T39" fmla="*/ 9 h 206"/>
                    <a:gd name="T40" fmla="*/ 72 w 156"/>
                    <a:gd name="T41" fmla="*/ 8 h 206"/>
                    <a:gd name="T42" fmla="*/ 60 w 156"/>
                    <a:gd name="T43" fmla="*/ 8 h 206"/>
                    <a:gd name="T44" fmla="*/ 42 w 156"/>
                    <a:gd name="T45" fmla="*/ 8 h 206"/>
                    <a:gd name="T46" fmla="*/ 28 w 156"/>
                    <a:gd name="T47" fmla="*/ 8 h 206"/>
                    <a:gd name="T48" fmla="*/ 10 w 156"/>
                    <a:gd name="T49" fmla="*/ 6 h 206"/>
                    <a:gd name="T50" fmla="*/ 4 w 156"/>
                    <a:gd name="T51" fmla="*/ 5 h 206"/>
                    <a:gd name="T52" fmla="*/ 0 w 156"/>
                    <a:gd name="T53" fmla="*/ 5 h 206"/>
                    <a:gd name="T54" fmla="*/ 20 w 156"/>
                    <a:gd name="T55" fmla="*/ 4 h 206"/>
                    <a:gd name="T56" fmla="*/ 32 w 156"/>
                    <a:gd name="T57" fmla="*/ 4 h 206"/>
                    <a:gd name="T58" fmla="*/ 34 w 156"/>
                    <a:gd name="T59" fmla="*/ 3 h 206"/>
                    <a:gd name="T60" fmla="*/ 52 w 156"/>
                    <a:gd name="T61" fmla="*/ 2 h 206"/>
                    <a:gd name="T62" fmla="*/ 54 w 156"/>
                    <a:gd name="T63" fmla="*/ 2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 h 38"/>
                    <a:gd name="T2" fmla="*/ 18 w 109"/>
                    <a:gd name="T3" fmla="*/ 3 h 38"/>
                    <a:gd name="T4" fmla="*/ 46 w 109"/>
                    <a:gd name="T5" fmla="*/ 3 h 38"/>
                    <a:gd name="T6" fmla="*/ 87 w 109"/>
                    <a:gd name="T7" fmla="*/ 3 h 38"/>
                    <a:gd name="T8" fmla="*/ 105 w 109"/>
                    <a:gd name="T9" fmla="*/ 0 h 38"/>
                    <a:gd name="T10" fmla="*/ 91 w 109"/>
                    <a:gd name="T11" fmla="*/ 3 h 38"/>
                    <a:gd name="T12" fmla="*/ 75 w 109"/>
                    <a:gd name="T13" fmla="*/ 3 h 38"/>
                    <a:gd name="T14" fmla="*/ 42 w 109"/>
                    <a:gd name="T15" fmla="*/ 3 h 38"/>
                    <a:gd name="T16" fmla="*/ 14 w 109"/>
                    <a:gd name="T17" fmla="*/ 3 h 38"/>
                    <a:gd name="T18" fmla="*/ 4 w 109"/>
                    <a:gd name="T19" fmla="*/ 3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2 h 104"/>
                    <a:gd name="T2" fmla="*/ 18 w 76"/>
                    <a:gd name="T3" fmla="*/ 0 h 104"/>
                    <a:gd name="T4" fmla="*/ 34 w 76"/>
                    <a:gd name="T5" fmla="*/ 2 h 104"/>
                    <a:gd name="T6" fmla="*/ 47 w 76"/>
                    <a:gd name="T7" fmla="*/ 2 h 104"/>
                    <a:gd name="T8" fmla="*/ 38 w 76"/>
                    <a:gd name="T9" fmla="*/ 2 h 104"/>
                    <a:gd name="T10" fmla="*/ 39 w 76"/>
                    <a:gd name="T11" fmla="*/ 2 h 104"/>
                    <a:gd name="T12" fmla="*/ 43 w 76"/>
                    <a:gd name="T13" fmla="*/ 2 h 104"/>
                    <a:gd name="T14" fmla="*/ 38 w 76"/>
                    <a:gd name="T15" fmla="*/ 3 h 104"/>
                    <a:gd name="T16" fmla="*/ 34 w 76"/>
                    <a:gd name="T17" fmla="*/ 2 h 104"/>
                    <a:gd name="T18" fmla="*/ 22 w 76"/>
                    <a:gd name="T19" fmla="*/ 2 h 104"/>
                    <a:gd name="T20" fmla="*/ 28 w 76"/>
                    <a:gd name="T21" fmla="*/ 2 h 104"/>
                    <a:gd name="T22" fmla="*/ 30 w 76"/>
                    <a:gd name="T23" fmla="*/ 3 h 104"/>
                    <a:gd name="T24" fmla="*/ 20 w 76"/>
                    <a:gd name="T25" fmla="*/ 4 h 104"/>
                    <a:gd name="T26" fmla="*/ 12 w 76"/>
                    <a:gd name="T27" fmla="*/ 4 h 104"/>
                    <a:gd name="T28" fmla="*/ 8 w 76"/>
                    <a:gd name="T29" fmla="*/ 4 h 104"/>
                    <a:gd name="T30" fmla="*/ 0 w 76"/>
                    <a:gd name="T31" fmla="*/ 2 h 104"/>
                    <a:gd name="T32" fmla="*/ 2 w 76"/>
                    <a:gd name="T33" fmla="*/ 2 h 104"/>
                    <a:gd name="T34" fmla="*/ 8 w 76"/>
                    <a:gd name="T35" fmla="*/ 2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 h 61"/>
                    <a:gd name="T2" fmla="*/ 13 w 37"/>
                    <a:gd name="T3" fmla="*/ 0 h 61"/>
                    <a:gd name="T4" fmla="*/ 15 w 37"/>
                    <a:gd name="T5" fmla="*/ 2 h 61"/>
                    <a:gd name="T6" fmla="*/ 37 w 37"/>
                    <a:gd name="T7" fmla="*/ 2 h 61"/>
                    <a:gd name="T8" fmla="*/ 19 w 37"/>
                    <a:gd name="T9" fmla="*/ 2 h 61"/>
                    <a:gd name="T10" fmla="*/ 5 w 37"/>
                    <a:gd name="T11" fmla="*/ 2 h 61"/>
                    <a:gd name="T12" fmla="*/ 1 w 37"/>
                    <a:gd name="T13" fmla="*/ 2 h 61"/>
                    <a:gd name="T14" fmla="*/ 3 w 37"/>
                    <a:gd name="T15" fmla="*/ 2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14 w 49"/>
                    <a:gd name="T3" fmla="*/ 0 h 29"/>
                    <a:gd name="T4" fmla="*/ 27 w 49"/>
                    <a:gd name="T5" fmla="*/ 2 h 29"/>
                    <a:gd name="T6" fmla="*/ 20 w 49"/>
                    <a:gd name="T7" fmla="*/ 2 h 29"/>
                    <a:gd name="T8" fmla="*/ 3 w 49"/>
                    <a:gd name="T9" fmla="*/ 2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5 h 48"/>
                    <a:gd name="T2" fmla="*/ 15 w 61"/>
                    <a:gd name="T3" fmla="*/ 4 h 48"/>
                    <a:gd name="T4" fmla="*/ 3 w 61"/>
                    <a:gd name="T5" fmla="*/ 4 h 48"/>
                    <a:gd name="T6" fmla="*/ 13 w 61"/>
                    <a:gd name="T7" fmla="*/ 4 h 48"/>
                    <a:gd name="T8" fmla="*/ 25 w 61"/>
                    <a:gd name="T9" fmla="*/ 0 h 48"/>
                    <a:gd name="T10" fmla="*/ 49 w 61"/>
                    <a:gd name="T11" fmla="*/ 4 h 48"/>
                    <a:gd name="T12" fmla="*/ 53 w 61"/>
                    <a:gd name="T13" fmla="*/ 4 h 48"/>
                    <a:gd name="T14" fmla="*/ 61 w 61"/>
                    <a:gd name="T15" fmla="*/ 4 h 48"/>
                    <a:gd name="T16" fmla="*/ 41 w 61"/>
                    <a:gd name="T17" fmla="*/ 5 h 48"/>
                    <a:gd name="T18" fmla="*/ 23 w 61"/>
                    <a:gd name="T19" fmla="*/ 7 h 48"/>
                    <a:gd name="T20" fmla="*/ 21 w 61"/>
                    <a:gd name="T21" fmla="*/ 5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 h 182"/>
                    <a:gd name="T2" fmla="*/ 36 w 286"/>
                    <a:gd name="T3" fmla="*/ 2 h 182"/>
                    <a:gd name="T4" fmla="*/ 26 w 286"/>
                    <a:gd name="T5" fmla="*/ 2 h 182"/>
                    <a:gd name="T6" fmla="*/ 0 w 286"/>
                    <a:gd name="T7" fmla="*/ 2 h 182"/>
                    <a:gd name="T8" fmla="*/ 10 w 286"/>
                    <a:gd name="T9" fmla="*/ 2 h 182"/>
                    <a:gd name="T10" fmla="*/ 16 w 286"/>
                    <a:gd name="T11" fmla="*/ 3 h 182"/>
                    <a:gd name="T12" fmla="*/ 24 w 286"/>
                    <a:gd name="T13" fmla="*/ 2 h 182"/>
                    <a:gd name="T14" fmla="*/ 30 w 286"/>
                    <a:gd name="T15" fmla="*/ 2 h 182"/>
                    <a:gd name="T16" fmla="*/ 48 w 286"/>
                    <a:gd name="T17" fmla="*/ 2 h 182"/>
                    <a:gd name="T18" fmla="*/ 70 w 286"/>
                    <a:gd name="T19" fmla="*/ 3 h 182"/>
                    <a:gd name="T20" fmla="*/ 88 w 286"/>
                    <a:gd name="T21" fmla="*/ 3 h 182"/>
                    <a:gd name="T22" fmla="*/ 106 w 286"/>
                    <a:gd name="T23" fmla="*/ 5 h 182"/>
                    <a:gd name="T24" fmla="*/ 104 w 286"/>
                    <a:gd name="T25" fmla="*/ 6 h 182"/>
                    <a:gd name="T26" fmla="*/ 98 w 286"/>
                    <a:gd name="T27" fmla="*/ 7 h 182"/>
                    <a:gd name="T28" fmla="*/ 122 w 286"/>
                    <a:gd name="T29" fmla="*/ 6 h 182"/>
                    <a:gd name="T30" fmla="*/ 140 w 286"/>
                    <a:gd name="T31" fmla="*/ 7 h 182"/>
                    <a:gd name="T32" fmla="*/ 168 w 286"/>
                    <a:gd name="T33" fmla="*/ 7 h 182"/>
                    <a:gd name="T34" fmla="*/ 174 w 286"/>
                    <a:gd name="T35" fmla="*/ 7 h 182"/>
                    <a:gd name="T36" fmla="*/ 168 w 286"/>
                    <a:gd name="T37" fmla="*/ 7 h 182"/>
                    <a:gd name="T38" fmla="*/ 178 w 286"/>
                    <a:gd name="T39" fmla="*/ 7 h 182"/>
                    <a:gd name="T40" fmla="*/ 186 w 286"/>
                    <a:gd name="T41" fmla="*/ 6 h 182"/>
                    <a:gd name="T42" fmla="*/ 202 w 286"/>
                    <a:gd name="T43" fmla="*/ 6 h 182"/>
                    <a:gd name="T44" fmla="*/ 214 w 286"/>
                    <a:gd name="T45" fmla="*/ 6 h 182"/>
                    <a:gd name="T46" fmla="*/ 244 w 286"/>
                    <a:gd name="T47" fmla="*/ 9 h 182"/>
                    <a:gd name="T48" fmla="*/ 262 w 286"/>
                    <a:gd name="T49" fmla="*/ 9 h 182"/>
                    <a:gd name="T50" fmla="*/ 284 w 286"/>
                    <a:gd name="T51" fmla="*/ 9 h 182"/>
                    <a:gd name="T52" fmla="*/ 268 w 286"/>
                    <a:gd name="T53" fmla="*/ 7 h 182"/>
                    <a:gd name="T54" fmla="*/ 256 w 286"/>
                    <a:gd name="T55" fmla="*/ 7 h 182"/>
                    <a:gd name="T56" fmla="*/ 250 w 286"/>
                    <a:gd name="T57" fmla="*/ 6 h 182"/>
                    <a:gd name="T58" fmla="*/ 248 w 286"/>
                    <a:gd name="T59" fmla="*/ 6 h 182"/>
                    <a:gd name="T60" fmla="*/ 236 w 286"/>
                    <a:gd name="T61" fmla="*/ 6 h 182"/>
                    <a:gd name="T62" fmla="*/ 240 w 286"/>
                    <a:gd name="T63" fmla="*/ 5 h 182"/>
                    <a:gd name="T64" fmla="*/ 220 w 286"/>
                    <a:gd name="T65" fmla="*/ 4 h 182"/>
                    <a:gd name="T66" fmla="*/ 210 w 286"/>
                    <a:gd name="T67" fmla="*/ 3 h 182"/>
                    <a:gd name="T68" fmla="*/ 190 w 286"/>
                    <a:gd name="T69" fmla="*/ 2 h 182"/>
                    <a:gd name="T70" fmla="*/ 168 w 286"/>
                    <a:gd name="T71" fmla="*/ 2 h 182"/>
                    <a:gd name="T72" fmla="*/ 156 w 286"/>
                    <a:gd name="T73" fmla="*/ 2 h 182"/>
                    <a:gd name="T74" fmla="*/ 120 w 286"/>
                    <a:gd name="T75" fmla="*/ 2 h 182"/>
                    <a:gd name="T76" fmla="*/ 102 w 286"/>
                    <a:gd name="T77" fmla="*/ 2 h 182"/>
                    <a:gd name="T78" fmla="*/ 96 w 286"/>
                    <a:gd name="T79" fmla="*/ 0 h 182"/>
                    <a:gd name="T80" fmla="*/ 70 w 286"/>
                    <a:gd name="T81" fmla="*/ 2 h 182"/>
                    <a:gd name="T82" fmla="*/ 56 w 286"/>
                    <a:gd name="T83" fmla="*/ 2 h 182"/>
                    <a:gd name="T84" fmla="*/ 46 w 286"/>
                    <a:gd name="T85" fmla="*/ 2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2 h 78"/>
                    <a:gd name="T2" fmla="*/ 27 w 78"/>
                    <a:gd name="T3" fmla="*/ 3 h 78"/>
                    <a:gd name="T4" fmla="*/ 45 w 78"/>
                    <a:gd name="T5" fmla="*/ 2 h 78"/>
                    <a:gd name="T6" fmla="*/ 57 w 78"/>
                    <a:gd name="T7" fmla="*/ 2 h 78"/>
                    <a:gd name="T8" fmla="*/ 43 w 78"/>
                    <a:gd name="T9" fmla="*/ 2 h 78"/>
                    <a:gd name="T10" fmla="*/ 43 w 78"/>
                    <a:gd name="T11" fmla="*/ 2 h 78"/>
                    <a:gd name="T12" fmla="*/ 71 w 78"/>
                    <a:gd name="T13" fmla="*/ 2 h 78"/>
                    <a:gd name="T14" fmla="*/ 67 w 78"/>
                    <a:gd name="T15" fmla="*/ 2 h 78"/>
                    <a:gd name="T16" fmla="*/ 33 w 78"/>
                    <a:gd name="T17" fmla="*/ 4 h 78"/>
                    <a:gd name="T18" fmla="*/ 9 w 78"/>
                    <a:gd name="T19" fmla="*/ 3 h 78"/>
                    <a:gd name="T20" fmla="*/ 3 w 78"/>
                    <a:gd name="T21" fmla="*/ 3 h 78"/>
                    <a:gd name="T22" fmla="*/ 1 w 78"/>
                    <a:gd name="T23" fmla="*/ 2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2 h 18"/>
                    <a:gd name="T2" fmla="*/ 3 w 17"/>
                    <a:gd name="T3" fmla="*/ 2 h 18"/>
                    <a:gd name="T4" fmla="*/ 3 w 17"/>
                    <a:gd name="T5" fmla="*/ 2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3 h 22"/>
                    <a:gd name="T2" fmla="*/ 14 w 26"/>
                    <a:gd name="T3" fmla="*/ 0 h 22"/>
                    <a:gd name="T4" fmla="*/ 14 w 26"/>
                    <a:gd name="T5" fmla="*/ 3 h 22"/>
                    <a:gd name="T6" fmla="*/ 8 w 26"/>
                    <a:gd name="T7" fmla="*/ 3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2 h 15"/>
                    <a:gd name="T2" fmla="*/ 10 w 20"/>
                    <a:gd name="T3" fmla="*/ 2 h 15"/>
                    <a:gd name="T4" fmla="*/ 9 w 20"/>
                    <a:gd name="T5" fmla="*/ 2 h 15"/>
                    <a:gd name="T6" fmla="*/ 7 w 20"/>
                    <a:gd name="T7" fmla="*/ 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2 h 15"/>
                    <a:gd name="T2" fmla="*/ 10 w 20"/>
                    <a:gd name="T3" fmla="*/ 2 h 15"/>
                    <a:gd name="T4" fmla="*/ 10 w 20"/>
                    <a:gd name="T5" fmla="*/ 2 h 15"/>
                    <a:gd name="T6" fmla="*/ 7 w 20"/>
                    <a:gd name="T7" fmla="*/ 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2 h 80"/>
                    <a:gd name="T2" fmla="*/ 14 w 80"/>
                    <a:gd name="T3" fmla="*/ 2 h 80"/>
                    <a:gd name="T4" fmla="*/ 26 w 80"/>
                    <a:gd name="T5" fmla="*/ 2 h 80"/>
                    <a:gd name="T6" fmla="*/ 48 w 80"/>
                    <a:gd name="T7" fmla="*/ 2 h 80"/>
                    <a:gd name="T8" fmla="*/ 58 w 80"/>
                    <a:gd name="T9" fmla="*/ 0 h 80"/>
                    <a:gd name="T10" fmla="*/ 80 w 80"/>
                    <a:gd name="T11" fmla="*/ 2 h 80"/>
                    <a:gd name="T12" fmla="*/ 70 w 80"/>
                    <a:gd name="T13" fmla="*/ 3 h 80"/>
                    <a:gd name="T14" fmla="*/ 54 w 80"/>
                    <a:gd name="T15" fmla="*/ 4 h 80"/>
                    <a:gd name="T16" fmla="*/ 48 w 80"/>
                    <a:gd name="T17" fmla="*/ 5 h 80"/>
                    <a:gd name="T18" fmla="*/ 32 w 80"/>
                    <a:gd name="T19" fmla="*/ 4 h 80"/>
                    <a:gd name="T20" fmla="*/ 38 w 80"/>
                    <a:gd name="T21" fmla="*/ 3 h 80"/>
                    <a:gd name="T22" fmla="*/ 30 w 80"/>
                    <a:gd name="T23" fmla="*/ 2 h 80"/>
                    <a:gd name="T24" fmla="*/ 20 w 80"/>
                    <a:gd name="T25" fmla="*/ 2 h 80"/>
                    <a:gd name="T26" fmla="*/ 8 w 80"/>
                    <a:gd name="T27" fmla="*/ 3 h 80"/>
                    <a:gd name="T28" fmla="*/ 0 w 80"/>
                    <a:gd name="T29" fmla="*/ 2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5 h 174"/>
                    <a:gd name="T2" fmla="*/ 26 w 94"/>
                    <a:gd name="T3" fmla="*/ 6 h 174"/>
                    <a:gd name="T4" fmla="*/ 32 w 94"/>
                    <a:gd name="T5" fmla="*/ 5 h 174"/>
                    <a:gd name="T6" fmla="*/ 52 w 94"/>
                    <a:gd name="T7" fmla="*/ 5 h 174"/>
                    <a:gd name="T8" fmla="*/ 46 w 94"/>
                    <a:gd name="T9" fmla="*/ 6 h 174"/>
                    <a:gd name="T10" fmla="*/ 66 w 94"/>
                    <a:gd name="T11" fmla="*/ 6 h 174"/>
                    <a:gd name="T12" fmla="*/ 76 w 94"/>
                    <a:gd name="T13" fmla="*/ 7 h 174"/>
                    <a:gd name="T14" fmla="*/ 58 w 94"/>
                    <a:gd name="T15" fmla="*/ 7 h 174"/>
                    <a:gd name="T16" fmla="*/ 74 w 94"/>
                    <a:gd name="T17" fmla="*/ 9 h 174"/>
                    <a:gd name="T18" fmla="*/ 84 w 94"/>
                    <a:gd name="T19" fmla="*/ 7 h 174"/>
                    <a:gd name="T20" fmla="*/ 82 w 94"/>
                    <a:gd name="T21" fmla="*/ 6 h 174"/>
                    <a:gd name="T22" fmla="*/ 60 w 94"/>
                    <a:gd name="T23" fmla="*/ 5 h 174"/>
                    <a:gd name="T24" fmla="*/ 50 w 94"/>
                    <a:gd name="T25" fmla="*/ 4 h 174"/>
                    <a:gd name="T26" fmla="*/ 34 w 94"/>
                    <a:gd name="T27" fmla="*/ 4 h 174"/>
                    <a:gd name="T28" fmla="*/ 30 w 94"/>
                    <a:gd name="T29" fmla="*/ 3 h 174"/>
                    <a:gd name="T30" fmla="*/ 42 w 94"/>
                    <a:gd name="T31" fmla="*/ 2 h 174"/>
                    <a:gd name="T32" fmla="*/ 30 w 94"/>
                    <a:gd name="T33" fmla="*/ 0 h 174"/>
                    <a:gd name="T34" fmla="*/ 18 w 94"/>
                    <a:gd name="T35" fmla="*/ 2 h 174"/>
                    <a:gd name="T36" fmla="*/ 4 w 94"/>
                    <a:gd name="T37" fmla="*/ 2 h 174"/>
                    <a:gd name="T38" fmla="*/ 14 w 94"/>
                    <a:gd name="T39" fmla="*/ 4 h 174"/>
                    <a:gd name="T40" fmla="*/ 14 w 94"/>
                    <a:gd name="T41" fmla="*/ 5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 h 50"/>
                    <a:gd name="T2" fmla="*/ 12 w 32"/>
                    <a:gd name="T3" fmla="*/ 0 h 50"/>
                    <a:gd name="T4" fmla="*/ 20 w 32"/>
                    <a:gd name="T5" fmla="*/ 2 h 50"/>
                    <a:gd name="T6" fmla="*/ 22 w 32"/>
                    <a:gd name="T7" fmla="*/ 2 h 50"/>
                    <a:gd name="T8" fmla="*/ 28 w 32"/>
                    <a:gd name="T9" fmla="*/ 2 h 50"/>
                    <a:gd name="T10" fmla="*/ 32 w 32"/>
                    <a:gd name="T11" fmla="*/ 2 h 50"/>
                    <a:gd name="T12" fmla="*/ 18 w 32"/>
                    <a:gd name="T13" fmla="*/ 2 h 50"/>
                    <a:gd name="T14" fmla="*/ 6 w 32"/>
                    <a:gd name="T15" fmla="*/ 2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2 h 50"/>
                    <a:gd name="T2" fmla="*/ 41 w 43"/>
                    <a:gd name="T3" fmla="*/ 2 h 50"/>
                    <a:gd name="T4" fmla="*/ 72 w 43"/>
                    <a:gd name="T5" fmla="*/ 0 h 50"/>
                    <a:gd name="T6" fmla="*/ 45 w 43"/>
                    <a:gd name="T7" fmla="*/ 2 h 50"/>
                    <a:gd name="T8" fmla="*/ 2 w 43"/>
                    <a:gd name="T9" fmla="*/ 2 h 50"/>
                    <a:gd name="T10" fmla="*/ 0 w 43"/>
                    <a:gd name="T11" fmla="*/ 2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7988 w 471"/>
                    <a:gd name="T1" fmla="*/ 218026 h 281"/>
                    <a:gd name="T2" fmla="*/ 9412 w 471"/>
                    <a:gd name="T3" fmla="*/ 195014 h 281"/>
                    <a:gd name="T4" fmla="*/ 8641 w 471"/>
                    <a:gd name="T5" fmla="*/ 190648 h 281"/>
                    <a:gd name="T6" fmla="*/ 6324 w 471"/>
                    <a:gd name="T7" fmla="*/ 170005 h 281"/>
                    <a:gd name="T8" fmla="*/ 1520 w 471"/>
                    <a:gd name="T9" fmla="*/ 167461 h 281"/>
                    <a:gd name="T10" fmla="*/ 0 w 471"/>
                    <a:gd name="T11" fmla="*/ 148755 h 281"/>
                    <a:gd name="T12" fmla="*/ 4725 w 471"/>
                    <a:gd name="T13" fmla="*/ 140509 h 281"/>
                    <a:gd name="T14" fmla="*/ 2262 w 471"/>
                    <a:gd name="T15" fmla="*/ 128519 h 281"/>
                    <a:gd name="T16" fmla="*/ 686 w 471"/>
                    <a:gd name="T17" fmla="*/ 124428 h 281"/>
                    <a:gd name="T18" fmla="*/ 11100 w 471"/>
                    <a:gd name="T19" fmla="*/ 93492 h 281"/>
                    <a:gd name="T20" fmla="*/ 17020 w 471"/>
                    <a:gd name="T21" fmla="*/ 75130 h 281"/>
                    <a:gd name="T22" fmla="*/ 16520 w 471"/>
                    <a:gd name="T23" fmla="*/ 54526 h 281"/>
                    <a:gd name="T24" fmla="*/ 9412 w 471"/>
                    <a:gd name="T25" fmla="*/ 33363 h 281"/>
                    <a:gd name="T26" fmla="*/ 7946 w 471"/>
                    <a:gd name="T27" fmla="*/ 25052 h 281"/>
                    <a:gd name="T28" fmla="*/ 10196 w 471"/>
                    <a:gd name="T29" fmla="*/ 27926 h 281"/>
                    <a:gd name="T30" fmla="*/ 18649 w 471"/>
                    <a:gd name="T31" fmla="*/ 27614 h 281"/>
                    <a:gd name="T32" fmla="*/ 24867 w 471"/>
                    <a:gd name="T33" fmla="*/ 8475 h 281"/>
                    <a:gd name="T34" fmla="*/ 32002 w 471"/>
                    <a:gd name="T35" fmla="*/ 0 h 281"/>
                    <a:gd name="T36" fmla="*/ 34276 w 471"/>
                    <a:gd name="T37" fmla="*/ 1635 h 281"/>
                    <a:gd name="T38" fmla="*/ 35903 w 471"/>
                    <a:gd name="T39" fmla="*/ 7002 h 281"/>
                    <a:gd name="T40" fmla="*/ 38199 w 471"/>
                    <a:gd name="T41" fmla="*/ 3973 h 281"/>
                    <a:gd name="T42" fmla="*/ 42895 w 471"/>
                    <a:gd name="T43" fmla="*/ 6193 h 281"/>
                    <a:gd name="T44" fmla="*/ 45188 w 471"/>
                    <a:gd name="T45" fmla="*/ 7002 h 281"/>
                    <a:gd name="T46" fmla="*/ 55083 w 471"/>
                    <a:gd name="T47" fmla="*/ 10914 h 281"/>
                    <a:gd name="T48" fmla="*/ 60490 w 471"/>
                    <a:gd name="T49" fmla="*/ 18477 h 281"/>
                    <a:gd name="T50" fmla="*/ 65220 w 471"/>
                    <a:gd name="T51" fmla="*/ 13210 h 281"/>
                    <a:gd name="T52" fmla="*/ 67254 w 471"/>
                    <a:gd name="T53" fmla="*/ 10914 h 281"/>
                    <a:gd name="T54" fmla="*/ 75925 w 471"/>
                    <a:gd name="T55" fmla="*/ 10914 h 281"/>
                    <a:gd name="T56" fmla="*/ 82090 w 471"/>
                    <a:gd name="T57" fmla="*/ 25052 h 281"/>
                    <a:gd name="T58" fmla="*/ 90029 w 471"/>
                    <a:gd name="T59" fmla="*/ 45895 h 281"/>
                    <a:gd name="T60" fmla="*/ 95458 w 471"/>
                    <a:gd name="T61" fmla="*/ 54526 h 281"/>
                    <a:gd name="T62" fmla="*/ 100096 w 471"/>
                    <a:gd name="T63" fmla="*/ 52897 h 281"/>
                    <a:gd name="T64" fmla="*/ 105165 w 471"/>
                    <a:gd name="T65" fmla="*/ 50342 h 281"/>
                    <a:gd name="T66" fmla="*/ 113001 w 471"/>
                    <a:gd name="T67" fmla="*/ 55575 h 281"/>
                    <a:gd name="T68" fmla="*/ 116667 w 471"/>
                    <a:gd name="T69" fmla="*/ 62989 h 281"/>
                    <a:gd name="T70" fmla="*/ 119922 w 471"/>
                    <a:gd name="T71" fmla="*/ 69972 h 281"/>
                    <a:gd name="T72" fmla="*/ 123845 w 471"/>
                    <a:gd name="T73" fmla="*/ 86626 h 281"/>
                    <a:gd name="T74" fmla="*/ 125338 w 471"/>
                    <a:gd name="T75" fmla="*/ 93492 h 281"/>
                    <a:gd name="T76" fmla="*/ 126013 w 471"/>
                    <a:gd name="T77" fmla="*/ 97538 h 281"/>
                    <a:gd name="T78" fmla="*/ 120639 w 471"/>
                    <a:gd name="T79" fmla="*/ 110205 h 281"/>
                    <a:gd name="T80" fmla="*/ 125338 w 471"/>
                    <a:gd name="T81" fmla="*/ 110025 h 281"/>
                    <a:gd name="T82" fmla="*/ 133258 w 471"/>
                    <a:gd name="T83" fmla="*/ 120949 h 281"/>
                    <a:gd name="T84" fmla="*/ 141849 w 471"/>
                    <a:gd name="T85" fmla="*/ 122311 h 281"/>
                    <a:gd name="T86" fmla="*/ 148066 w 471"/>
                    <a:gd name="T87" fmla="*/ 130786 h 281"/>
                    <a:gd name="T88" fmla="*/ 148975 w 471"/>
                    <a:gd name="T89" fmla="*/ 134079 h 281"/>
                    <a:gd name="T90" fmla="*/ 148975 w 471"/>
                    <a:gd name="T91" fmla="*/ 136966 h 281"/>
                    <a:gd name="T92" fmla="*/ 153334 w 471"/>
                    <a:gd name="T93" fmla="*/ 134079 h 281"/>
                    <a:gd name="T94" fmla="*/ 155845 w 471"/>
                    <a:gd name="T95" fmla="*/ 133266 h 281"/>
                    <a:gd name="T96" fmla="*/ 170989 w 471"/>
                    <a:gd name="T97" fmla="*/ 143996 h 281"/>
                    <a:gd name="T98" fmla="*/ 173980 w 471"/>
                    <a:gd name="T99" fmla="*/ 154887 h 281"/>
                    <a:gd name="T100" fmla="*/ 181093 w 471"/>
                    <a:gd name="T101" fmla="*/ 156533 h 281"/>
                    <a:gd name="T102" fmla="*/ 183357 w 471"/>
                    <a:gd name="T103" fmla="*/ 167461 h 281"/>
                    <a:gd name="T104" fmla="*/ 175673 w 471"/>
                    <a:gd name="T105" fmla="*/ 200942 h 281"/>
                    <a:gd name="T106" fmla="*/ 169307 w 471"/>
                    <a:gd name="T107" fmla="*/ 219014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2 h 844"/>
                    <a:gd name="T2" fmla="*/ 502 w 984"/>
                    <a:gd name="T3" fmla="*/ 2 h 844"/>
                    <a:gd name="T4" fmla="*/ 550 w 984"/>
                    <a:gd name="T5" fmla="*/ 2 h 844"/>
                    <a:gd name="T6" fmla="*/ 578 w 984"/>
                    <a:gd name="T7" fmla="*/ 6 h 844"/>
                    <a:gd name="T8" fmla="*/ 586 w 984"/>
                    <a:gd name="T9" fmla="*/ 5 h 844"/>
                    <a:gd name="T10" fmla="*/ 606 w 984"/>
                    <a:gd name="T11" fmla="*/ 3 h 844"/>
                    <a:gd name="T12" fmla="*/ 642 w 984"/>
                    <a:gd name="T13" fmla="*/ 6 h 844"/>
                    <a:gd name="T14" fmla="*/ 682 w 984"/>
                    <a:gd name="T15" fmla="*/ 5 h 844"/>
                    <a:gd name="T16" fmla="*/ 706 w 984"/>
                    <a:gd name="T17" fmla="*/ 4 h 844"/>
                    <a:gd name="T18" fmla="*/ 762 w 984"/>
                    <a:gd name="T19" fmla="*/ 2 h 844"/>
                    <a:gd name="T20" fmla="*/ 798 w 984"/>
                    <a:gd name="T21" fmla="*/ 3 h 844"/>
                    <a:gd name="T22" fmla="*/ 798 w 984"/>
                    <a:gd name="T23" fmla="*/ 6 h 844"/>
                    <a:gd name="T24" fmla="*/ 790 w 984"/>
                    <a:gd name="T25" fmla="*/ 7 h 844"/>
                    <a:gd name="T26" fmla="*/ 766 w 984"/>
                    <a:gd name="T27" fmla="*/ 8 h 844"/>
                    <a:gd name="T28" fmla="*/ 762 w 984"/>
                    <a:gd name="T29" fmla="*/ 9 h 844"/>
                    <a:gd name="T30" fmla="*/ 802 w 984"/>
                    <a:gd name="T31" fmla="*/ 11 h 844"/>
                    <a:gd name="T32" fmla="*/ 786 w 984"/>
                    <a:gd name="T33" fmla="*/ 16 h 844"/>
                    <a:gd name="T34" fmla="*/ 830 w 984"/>
                    <a:gd name="T35" fmla="*/ 21 h 844"/>
                    <a:gd name="T36" fmla="*/ 854 w 984"/>
                    <a:gd name="T37" fmla="*/ 23 h 844"/>
                    <a:gd name="T38" fmla="*/ 830 w 984"/>
                    <a:gd name="T39" fmla="*/ 23 h 844"/>
                    <a:gd name="T40" fmla="*/ 746 w 984"/>
                    <a:gd name="T41" fmla="*/ 20 h 844"/>
                    <a:gd name="T42" fmla="*/ 678 w 984"/>
                    <a:gd name="T43" fmla="*/ 20 h 844"/>
                    <a:gd name="T44" fmla="*/ 590 w 984"/>
                    <a:gd name="T45" fmla="*/ 23 h 844"/>
                    <a:gd name="T46" fmla="*/ 642 w 984"/>
                    <a:gd name="T47" fmla="*/ 30 h 844"/>
                    <a:gd name="T48" fmla="*/ 710 w 984"/>
                    <a:gd name="T49" fmla="*/ 32 h 844"/>
                    <a:gd name="T50" fmla="*/ 738 w 984"/>
                    <a:gd name="T51" fmla="*/ 28 h 844"/>
                    <a:gd name="T52" fmla="*/ 774 w 984"/>
                    <a:gd name="T53" fmla="*/ 29 h 844"/>
                    <a:gd name="T54" fmla="*/ 766 w 984"/>
                    <a:gd name="T55" fmla="*/ 32 h 844"/>
                    <a:gd name="T56" fmla="*/ 802 w 984"/>
                    <a:gd name="T57" fmla="*/ 34 h 844"/>
                    <a:gd name="T58" fmla="*/ 838 w 984"/>
                    <a:gd name="T59" fmla="*/ 34 h 844"/>
                    <a:gd name="T60" fmla="*/ 922 w 984"/>
                    <a:gd name="T61" fmla="*/ 41 h 844"/>
                    <a:gd name="T62" fmla="*/ 942 w 984"/>
                    <a:gd name="T63" fmla="*/ 42 h 844"/>
                    <a:gd name="T64" fmla="*/ 874 w 984"/>
                    <a:gd name="T65" fmla="*/ 41 h 844"/>
                    <a:gd name="T66" fmla="*/ 830 w 984"/>
                    <a:gd name="T67" fmla="*/ 39 h 844"/>
                    <a:gd name="T68" fmla="*/ 778 w 984"/>
                    <a:gd name="T69" fmla="*/ 36 h 844"/>
                    <a:gd name="T70" fmla="*/ 702 w 984"/>
                    <a:gd name="T71" fmla="*/ 34 h 844"/>
                    <a:gd name="T72" fmla="*/ 614 w 984"/>
                    <a:gd name="T73" fmla="*/ 33 h 844"/>
                    <a:gd name="T74" fmla="*/ 506 w 984"/>
                    <a:gd name="T75" fmla="*/ 30 h 844"/>
                    <a:gd name="T76" fmla="*/ 462 w 984"/>
                    <a:gd name="T77" fmla="*/ 26 h 844"/>
                    <a:gd name="T78" fmla="*/ 430 w 984"/>
                    <a:gd name="T79" fmla="*/ 24 h 844"/>
                    <a:gd name="T80" fmla="*/ 382 w 984"/>
                    <a:gd name="T81" fmla="*/ 21 h 844"/>
                    <a:gd name="T82" fmla="*/ 342 w 984"/>
                    <a:gd name="T83" fmla="*/ 19 h 844"/>
                    <a:gd name="T84" fmla="*/ 354 w 984"/>
                    <a:gd name="T85" fmla="*/ 21 h 844"/>
                    <a:gd name="T86" fmla="*/ 418 w 984"/>
                    <a:gd name="T87" fmla="*/ 25 h 844"/>
                    <a:gd name="T88" fmla="*/ 422 w 984"/>
                    <a:gd name="T89" fmla="*/ 26 h 844"/>
                    <a:gd name="T90" fmla="*/ 394 w 984"/>
                    <a:gd name="T91" fmla="*/ 26 h 844"/>
                    <a:gd name="T92" fmla="*/ 354 w 984"/>
                    <a:gd name="T93" fmla="*/ 24 h 844"/>
                    <a:gd name="T94" fmla="*/ 314 w 984"/>
                    <a:gd name="T95" fmla="*/ 20 h 844"/>
                    <a:gd name="T96" fmla="*/ 266 w 984"/>
                    <a:gd name="T97" fmla="*/ 17 h 844"/>
                    <a:gd name="T98" fmla="*/ 210 w 984"/>
                    <a:gd name="T99" fmla="*/ 16 h 844"/>
                    <a:gd name="T100" fmla="*/ 154 w 984"/>
                    <a:gd name="T101" fmla="*/ 11 h 844"/>
                    <a:gd name="T102" fmla="*/ 66 w 984"/>
                    <a:gd name="T103" fmla="*/ 3 h 844"/>
                    <a:gd name="T104" fmla="*/ 34 w 984"/>
                    <a:gd name="T105" fmla="*/ 2 h 844"/>
                    <a:gd name="T106" fmla="*/ 46 w 984"/>
                    <a:gd name="T107" fmla="*/ 2 h 844"/>
                    <a:gd name="T108" fmla="*/ 102 w 984"/>
                    <a:gd name="T109" fmla="*/ 3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 h 48"/>
                    <a:gd name="T2" fmla="*/ 10 w 36"/>
                    <a:gd name="T3" fmla="*/ 2 h 48"/>
                    <a:gd name="T4" fmla="*/ 6 w 36"/>
                    <a:gd name="T5" fmla="*/ 2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2 h 37"/>
                    <a:gd name="T2" fmla="*/ 27 w 36"/>
                    <a:gd name="T3" fmla="*/ 1 h 37"/>
                    <a:gd name="T4" fmla="*/ 80 w 36"/>
                    <a:gd name="T5" fmla="*/ 2 h 37"/>
                    <a:gd name="T6" fmla="*/ 8 w 36"/>
                    <a:gd name="T7" fmla="*/ 2 h 37"/>
                    <a:gd name="T8" fmla="*/ 0 w 36"/>
                    <a:gd name="T9" fmla="*/ 2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 h 96"/>
                    <a:gd name="T2" fmla="*/ 28 w 170"/>
                    <a:gd name="T3" fmla="*/ 3 h 96"/>
                    <a:gd name="T4" fmla="*/ 56 w 170"/>
                    <a:gd name="T5" fmla="*/ 3 h 96"/>
                    <a:gd name="T6" fmla="*/ 80 w 170"/>
                    <a:gd name="T7" fmla="*/ 3 h 96"/>
                    <a:gd name="T8" fmla="*/ 64 w 170"/>
                    <a:gd name="T9" fmla="*/ 3 h 96"/>
                    <a:gd name="T10" fmla="*/ 139 w 170"/>
                    <a:gd name="T11" fmla="*/ 4 h 96"/>
                    <a:gd name="T12" fmla="*/ 175 w 170"/>
                    <a:gd name="T13" fmla="*/ 5 h 96"/>
                    <a:gd name="T14" fmla="*/ 131 w 170"/>
                    <a:gd name="T15" fmla="*/ 6 h 96"/>
                    <a:gd name="T16" fmla="*/ 103 w 170"/>
                    <a:gd name="T17" fmla="*/ 5 h 96"/>
                    <a:gd name="T18" fmla="*/ 76 w 170"/>
                    <a:gd name="T19" fmla="*/ 4 h 96"/>
                    <a:gd name="T20" fmla="*/ 24 w 170"/>
                    <a:gd name="T21" fmla="*/ 3 h 96"/>
                    <a:gd name="T22" fmla="*/ 0 w 170"/>
                    <a:gd name="T23" fmla="*/ 4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3 h 44"/>
                    <a:gd name="T4" fmla="*/ 88 w 138"/>
                    <a:gd name="T5" fmla="*/ 3 h 44"/>
                    <a:gd name="T6" fmla="*/ 112 w 138"/>
                    <a:gd name="T7" fmla="*/ 3 h 44"/>
                    <a:gd name="T8" fmla="*/ 108 w 138"/>
                    <a:gd name="T9" fmla="*/ 3 h 44"/>
                    <a:gd name="T10" fmla="*/ 64 w 138"/>
                    <a:gd name="T11" fmla="*/ 3 h 44"/>
                    <a:gd name="T12" fmla="*/ 0 w 138"/>
                    <a:gd name="T13" fmla="*/ 3 h 44"/>
                    <a:gd name="T14" fmla="*/ 28 w 138"/>
                    <a:gd name="T15" fmla="*/ 3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 h 42"/>
                    <a:gd name="T2" fmla="*/ 28 w 57"/>
                    <a:gd name="T3" fmla="*/ 2 h 42"/>
                    <a:gd name="T4" fmla="*/ 17 w 57"/>
                    <a:gd name="T5" fmla="*/ 2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9 w 39"/>
                    <a:gd name="T1" fmla="*/ 3 h 52"/>
                    <a:gd name="T2" fmla="*/ 9 w 39"/>
                    <a:gd name="T3" fmla="*/ 0 h 52"/>
                    <a:gd name="T4" fmla="*/ 9 w 39"/>
                    <a:gd name="T5" fmla="*/ 3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2 h 80"/>
                    <a:gd name="T2" fmla="*/ 20 w 44"/>
                    <a:gd name="T3" fmla="*/ 2 h 80"/>
                    <a:gd name="T4" fmla="*/ 39 w 44"/>
                    <a:gd name="T5" fmla="*/ 2 h 80"/>
                    <a:gd name="T6" fmla="*/ 51 w 44"/>
                    <a:gd name="T7" fmla="*/ 3 h 80"/>
                    <a:gd name="T8" fmla="*/ 39 w 44"/>
                    <a:gd name="T9" fmla="*/ 4 h 80"/>
                    <a:gd name="T10" fmla="*/ 0 w 44"/>
                    <a:gd name="T11" fmla="*/ 2 h 80"/>
                    <a:gd name="T12" fmla="*/ 4 w 44"/>
                    <a:gd name="T13" fmla="*/ 2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83771 w 323"/>
                    <a:gd name="T1" fmla="*/ 1091 h 64"/>
                    <a:gd name="T2" fmla="*/ 87877 w 323"/>
                    <a:gd name="T3" fmla="*/ 6505 h 64"/>
                    <a:gd name="T4" fmla="*/ 89460 w 323"/>
                    <a:gd name="T5" fmla="*/ 0 h 64"/>
                    <a:gd name="T6" fmla="*/ 101018 w 323"/>
                    <a:gd name="T7" fmla="*/ 0 h 64"/>
                    <a:gd name="T8" fmla="*/ 109508 w 323"/>
                    <a:gd name="T9" fmla="*/ 14019 h 64"/>
                    <a:gd name="T10" fmla="*/ 121274 w 323"/>
                    <a:gd name="T11" fmla="*/ 8211 h 64"/>
                    <a:gd name="T12" fmla="*/ 119609 w 323"/>
                    <a:gd name="T13" fmla="*/ 23111 h 64"/>
                    <a:gd name="T14" fmla="*/ 113381 w 323"/>
                    <a:gd name="T15" fmla="*/ 37586 h 64"/>
                    <a:gd name="T16" fmla="*/ 112148 w 323"/>
                    <a:gd name="T17" fmla="*/ 23111 h 64"/>
                    <a:gd name="T18" fmla="*/ 109508 w 323"/>
                    <a:gd name="T19" fmla="*/ 24814 h 64"/>
                    <a:gd name="T20" fmla="*/ 106429 w 323"/>
                    <a:gd name="T21" fmla="*/ 23111 h 64"/>
                    <a:gd name="T22" fmla="*/ 100067 w 323"/>
                    <a:gd name="T23" fmla="*/ 17173 h 64"/>
                    <a:gd name="T24" fmla="*/ 86901 w 323"/>
                    <a:gd name="T25" fmla="*/ 30517 h 64"/>
                    <a:gd name="T26" fmla="*/ 76585 w 323"/>
                    <a:gd name="T27" fmla="*/ 35813 h 64"/>
                    <a:gd name="T28" fmla="*/ 80637 w 323"/>
                    <a:gd name="T29" fmla="*/ 45973 h 64"/>
                    <a:gd name="T30" fmla="*/ 71618 w 323"/>
                    <a:gd name="T31" fmla="*/ 50544 h 64"/>
                    <a:gd name="T32" fmla="*/ 64216 w 323"/>
                    <a:gd name="T33" fmla="*/ 48942 h 64"/>
                    <a:gd name="T34" fmla="*/ 67337 w 323"/>
                    <a:gd name="T35" fmla="*/ 45973 h 64"/>
                    <a:gd name="T36" fmla="*/ 64938 w 323"/>
                    <a:gd name="T37" fmla="*/ 32348 h 64"/>
                    <a:gd name="T38" fmla="*/ 64216 w 323"/>
                    <a:gd name="T39" fmla="*/ 24814 h 64"/>
                    <a:gd name="T40" fmla="*/ 60199 w 323"/>
                    <a:gd name="T41" fmla="*/ 18758 h 64"/>
                    <a:gd name="T42" fmla="*/ 54161 w 323"/>
                    <a:gd name="T43" fmla="*/ 21905 h 64"/>
                    <a:gd name="T44" fmla="*/ 51039 w 323"/>
                    <a:gd name="T45" fmla="*/ 21905 h 64"/>
                    <a:gd name="T46" fmla="*/ 46884 w 323"/>
                    <a:gd name="T47" fmla="*/ 20047 h 64"/>
                    <a:gd name="T48" fmla="*/ 31549 w 323"/>
                    <a:gd name="T49" fmla="*/ 1705 h 64"/>
                    <a:gd name="T50" fmla="*/ 22618 w 323"/>
                    <a:gd name="T51" fmla="*/ 11253 h 64"/>
                    <a:gd name="T52" fmla="*/ 1 w 323"/>
                    <a:gd name="T53" fmla="*/ 0 h 64"/>
                    <a:gd name="T54" fmla="*/ 83771 w 323"/>
                    <a:gd name="T55" fmla="*/ 109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40241 w 300"/>
                    <a:gd name="T1" fmla="*/ 29681 h 31"/>
                    <a:gd name="T2" fmla="*/ 11713 w 300"/>
                    <a:gd name="T3" fmla="*/ 1279 h 31"/>
                    <a:gd name="T4" fmla="*/ 109208 w 300"/>
                    <a:gd name="T5" fmla="*/ 0 h 31"/>
                    <a:gd name="T6" fmla="*/ 113272 w 300"/>
                    <a:gd name="T7" fmla="*/ 13426 h 31"/>
                    <a:gd name="T8" fmla="*/ 101044 w 300"/>
                    <a:gd name="T9" fmla="*/ 15383 h 31"/>
                    <a:gd name="T10" fmla="*/ 40241 w 300"/>
                    <a:gd name="T11" fmla="*/ 2968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3 h 29"/>
                    <a:gd name="T2" fmla="*/ 12 w 41"/>
                    <a:gd name="T3" fmla="*/ 3 h 29"/>
                    <a:gd name="T4" fmla="*/ 0 w 41"/>
                    <a:gd name="T5" fmla="*/ 3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25861419 w 436"/>
                    <a:gd name="T1" fmla="*/ 548578 h 152"/>
                    <a:gd name="T2" fmla="*/ 154524473 w 436"/>
                    <a:gd name="T3" fmla="*/ 0 h 152"/>
                    <a:gd name="T4" fmla="*/ 147374486 w 436"/>
                    <a:gd name="T5" fmla="*/ 36526122 h 152"/>
                    <a:gd name="T6" fmla="*/ 140743099 w 436"/>
                    <a:gd name="T7" fmla="*/ 45900314 h 152"/>
                    <a:gd name="T8" fmla="*/ 138924928 w 436"/>
                    <a:gd name="T9" fmla="*/ 47333755 h 152"/>
                    <a:gd name="T10" fmla="*/ 132865898 w 436"/>
                    <a:gd name="T11" fmla="*/ 49506188 h 152"/>
                    <a:gd name="T12" fmla="*/ 127888603 w 436"/>
                    <a:gd name="T13" fmla="*/ 59429406 h 152"/>
                    <a:gd name="T14" fmla="*/ 128357863 w 436"/>
                    <a:gd name="T15" fmla="*/ 66896919 h 152"/>
                    <a:gd name="T16" fmla="*/ 128934943 w 436"/>
                    <a:gd name="T17" fmla="*/ 72446599 h 152"/>
                    <a:gd name="T18" fmla="*/ 129710604 w 436"/>
                    <a:gd name="T19" fmla="*/ 76595963 h 152"/>
                    <a:gd name="T20" fmla="*/ 128357863 w 436"/>
                    <a:gd name="T21" fmla="*/ 82694252 h 152"/>
                    <a:gd name="T22" fmla="*/ 124426908 w 436"/>
                    <a:gd name="T23" fmla="*/ 81351686 h 152"/>
                    <a:gd name="T24" fmla="*/ 121258814 w 436"/>
                    <a:gd name="T25" fmla="*/ 87349413 h 152"/>
                    <a:gd name="T26" fmla="*/ 122935869 w 436"/>
                    <a:gd name="T27" fmla="*/ 71068312 h 152"/>
                    <a:gd name="T28" fmla="*/ 119720650 w 436"/>
                    <a:gd name="T29" fmla="*/ 67785196 h 152"/>
                    <a:gd name="T30" fmla="*/ 121833914 w 436"/>
                    <a:gd name="T31" fmla="*/ 63073317 h 152"/>
                    <a:gd name="T32" fmla="*/ 121258814 w 436"/>
                    <a:gd name="T33" fmla="*/ 60352267 h 152"/>
                    <a:gd name="T34" fmla="*/ 113390574 w 436"/>
                    <a:gd name="T35" fmla="*/ 63621278 h 152"/>
                    <a:gd name="T36" fmla="*/ 112348183 w 436"/>
                    <a:gd name="T37" fmla="*/ 57523606 h 152"/>
                    <a:gd name="T38" fmla="*/ 105187306 w 436"/>
                    <a:gd name="T39" fmla="*/ 63621278 h 152"/>
                    <a:gd name="T40" fmla="*/ 113390574 w 436"/>
                    <a:gd name="T41" fmla="*/ 69725771 h 152"/>
                    <a:gd name="T42" fmla="*/ 108111890 w 436"/>
                    <a:gd name="T43" fmla="*/ 79087648 h 152"/>
                    <a:gd name="T44" fmla="*/ 110227156 w 436"/>
                    <a:gd name="T45" fmla="*/ 85182068 h 152"/>
                    <a:gd name="T46" fmla="*/ 111572415 w 436"/>
                    <a:gd name="T47" fmla="*/ 93447707 h 152"/>
                    <a:gd name="T48" fmla="*/ 109459622 w 436"/>
                    <a:gd name="T49" fmla="*/ 94011265 h 152"/>
                    <a:gd name="T50" fmla="*/ 111241646 w 436"/>
                    <a:gd name="T51" fmla="*/ 97293015 h 152"/>
                    <a:gd name="T52" fmla="*/ 108874759 w 436"/>
                    <a:gd name="T53" fmla="*/ 102821162 h 152"/>
                    <a:gd name="T54" fmla="*/ 0 w 436"/>
                    <a:gd name="T55" fmla="*/ 100931542 h 152"/>
                    <a:gd name="T56" fmla="*/ 25861419 w 436"/>
                    <a:gd name="T57" fmla="*/ 548578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6 h 165"/>
                    <a:gd name="T2" fmla="*/ 15 w 47"/>
                    <a:gd name="T3" fmla="*/ 5 h 165"/>
                    <a:gd name="T4" fmla="*/ 17 w 47"/>
                    <a:gd name="T5" fmla="*/ 2 h 165"/>
                    <a:gd name="T6" fmla="*/ 11 w 47"/>
                    <a:gd name="T7" fmla="*/ 2 h 165"/>
                    <a:gd name="T8" fmla="*/ 17 w 47"/>
                    <a:gd name="T9" fmla="*/ 2 h 165"/>
                    <a:gd name="T10" fmla="*/ 21 w 47"/>
                    <a:gd name="T11" fmla="*/ 0 h 165"/>
                    <a:gd name="T12" fmla="*/ 31 w 47"/>
                    <a:gd name="T13" fmla="*/ 2 h 165"/>
                    <a:gd name="T14" fmla="*/ 47 w 47"/>
                    <a:gd name="T15" fmla="*/ 4 h 165"/>
                    <a:gd name="T16" fmla="*/ 31 w 47"/>
                    <a:gd name="T17" fmla="*/ 5 h 165"/>
                    <a:gd name="T18" fmla="*/ 23 w 47"/>
                    <a:gd name="T19" fmla="*/ 5 h 165"/>
                    <a:gd name="T20" fmla="*/ 21 w 47"/>
                    <a:gd name="T21" fmla="*/ 6 h 165"/>
                    <a:gd name="T22" fmla="*/ 27 w 47"/>
                    <a:gd name="T23" fmla="*/ 6 h 165"/>
                    <a:gd name="T24" fmla="*/ 31 w 47"/>
                    <a:gd name="T25" fmla="*/ 6 h 165"/>
                    <a:gd name="T26" fmla="*/ 13 w 47"/>
                    <a:gd name="T27" fmla="*/ 6 h 165"/>
                    <a:gd name="T28" fmla="*/ 7 w 47"/>
                    <a:gd name="T29" fmla="*/ 6 h 165"/>
                    <a:gd name="T30" fmla="*/ 3 w 47"/>
                    <a:gd name="T31" fmla="*/ 6 h 165"/>
                    <a:gd name="T32" fmla="*/ 5 w 47"/>
                    <a:gd name="T33" fmla="*/ 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3 h 103"/>
                    <a:gd name="T2" fmla="*/ 30 w 138"/>
                    <a:gd name="T3" fmla="*/ 2 h 103"/>
                    <a:gd name="T4" fmla="*/ 50 w 138"/>
                    <a:gd name="T5" fmla="*/ 2 h 103"/>
                    <a:gd name="T6" fmla="*/ 54 w 138"/>
                    <a:gd name="T7" fmla="*/ 2 h 103"/>
                    <a:gd name="T8" fmla="*/ 66 w 138"/>
                    <a:gd name="T9" fmla="*/ 2 h 103"/>
                    <a:gd name="T10" fmla="*/ 80 w 138"/>
                    <a:gd name="T11" fmla="*/ 2 h 103"/>
                    <a:gd name="T12" fmla="*/ 116 w 138"/>
                    <a:gd name="T13" fmla="*/ 2 h 103"/>
                    <a:gd name="T14" fmla="*/ 130 w 138"/>
                    <a:gd name="T15" fmla="*/ 2 h 103"/>
                    <a:gd name="T16" fmla="*/ 138 w 138"/>
                    <a:gd name="T17" fmla="*/ 2 h 103"/>
                    <a:gd name="T18" fmla="*/ 106 w 138"/>
                    <a:gd name="T19" fmla="*/ 2 h 103"/>
                    <a:gd name="T20" fmla="*/ 84 w 138"/>
                    <a:gd name="T21" fmla="*/ 3 h 103"/>
                    <a:gd name="T22" fmla="*/ 66 w 138"/>
                    <a:gd name="T23" fmla="*/ 4 h 103"/>
                    <a:gd name="T24" fmla="*/ 48 w 138"/>
                    <a:gd name="T25" fmla="*/ 5 h 103"/>
                    <a:gd name="T26" fmla="*/ 26 w 138"/>
                    <a:gd name="T27" fmla="*/ 5 h 103"/>
                    <a:gd name="T28" fmla="*/ 20 w 138"/>
                    <a:gd name="T29" fmla="*/ 4 h 103"/>
                    <a:gd name="T30" fmla="*/ 22 w 138"/>
                    <a:gd name="T31" fmla="*/ 5 h 103"/>
                    <a:gd name="T32" fmla="*/ 0 w 138"/>
                    <a:gd name="T33" fmla="*/ 5 h 103"/>
                    <a:gd name="T34" fmla="*/ 10 w 138"/>
                    <a:gd name="T35" fmla="*/ 4 h 103"/>
                    <a:gd name="T36" fmla="*/ 26 w 138"/>
                    <a:gd name="T37" fmla="*/ 3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43 w 188"/>
                    <a:gd name="T1" fmla="*/ 2 h 214"/>
                    <a:gd name="T2" fmla="*/ 145 w 188"/>
                    <a:gd name="T3" fmla="*/ 2 h 214"/>
                    <a:gd name="T4" fmla="*/ 155 w 188"/>
                    <a:gd name="T5" fmla="*/ 0 h 214"/>
                    <a:gd name="T6" fmla="*/ 167 w 188"/>
                    <a:gd name="T7" fmla="*/ 2 h 214"/>
                    <a:gd name="T8" fmla="*/ 173 w 188"/>
                    <a:gd name="T9" fmla="*/ 2 h 214"/>
                    <a:gd name="T10" fmla="*/ 163 w 188"/>
                    <a:gd name="T11" fmla="*/ 3 h 214"/>
                    <a:gd name="T12" fmla="*/ 155 w 188"/>
                    <a:gd name="T13" fmla="*/ 4 h 214"/>
                    <a:gd name="T14" fmla="*/ 147 w 188"/>
                    <a:gd name="T15" fmla="*/ 7 h 214"/>
                    <a:gd name="T16" fmla="*/ 129 w 188"/>
                    <a:gd name="T17" fmla="*/ 7 h 214"/>
                    <a:gd name="T18" fmla="*/ 105 w 188"/>
                    <a:gd name="T19" fmla="*/ 7 h 214"/>
                    <a:gd name="T20" fmla="*/ 97 w 188"/>
                    <a:gd name="T21" fmla="*/ 7 h 214"/>
                    <a:gd name="T22" fmla="*/ 94 w 188"/>
                    <a:gd name="T23" fmla="*/ 8 h 214"/>
                    <a:gd name="T24" fmla="*/ 90 w 188"/>
                    <a:gd name="T25" fmla="*/ 8 h 214"/>
                    <a:gd name="T26" fmla="*/ 80 w 188"/>
                    <a:gd name="T27" fmla="*/ 7 h 214"/>
                    <a:gd name="T28" fmla="*/ 58 w 188"/>
                    <a:gd name="T29" fmla="*/ 8 h 214"/>
                    <a:gd name="T30" fmla="*/ 76 w 188"/>
                    <a:gd name="T31" fmla="*/ 8 h 214"/>
                    <a:gd name="T32" fmla="*/ 78 w 188"/>
                    <a:gd name="T33" fmla="*/ 9 h 214"/>
                    <a:gd name="T34" fmla="*/ 58 w 188"/>
                    <a:gd name="T35" fmla="*/ 9 h 214"/>
                    <a:gd name="T36" fmla="*/ 34 w 188"/>
                    <a:gd name="T37" fmla="*/ 9 h 214"/>
                    <a:gd name="T38" fmla="*/ 36 w 188"/>
                    <a:gd name="T39" fmla="*/ 8 h 214"/>
                    <a:gd name="T40" fmla="*/ 46 w 188"/>
                    <a:gd name="T41" fmla="*/ 8 h 214"/>
                    <a:gd name="T42" fmla="*/ 34 w 188"/>
                    <a:gd name="T43" fmla="*/ 8 h 214"/>
                    <a:gd name="T44" fmla="*/ 26 w 188"/>
                    <a:gd name="T45" fmla="*/ 9 h 214"/>
                    <a:gd name="T46" fmla="*/ 30 w 188"/>
                    <a:gd name="T47" fmla="*/ 10 h 214"/>
                    <a:gd name="T48" fmla="*/ 14 w 188"/>
                    <a:gd name="T49" fmla="*/ 11 h 214"/>
                    <a:gd name="T50" fmla="*/ 0 w 188"/>
                    <a:gd name="T51" fmla="*/ 12 h 214"/>
                    <a:gd name="T52" fmla="*/ 8 w 188"/>
                    <a:gd name="T53" fmla="*/ 10 h 214"/>
                    <a:gd name="T54" fmla="*/ 0 w 188"/>
                    <a:gd name="T55" fmla="*/ 9 h 214"/>
                    <a:gd name="T56" fmla="*/ 14 w 188"/>
                    <a:gd name="T57" fmla="*/ 8 h 214"/>
                    <a:gd name="T58" fmla="*/ 32 w 188"/>
                    <a:gd name="T59" fmla="*/ 7 h 214"/>
                    <a:gd name="T60" fmla="*/ 44 w 188"/>
                    <a:gd name="T61" fmla="*/ 7 h 214"/>
                    <a:gd name="T62" fmla="*/ 72 w 188"/>
                    <a:gd name="T63" fmla="*/ 7 h 214"/>
                    <a:gd name="T64" fmla="*/ 84 w 188"/>
                    <a:gd name="T65" fmla="*/ 6 h 214"/>
                    <a:gd name="T66" fmla="*/ 99 w 188"/>
                    <a:gd name="T67" fmla="*/ 5 h 214"/>
                    <a:gd name="T68" fmla="*/ 105 w 188"/>
                    <a:gd name="T69" fmla="*/ 5 h 214"/>
                    <a:gd name="T70" fmla="*/ 117 w 188"/>
                    <a:gd name="T71" fmla="*/ 4 h 214"/>
                    <a:gd name="T72" fmla="*/ 135 w 188"/>
                    <a:gd name="T73" fmla="*/ 3 h 214"/>
                    <a:gd name="T74" fmla="*/ 139 w 188"/>
                    <a:gd name="T75" fmla="*/ 2 h 214"/>
                    <a:gd name="T76" fmla="*/ 133 w 188"/>
                    <a:gd name="T77" fmla="*/ 2 h 214"/>
                    <a:gd name="T78" fmla="*/ 137 w 188"/>
                    <a:gd name="T79" fmla="*/ 2 h 214"/>
                    <a:gd name="T80" fmla="*/ 143 w 188"/>
                    <a:gd name="T81" fmla="*/ 2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2 h 13"/>
                    <a:gd name="T2" fmla="*/ 4 w 13"/>
                    <a:gd name="T3" fmla="*/ 2 h 13"/>
                    <a:gd name="T4" fmla="*/ 0 w 13"/>
                    <a:gd name="T5" fmla="*/ 2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27 w 812"/>
                    <a:gd name="T1" fmla="*/ 2 h 564"/>
                    <a:gd name="T2" fmla="*/ 793 w 812"/>
                    <a:gd name="T3" fmla="*/ 4 h 564"/>
                    <a:gd name="T4" fmla="*/ 763 w 812"/>
                    <a:gd name="T5" fmla="*/ 6 h 564"/>
                    <a:gd name="T6" fmla="*/ 737 w 812"/>
                    <a:gd name="T7" fmla="*/ 7 h 564"/>
                    <a:gd name="T8" fmla="*/ 649 w 812"/>
                    <a:gd name="T9" fmla="*/ 9 h 564"/>
                    <a:gd name="T10" fmla="*/ 647 w 812"/>
                    <a:gd name="T11" fmla="*/ 11 h 564"/>
                    <a:gd name="T12" fmla="*/ 619 w 812"/>
                    <a:gd name="T13" fmla="*/ 11 h 564"/>
                    <a:gd name="T14" fmla="*/ 635 w 812"/>
                    <a:gd name="T15" fmla="*/ 9 h 564"/>
                    <a:gd name="T16" fmla="*/ 591 w 812"/>
                    <a:gd name="T17" fmla="*/ 9 h 564"/>
                    <a:gd name="T18" fmla="*/ 571 w 812"/>
                    <a:gd name="T19" fmla="*/ 11 h 564"/>
                    <a:gd name="T20" fmla="*/ 611 w 812"/>
                    <a:gd name="T21" fmla="*/ 14 h 564"/>
                    <a:gd name="T22" fmla="*/ 609 w 812"/>
                    <a:gd name="T23" fmla="*/ 19 h 564"/>
                    <a:gd name="T24" fmla="*/ 557 w 812"/>
                    <a:gd name="T25" fmla="*/ 20 h 564"/>
                    <a:gd name="T26" fmla="*/ 537 w 812"/>
                    <a:gd name="T27" fmla="*/ 20 h 564"/>
                    <a:gd name="T28" fmla="*/ 497 w 812"/>
                    <a:gd name="T29" fmla="*/ 17 h 564"/>
                    <a:gd name="T30" fmla="*/ 477 w 812"/>
                    <a:gd name="T31" fmla="*/ 17 h 564"/>
                    <a:gd name="T32" fmla="*/ 465 w 812"/>
                    <a:gd name="T33" fmla="*/ 20 h 564"/>
                    <a:gd name="T34" fmla="*/ 515 w 812"/>
                    <a:gd name="T35" fmla="*/ 24 h 564"/>
                    <a:gd name="T36" fmla="*/ 525 w 812"/>
                    <a:gd name="T37" fmla="*/ 26 h 564"/>
                    <a:gd name="T38" fmla="*/ 541 w 812"/>
                    <a:gd name="T39" fmla="*/ 28 h 564"/>
                    <a:gd name="T40" fmla="*/ 507 w 812"/>
                    <a:gd name="T41" fmla="*/ 28 h 564"/>
                    <a:gd name="T42" fmla="*/ 485 w 812"/>
                    <a:gd name="T43" fmla="*/ 26 h 564"/>
                    <a:gd name="T44" fmla="*/ 437 w 812"/>
                    <a:gd name="T45" fmla="*/ 21 h 564"/>
                    <a:gd name="T46" fmla="*/ 441 w 812"/>
                    <a:gd name="T47" fmla="*/ 16 h 564"/>
                    <a:gd name="T48" fmla="*/ 437 w 812"/>
                    <a:gd name="T49" fmla="*/ 13 h 564"/>
                    <a:gd name="T50" fmla="*/ 427 w 812"/>
                    <a:gd name="T51" fmla="*/ 14 h 564"/>
                    <a:gd name="T52" fmla="*/ 386 w 812"/>
                    <a:gd name="T53" fmla="*/ 13 h 564"/>
                    <a:gd name="T54" fmla="*/ 360 w 812"/>
                    <a:gd name="T55" fmla="*/ 9 h 564"/>
                    <a:gd name="T56" fmla="*/ 330 w 812"/>
                    <a:gd name="T57" fmla="*/ 9 h 564"/>
                    <a:gd name="T58" fmla="*/ 288 w 812"/>
                    <a:gd name="T59" fmla="*/ 9 h 564"/>
                    <a:gd name="T60" fmla="*/ 242 w 812"/>
                    <a:gd name="T61" fmla="*/ 11 h 564"/>
                    <a:gd name="T62" fmla="*/ 196 w 812"/>
                    <a:gd name="T63" fmla="*/ 13 h 564"/>
                    <a:gd name="T64" fmla="*/ 184 w 812"/>
                    <a:gd name="T65" fmla="*/ 13 h 564"/>
                    <a:gd name="T66" fmla="*/ 160 w 812"/>
                    <a:gd name="T67" fmla="*/ 16 h 564"/>
                    <a:gd name="T68" fmla="*/ 152 w 812"/>
                    <a:gd name="T69" fmla="*/ 17 h 564"/>
                    <a:gd name="T70" fmla="*/ 128 w 812"/>
                    <a:gd name="T71" fmla="*/ 20 h 564"/>
                    <a:gd name="T72" fmla="*/ 94 w 812"/>
                    <a:gd name="T73" fmla="*/ 20 h 564"/>
                    <a:gd name="T74" fmla="*/ 66 w 812"/>
                    <a:gd name="T75" fmla="*/ 13 h 564"/>
                    <a:gd name="T76" fmla="*/ 72 w 812"/>
                    <a:gd name="T77" fmla="*/ 7 h 564"/>
                    <a:gd name="T78" fmla="*/ 44 w 812"/>
                    <a:gd name="T79" fmla="*/ 9 h 564"/>
                    <a:gd name="T80" fmla="*/ 20 w 812"/>
                    <a:gd name="T81" fmla="*/ 7 h 564"/>
                    <a:gd name="T82" fmla="*/ 24 w 812"/>
                    <a:gd name="T83" fmla="*/ 7 h 564"/>
                    <a:gd name="T84" fmla="*/ 0 w 812"/>
                    <a:gd name="T85" fmla="*/ 5 h 564"/>
                    <a:gd name="T86" fmla="*/ 813 w 812"/>
                    <a:gd name="T87" fmla="*/ 2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3 h 85"/>
                    <a:gd name="T2" fmla="*/ 32 w 43"/>
                    <a:gd name="T3" fmla="*/ 3 h 85"/>
                    <a:gd name="T4" fmla="*/ 73 w 43"/>
                    <a:gd name="T5" fmla="*/ 3 h 85"/>
                    <a:gd name="T6" fmla="*/ 35 w 43"/>
                    <a:gd name="T7" fmla="*/ 6 h 85"/>
                    <a:gd name="T8" fmla="*/ 1 w 43"/>
                    <a:gd name="T9" fmla="*/ 5 h 85"/>
                    <a:gd name="T10" fmla="*/ 7 w 43"/>
                    <a:gd name="T11" fmla="*/ 3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1 w 44"/>
                    <a:gd name="T1" fmla="*/ 2 h 74"/>
                    <a:gd name="T2" fmla="*/ 14 w 44"/>
                    <a:gd name="T3" fmla="*/ 2 h 74"/>
                    <a:gd name="T4" fmla="*/ 23 w 44"/>
                    <a:gd name="T5" fmla="*/ 2 h 74"/>
                    <a:gd name="T6" fmla="*/ 21 w 44"/>
                    <a:gd name="T7" fmla="*/ 2 h 74"/>
                    <a:gd name="T8" fmla="*/ 11 w 44"/>
                    <a:gd name="T9" fmla="*/ 2 h 74"/>
                    <a:gd name="T10" fmla="*/ 7 w 44"/>
                    <a:gd name="T11" fmla="*/ 2 h 74"/>
                    <a:gd name="T12" fmla="*/ 3 w 44"/>
                    <a:gd name="T13" fmla="*/ 2 h 74"/>
                    <a:gd name="T14" fmla="*/ 11 w 44"/>
                    <a:gd name="T15" fmla="*/ 2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2 h 30"/>
                    <a:gd name="T2" fmla="*/ 5 w 20"/>
                    <a:gd name="T3" fmla="*/ 2 h 30"/>
                    <a:gd name="T4" fmla="*/ 7 w 20"/>
                    <a:gd name="T5" fmla="*/ 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187232 w 682"/>
                    <a:gd name="T1" fmla="*/ 347720 h 557"/>
                    <a:gd name="T2" fmla="*/ 189101 w 682"/>
                    <a:gd name="T3" fmla="*/ 338147 h 557"/>
                    <a:gd name="T4" fmla="*/ 194652 w 682"/>
                    <a:gd name="T5" fmla="*/ 309636 h 557"/>
                    <a:gd name="T6" fmla="*/ 120394 w 682"/>
                    <a:gd name="T7" fmla="*/ 214838 h 557"/>
                    <a:gd name="T8" fmla="*/ 109830 w 682"/>
                    <a:gd name="T9" fmla="*/ 259318 h 557"/>
                    <a:gd name="T10" fmla="*/ 117972 w 682"/>
                    <a:gd name="T11" fmla="*/ 416544 h 557"/>
                    <a:gd name="T12" fmla="*/ 109830 w 682"/>
                    <a:gd name="T13" fmla="*/ 370326 h 557"/>
                    <a:gd name="T14" fmla="*/ 94255 w 682"/>
                    <a:gd name="T15" fmla="*/ 329386 h 557"/>
                    <a:gd name="T16" fmla="*/ 95431 w 682"/>
                    <a:gd name="T17" fmla="*/ 309636 h 557"/>
                    <a:gd name="T18" fmla="*/ 96319 w 682"/>
                    <a:gd name="T19" fmla="*/ 295619 h 557"/>
                    <a:gd name="T20" fmla="*/ 85614 w 682"/>
                    <a:gd name="T21" fmla="*/ 281141 h 557"/>
                    <a:gd name="T22" fmla="*/ 75558 w 682"/>
                    <a:gd name="T23" fmla="*/ 259318 h 557"/>
                    <a:gd name="T24" fmla="*/ 57526 w 682"/>
                    <a:gd name="T25" fmla="*/ 265078 h 557"/>
                    <a:gd name="T26" fmla="*/ 49245 w 682"/>
                    <a:gd name="T27" fmla="*/ 273580 h 557"/>
                    <a:gd name="T28" fmla="*/ 30353 w 682"/>
                    <a:gd name="T29" fmla="*/ 273580 h 557"/>
                    <a:gd name="T30" fmla="*/ 8641 w 682"/>
                    <a:gd name="T31" fmla="*/ 233862 h 557"/>
                    <a:gd name="T32" fmla="*/ 4249 w 682"/>
                    <a:gd name="T33" fmla="*/ 221516 h 557"/>
                    <a:gd name="T34" fmla="*/ 0 w 682"/>
                    <a:gd name="T35" fmla="*/ 197501 h 557"/>
                    <a:gd name="T36" fmla="*/ 9412 w 682"/>
                    <a:gd name="T37" fmla="*/ 159775 h 557"/>
                    <a:gd name="T38" fmla="*/ 12530 w 682"/>
                    <a:gd name="T39" fmla="*/ 135508 h 557"/>
                    <a:gd name="T40" fmla="*/ 19868 w 682"/>
                    <a:gd name="T41" fmla="*/ 106855 h 557"/>
                    <a:gd name="T42" fmla="*/ 31690 w 682"/>
                    <a:gd name="T43" fmla="*/ 86727 h 557"/>
                    <a:gd name="T44" fmla="*/ 65210 w 682"/>
                    <a:gd name="T45" fmla="*/ 50262 h 557"/>
                    <a:gd name="T46" fmla="*/ 85614 w 682"/>
                    <a:gd name="T47" fmla="*/ 22602 h 557"/>
                    <a:gd name="T48" fmla="*/ 100366 w 682"/>
                    <a:gd name="T49" fmla="*/ 4327 h 557"/>
                    <a:gd name="T50" fmla="*/ 141319 w 682"/>
                    <a:gd name="T51" fmla="*/ 1600 h 557"/>
                    <a:gd name="T52" fmla="*/ 154814 w 682"/>
                    <a:gd name="T53" fmla="*/ 0 h 557"/>
                    <a:gd name="T54" fmla="*/ 149372 w 682"/>
                    <a:gd name="T55" fmla="*/ 25282 h 557"/>
                    <a:gd name="T56" fmla="*/ 172398 w 682"/>
                    <a:gd name="T57" fmla="*/ 63221 h 557"/>
                    <a:gd name="T58" fmla="*/ 193527 w 682"/>
                    <a:gd name="T59" fmla="*/ 55469 h 557"/>
                    <a:gd name="T60" fmla="*/ 205840 w 682"/>
                    <a:gd name="T61" fmla="*/ 61113 h 557"/>
                    <a:gd name="T62" fmla="*/ 217472 w 682"/>
                    <a:gd name="T63" fmla="*/ 72794 h 557"/>
                    <a:gd name="T64" fmla="*/ 222720 w 682"/>
                    <a:gd name="T65" fmla="*/ 140878 h 557"/>
                    <a:gd name="T66" fmla="*/ 222720 w 682"/>
                    <a:gd name="T67" fmla="*/ 179906 h 557"/>
                    <a:gd name="T68" fmla="*/ 232980 w 682"/>
                    <a:gd name="T69" fmla="*/ 212134 h 557"/>
                    <a:gd name="T70" fmla="*/ 251195 w 682"/>
                    <a:gd name="T71" fmla="*/ 224812 h 557"/>
                    <a:gd name="T72" fmla="*/ 264567 w 682"/>
                    <a:gd name="T73" fmla="*/ 221516 h 557"/>
                    <a:gd name="T74" fmla="*/ 258338 w 682"/>
                    <a:gd name="T75" fmla="*/ 254971 h 557"/>
                    <a:gd name="T76" fmla="*/ 232980 w 682"/>
                    <a:gd name="T77" fmla="*/ 305277 h 557"/>
                    <a:gd name="T78" fmla="*/ 213342 w 682"/>
                    <a:gd name="T79" fmla="*/ 363599 h 557"/>
                    <a:gd name="T80" fmla="*/ 216406 w 682"/>
                    <a:gd name="T81" fmla="*/ 380855 h 557"/>
                    <a:gd name="T82" fmla="*/ 169227 w 682"/>
                    <a:gd name="T83" fmla="*/ 416544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92770 w 257"/>
                    <a:gd name="T1" fmla="*/ 263634 h 347"/>
                    <a:gd name="T2" fmla="*/ 88889 w 257"/>
                    <a:gd name="T3" fmla="*/ 228571 h 347"/>
                    <a:gd name="T4" fmla="*/ 82985 w 257"/>
                    <a:gd name="T5" fmla="*/ 218842 h 347"/>
                    <a:gd name="T6" fmla="*/ 82344 w 257"/>
                    <a:gd name="T7" fmla="*/ 204870 h 347"/>
                    <a:gd name="T8" fmla="*/ 79892 w 257"/>
                    <a:gd name="T9" fmla="*/ 193026 h 347"/>
                    <a:gd name="T10" fmla="*/ 79892 w 257"/>
                    <a:gd name="T11" fmla="*/ 173891 h 347"/>
                    <a:gd name="T12" fmla="*/ 79197 w 257"/>
                    <a:gd name="T13" fmla="*/ 162534 h 347"/>
                    <a:gd name="T14" fmla="*/ 87065 w 257"/>
                    <a:gd name="T15" fmla="*/ 153508 h 347"/>
                    <a:gd name="T16" fmla="*/ 98170 w 257"/>
                    <a:gd name="T17" fmla="*/ 150100 h 347"/>
                    <a:gd name="T18" fmla="*/ 98170 w 257"/>
                    <a:gd name="T19" fmla="*/ 103672 h 347"/>
                    <a:gd name="T20" fmla="*/ 20591 w 257"/>
                    <a:gd name="T21" fmla="*/ 72923 h 347"/>
                    <a:gd name="T22" fmla="*/ 12355 w 257"/>
                    <a:gd name="T23" fmla="*/ 74595 h 347"/>
                    <a:gd name="T24" fmla="*/ 6270 w 257"/>
                    <a:gd name="T25" fmla="*/ 77564 h 347"/>
                    <a:gd name="T26" fmla="*/ 0 w 257"/>
                    <a:gd name="T27" fmla="*/ 113482 h 347"/>
                    <a:gd name="T28" fmla="*/ 35407 w 257"/>
                    <a:gd name="T29" fmla="*/ 262845 h 347"/>
                    <a:gd name="T30" fmla="*/ 92770 w 257"/>
                    <a:gd name="T31" fmla="*/ 263634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3 w 19"/>
                    <a:gd name="T1" fmla="*/ 2 h 37"/>
                    <a:gd name="T2" fmla="*/ 3 w 19"/>
                    <a:gd name="T3" fmla="*/ 2 h 37"/>
                    <a:gd name="T4" fmla="*/ 3 w 19"/>
                    <a:gd name="T5" fmla="*/ 2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1 w 22"/>
                    <a:gd name="T1" fmla="*/ 3 h 20"/>
                    <a:gd name="T2" fmla="*/ 11 w 22"/>
                    <a:gd name="T3" fmla="*/ 0 h 20"/>
                    <a:gd name="T4" fmla="*/ 11 w 22"/>
                    <a:gd name="T5" fmla="*/ 3 h 20"/>
                    <a:gd name="T6" fmla="*/ 8 w 22"/>
                    <a:gd name="T7" fmla="*/ 3 h 20"/>
                    <a:gd name="T8" fmla="*/ 11 w 22"/>
                    <a:gd name="T9" fmla="*/ 3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2 h 30"/>
                    <a:gd name="T2" fmla="*/ 47 w 57"/>
                    <a:gd name="T3" fmla="*/ 2 h 30"/>
                    <a:gd name="T4" fmla="*/ 51 w 57"/>
                    <a:gd name="T5" fmla="*/ 2 h 30"/>
                    <a:gd name="T6" fmla="*/ 24 w 57"/>
                    <a:gd name="T7" fmla="*/ 2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58 w 693"/>
                    <a:gd name="T1" fmla="*/ 23 h 696"/>
                    <a:gd name="T2" fmla="*/ 378 w 693"/>
                    <a:gd name="T3" fmla="*/ 22 h 696"/>
                    <a:gd name="T4" fmla="*/ 310 w 693"/>
                    <a:gd name="T5" fmla="*/ 20 h 696"/>
                    <a:gd name="T6" fmla="*/ 250 w 693"/>
                    <a:gd name="T7" fmla="*/ 20 h 696"/>
                    <a:gd name="T8" fmla="*/ 222 w 693"/>
                    <a:gd name="T9" fmla="*/ 20 h 696"/>
                    <a:gd name="T10" fmla="*/ 246 w 693"/>
                    <a:gd name="T11" fmla="*/ 20 h 696"/>
                    <a:gd name="T12" fmla="*/ 278 w 693"/>
                    <a:gd name="T13" fmla="*/ 23 h 696"/>
                    <a:gd name="T14" fmla="*/ 306 w 693"/>
                    <a:gd name="T15" fmla="*/ 24 h 696"/>
                    <a:gd name="T16" fmla="*/ 318 w 693"/>
                    <a:gd name="T17" fmla="*/ 25 h 696"/>
                    <a:gd name="T18" fmla="*/ 298 w 693"/>
                    <a:gd name="T19" fmla="*/ 27 h 696"/>
                    <a:gd name="T20" fmla="*/ 246 w 693"/>
                    <a:gd name="T21" fmla="*/ 31 h 696"/>
                    <a:gd name="T22" fmla="*/ 210 w 693"/>
                    <a:gd name="T23" fmla="*/ 31 h 696"/>
                    <a:gd name="T24" fmla="*/ 97 w 693"/>
                    <a:gd name="T25" fmla="*/ 34 h 696"/>
                    <a:gd name="T26" fmla="*/ 77 w 693"/>
                    <a:gd name="T27" fmla="*/ 31 h 696"/>
                    <a:gd name="T28" fmla="*/ 45 w 693"/>
                    <a:gd name="T29" fmla="*/ 25 h 696"/>
                    <a:gd name="T30" fmla="*/ 33 w 693"/>
                    <a:gd name="T31" fmla="*/ 22 h 696"/>
                    <a:gd name="T32" fmla="*/ 53 w 693"/>
                    <a:gd name="T33" fmla="*/ 16 h 696"/>
                    <a:gd name="T34" fmla="*/ 17 w 693"/>
                    <a:gd name="T35" fmla="*/ 20 h 696"/>
                    <a:gd name="T36" fmla="*/ 81 w 693"/>
                    <a:gd name="T37" fmla="*/ 13 h 696"/>
                    <a:gd name="T38" fmla="*/ 113 w 693"/>
                    <a:gd name="T39" fmla="*/ 11 h 696"/>
                    <a:gd name="T40" fmla="*/ 37 w 693"/>
                    <a:gd name="T41" fmla="*/ 11 h 696"/>
                    <a:gd name="T42" fmla="*/ 1 w 693"/>
                    <a:gd name="T43" fmla="*/ 9 h 696"/>
                    <a:gd name="T44" fmla="*/ 25 w 693"/>
                    <a:gd name="T45" fmla="*/ 7 h 696"/>
                    <a:gd name="T46" fmla="*/ 97 w 693"/>
                    <a:gd name="T47" fmla="*/ 6 h 696"/>
                    <a:gd name="T48" fmla="*/ 206 w 693"/>
                    <a:gd name="T49" fmla="*/ 6 h 696"/>
                    <a:gd name="T50" fmla="*/ 214 w 693"/>
                    <a:gd name="T51" fmla="*/ 3 h 696"/>
                    <a:gd name="T52" fmla="*/ 246 w 693"/>
                    <a:gd name="T53" fmla="*/ 0 h 696"/>
                    <a:gd name="T54" fmla="*/ 342 w 693"/>
                    <a:gd name="T55" fmla="*/ 2 h 696"/>
                    <a:gd name="T56" fmla="*/ 314 w 693"/>
                    <a:gd name="T57" fmla="*/ 4 h 696"/>
                    <a:gd name="T58" fmla="*/ 286 w 693"/>
                    <a:gd name="T59" fmla="*/ 9 h 696"/>
                    <a:gd name="T60" fmla="*/ 346 w 693"/>
                    <a:gd name="T61" fmla="*/ 9 h 696"/>
                    <a:gd name="T62" fmla="*/ 358 w 693"/>
                    <a:gd name="T63" fmla="*/ 7 h 696"/>
                    <a:gd name="T64" fmla="*/ 402 w 693"/>
                    <a:gd name="T65" fmla="*/ 5 h 696"/>
                    <a:gd name="T66" fmla="*/ 482 w 693"/>
                    <a:gd name="T67" fmla="*/ 4 h 696"/>
                    <a:gd name="T68" fmla="*/ 509 w 693"/>
                    <a:gd name="T69" fmla="*/ 2 h 696"/>
                    <a:gd name="T70" fmla="*/ 515 w 693"/>
                    <a:gd name="T71" fmla="*/ 23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322484 w 931"/>
                    <a:gd name="T1" fmla="*/ 0 h 149"/>
                    <a:gd name="T2" fmla="*/ 56001 w 931"/>
                    <a:gd name="T3" fmla="*/ 22213 h 149"/>
                    <a:gd name="T4" fmla="*/ 35417 w 931"/>
                    <a:gd name="T5" fmla="*/ 31868 h 149"/>
                    <a:gd name="T6" fmla="*/ 24195 w 931"/>
                    <a:gd name="T7" fmla="*/ 31868 h 149"/>
                    <a:gd name="T8" fmla="*/ 8661 w 931"/>
                    <a:gd name="T9" fmla="*/ 59081 h 149"/>
                    <a:gd name="T10" fmla="*/ 0 w 931"/>
                    <a:gd name="T11" fmla="*/ 80255 h 149"/>
                    <a:gd name="T12" fmla="*/ 23090 w 931"/>
                    <a:gd name="T13" fmla="*/ 88232 h 149"/>
                    <a:gd name="T14" fmla="*/ 37828 w 931"/>
                    <a:gd name="T15" fmla="*/ 73261 h 149"/>
                    <a:gd name="T16" fmla="*/ 42315 w 931"/>
                    <a:gd name="T17" fmla="*/ 64535 h 149"/>
                    <a:gd name="T18" fmla="*/ 65428 w 931"/>
                    <a:gd name="T19" fmla="*/ 39804 h 149"/>
                    <a:gd name="T20" fmla="*/ 84064 w 931"/>
                    <a:gd name="T21" fmla="*/ 35339 h 149"/>
                    <a:gd name="T22" fmla="*/ 92816 w 931"/>
                    <a:gd name="T23" fmla="*/ 71702 h 149"/>
                    <a:gd name="T24" fmla="*/ 73559 w 931"/>
                    <a:gd name="T25" fmla="*/ 83853 h 149"/>
                    <a:gd name="T26" fmla="*/ 90257 w 931"/>
                    <a:gd name="T27" fmla="*/ 86714 h 149"/>
                    <a:gd name="T28" fmla="*/ 97739 w 931"/>
                    <a:gd name="T29" fmla="*/ 68857 h 149"/>
                    <a:gd name="T30" fmla="*/ 104063 w 931"/>
                    <a:gd name="T31" fmla="*/ 70402 h 149"/>
                    <a:gd name="T32" fmla="*/ 98920 w 931"/>
                    <a:gd name="T33" fmla="*/ 41447 h 149"/>
                    <a:gd name="T34" fmla="*/ 104063 w 931"/>
                    <a:gd name="T35" fmla="*/ 33925 h 149"/>
                    <a:gd name="T36" fmla="*/ 108175 w 931"/>
                    <a:gd name="T37" fmla="*/ 67406 h 149"/>
                    <a:gd name="T38" fmla="*/ 104063 w 931"/>
                    <a:gd name="T39" fmla="*/ 86714 h 149"/>
                    <a:gd name="T40" fmla="*/ 115962 w 931"/>
                    <a:gd name="T41" fmla="*/ 99534 h 149"/>
                    <a:gd name="T42" fmla="*/ 116856 w 931"/>
                    <a:gd name="T43" fmla="*/ 70402 h 149"/>
                    <a:gd name="T44" fmla="*/ 129502 w 931"/>
                    <a:gd name="T45" fmla="*/ 78774 h 149"/>
                    <a:gd name="T46" fmla="*/ 149396 w 931"/>
                    <a:gd name="T47" fmla="*/ 56200 h 149"/>
                    <a:gd name="T48" fmla="*/ 159996 w 931"/>
                    <a:gd name="T49" fmla="*/ 38199 h 149"/>
                    <a:gd name="T50" fmla="*/ 171877 w 931"/>
                    <a:gd name="T51" fmla="*/ 42666 h 149"/>
                    <a:gd name="T52" fmla="*/ 177916 w 931"/>
                    <a:gd name="T53" fmla="*/ 38199 h 149"/>
                    <a:gd name="T54" fmla="*/ 168598 w 931"/>
                    <a:gd name="T55" fmla="*/ 33925 h 149"/>
                    <a:gd name="T56" fmla="*/ 185481 w 931"/>
                    <a:gd name="T57" fmla="*/ 26619 h 149"/>
                    <a:gd name="T58" fmla="*/ 212709 w 931"/>
                    <a:gd name="T59" fmla="*/ 41447 h 149"/>
                    <a:gd name="T60" fmla="*/ 227233 w 931"/>
                    <a:gd name="T61" fmla="*/ 31868 h 149"/>
                    <a:gd name="T62" fmla="*/ 228223 w 931"/>
                    <a:gd name="T63" fmla="*/ 48398 h 149"/>
                    <a:gd name="T64" fmla="*/ 222108 w 931"/>
                    <a:gd name="T65" fmla="*/ 77261 h 149"/>
                    <a:gd name="T66" fmla="*/ 239084 w 931"/>
                    <a:gd name="T67" fmla="*/ 67406 h 149"/>
                    <a:gd name="T68" fmla="*/ 243996 w 931"/>
                    <a:gd name="T69" fmla="*/ 61628 h 149"/>
                    <a:gd name="T70" fmla="*/ 253491 w 931"/>
                    <a:gd name="T71" fmla="*/ 46638 h 149"/>
                    <a:gd name="T72" fmla="*/ 310491 w 931"/>
                    <a:gd name="T73" fmla="*/ 64535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3 h 30"/>
                    <a:gd name="T2" fmla="*/ 16 w 31"/>
                    <a:gd name="T3" fmla="*/ 0 h 30"/>
                    <a:gd name="T4" fmla="*/ 15 w 31"/>
                    <a:gd name="T5" fmla="*/ 3 h 30"/>
                    <a:gd name="T6" fmla="*/ 3 w 31"/>
                    <a:gd name="T7" fmla="*/ 3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 h 32"/>
                    <a:gd name="T2" fmla="*/ 37 w 44"/>
                    <a:gd name="T3" fmla="*/ 0 h 32"/>
                    <a:gd name="T4" fmla="*/ 53 w 44"/>
                    <a:gd name="T5" fmla="*/ 3 h 32"/>
                    <a:gd name="T6" fmla="*/ 6 w 44"/>
                    <a:gd name="T7" fmla="*/ 3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2 h 18"/>
                    <a:gd name="T2" fmla="*/ 25 w 76"/>
                    <a:gd name="T3" fmla="*/ 2 h 18"/>
                    <a:gd name="T4" fmla="*/ 37 w 76"/>
                    <a:gd name="T5" fmla="*/ 2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3 h 44"/>
                    <a:gd name="T2" fmla="*/ 12 w 42"/>
                    <a:gd name="T3" fmla="*/ 3 h 44"/>
                    <a:gd name="T4" fmla="*/ 0 w 42"/>
                    <a:gd name="T5" fmla="*/ 3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 h 30"/>
                    <a:gd name="T2" fmla="*/ 78 w 31"/>
                    <a:gd name="T3" fmla="*/ 2 h 30"/>
                    <a:gd name="T4" fmla="*/ 7 w 31"/>
                    <a:gd name="T5" fmla="*/ 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fld id="{FC7EBCBE-DDD1-4067-BBA7-87DC0DEA09F1}" type="datetime1">
              <a:rPr lang="en-CA" smtClean="0"/>
              <a:t>2026-04-29</a:t>
            </a:fld>
            <a:endParaRPr lang="en-CA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1905000" y="6324600"/>
            <a:ext cx="5791200" cy="457200"/>
          </a:xfrm>
        </p:spPr>
        <p:txBody>
          <a:bodyPr/>
          <a:lstStyle>
            <a:lvl1pPr>
              <a:defRPr smtClean="0"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9206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100"/>
            </a:lvl1pPr>
            <a:lvl2pPr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CD2BCFC9-BDB7-47DC-828D-B6F0941662E2}" type="datetime1">
              <a:rPr lang="en-CA" smtClean="0"/>
              <a:t>2026-04-29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4633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C851B8-B837-4B7D-AD09-7A92E937B5D2}" type="datetime1">
              <a:rPr lang="en-CA" smtClean="0"/>
              <a:t>2026-04-29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6398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E648E1-A1EC-477E-AB07-73707C645E0B}" type="datetime1">
              <a:rPr lang="en-CA" smtClean="0"/>
              <a:t>2026-04-29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259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28F8C1-2D87-4822-9755-AA6D78025681}" type="datetime1">
              <a:rPr lang="en-CA" smtClean="0"/>
              <a:t>2026-04-29</a:t>
            </a:fld>
            <a:endParaRPr lang="en-CA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695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DAB665-01FA-4FD1-B5AD-AAB54E9B0246}" type="datetime1">
              <a:rPr lang="en-CA" smtClean="0"/>
              <a:t>2026-04-29</a:t>
            </a:fld>
            <a:endParaRPr lang="en-CA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9410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62EE71-4EF5-4C97-82FC-BBCDC6F36348}" type="datetime1">
              <a:rPr lang="en-CA" smtClean="0"/>
              <a:t>2026-04-29</a:t>
            </a:fld>
            <a:endParaRPr lang="en-CA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681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5F2A46-87A6-4211-ABFE-CC6949AB2CB6}" type="datetime1">
              <a:rPr lang="en-CA" smtClean="0"/>
              <a:t>2026-04-29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9828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E1C8C1-4524-405F-9FB9-433448AFDDE8}" type="datetime1">
              <a:rPr lang="en-CA" smtClean="0"/>
              <a:t>2026-04-29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5219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39289F-4777-4444-9EFE-058ABC554EF0}" type="datetime1">
              <a:rPr lang="en-CA" smtClean="0"/>
              <a:t>2026-04-29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295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4" y="930277"/>
            <a:ext cx="2052637" cy="53324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4" y="930277"/>
            <a:ext cx="6007100" cy="53324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C20143-68BF-48A7-9DB7-A3E2B30C6F7F}" type="datetime1">
              <a:rPr lang="en-CA" smtClean="0"/>
              <a:t>2026-04-29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0756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C4067E-A887-40AD-94E5-EE2DAEFEBA96}" type="datetime1">
              <a:rPr lang="en-CA" smtClean="0"/>
              <a:t>2026-04-29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513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5"/>
            <a:ext cx="40386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2"/>
            <a:ext cx="40386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D7C9E0-3184-4F11-956C-62675848ADC7}" type="datetime1">
              <a:rPr lang="en-CA" smtClean="0"/>
              <a:t>2026-04-29</a:t>
            </a:fld>
            <a:endParaRPr lang="en-CA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1141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yan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1" y="274638"/>
            <a:ext cx="7200800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5DCB738-42C9-486D-A71C-5D8300D01D65}" type="datetime1">
              <a:rPr lang="en-CA" smtClean="0"/>
              <a:t>2026-04-29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1" y="838201"/>
            <a:ext cx="7200800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251520" y="1484784"/>
            <a:ext cx="8637640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551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050" smtClean="0">
                <a:latin typeface="Arial" charset="0"/>
                <a:cs typeface="Arial" charset="0"/>
              </a:defRPr>
            </a:lvl1pPr>
          </a:lstStyle>
          <a:p>
            <a:fld id="{6024CF06-B43B-4564-B7B1-2BC5EC6C806E}" type="datetime1">
              <a:rPr lang="en-CA" smtClean="0"/>
              <a:t>2026-04-29</a:t>
            </a:fld>
            <a:endParaRPr lang="en-CA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3246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050" smtClean="0">
                <a:latin typeface="Arial" charset="0"/>
                <a:cs typeface="Arial" charset="0"/>
              </a:defRPr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50">
                <a:latin typeface="Arial" panose="020B0604020202020204" pitchFamily="34" charset="0"/>
              </a:defRPr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0 w 15"/>
                      <a:gd name="T1" fmla="*/ 0 h 23"/>
                      <a:gd name="T2" fmla="*/ 0 w 15"/>
                      <a:gd name="T3" fmla="*/ 0 h 23"/>
                      <a:gd name="T4" fmla="*/ 0 w 15"/>
                      <a:gd name="T5" fmla="*/ 0 h 23"/>
                      <a:gd name="T6" fmla="*/ 0 w 15"/>
                      <a:gd name="T7" fmla="*/ 0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0 w 20"/>
                      <a:gd name="T1" fmla="*/ 0 h 23"/>
                      <a:gd name="T2" fmla="*/ 0 w 20"/>
                      <a:gd name="T3" fmla="*/ 0 h 23"/>
                      <a:gd name="T4" fmla="*/ 0 w 20"/>
                      <a:gd name="T5" fmla="*/ 0 h 23"/>
                      <a:gd name="T6" fmla="*/ 0 w 20"/>
                      <a:gd name="T7" fmla="*/ 0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0 w 30"/>
                      <a:gd name="T1" fmla="*/ 0 h 42"/>
                      <a:gd name="T2" fmla="*/ 0 w 30"/>
                      <a:gd name="T3" fmla="*/ 0 h 42"/>
                      <a:gd name="T4" fmla="*/ 0 w 30"/>
                      <a:gd name="T5" fmla="*/ 0 h 42"/>
                      <a:gd name="T6" fmla="*/ 0 w 30"/>
                      <a:gd name="T7" fmla="*/ 0 h 42"/>
                      <a:gd name="T8" fmla="*/ 0 w 30"/>
                      <a:gd name="T9" fmla="*/ 0 h 42"/>
                      <a:gd name="T10" fmla="*/ 0 w 30"/>
                      <a:gd name="T11" fmla="*/ 0 h 42"/>
                      <a:gd name="T12" fmla="*/ 0 w 30"/>
                      <a:gd name="T13" fmla="*/ 0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0 w 25"/>
                      <a:gd name="T1" fmla="*/ 0 h 16"/>
                      <a:gd name="T2" fmla="*/ 0 w 25"/>
                      <a:gd name="T3" fmla="*/ 0 h 16"/>
                      <a:gd name="T4" fmla="*/ 0 w 25"/>
                      <a:gd name="T5" fmla="*/ 0 h 16"/>
                      <a:gd name="T6" fmla="*/ 0 w 25"/>
                      <a:gd name="T7" fmla="*/ 0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0 w 65"/>
                      <a:gd name="T1" fmla="*/ 0 h 46"/>
                      <a:gd name="T2" fmla="*/ 0 w 65"/>
                      <a:gd name="T3" fmla="*/ 0 h 46"/>
                      <a:gd name="T4" fmla="*/ 0 w 65"/>
                      <a:gd name="T5" fmla="*/ 0 h 46"/>
                      <a:gd name="T6" fmla="*/ 0 w 65"/>
                      <a:gd name="T7" fmla="*/ 0 h 46"/>
                      <a:gd name="T8" fmla="*/ 0 w 65"/>
                      <a:gd name="T9" fmla="*/ 0 h 46"/>
                      <a:gd name="T10" fmla="*/ 0 w 65"/>
                      <a:gd name="T11" fmla="*/ 0 h 46"/>
                      <a:gd name="T12" fmla="*/ 0 w 65"/>
                      <a:gd name="T13" fmla="*/ 0 h 46"/>
                      <a:gd name="T14" fmla="*/ 0 w 65"/>
                      <a:gd name="T15" fmla="*/ 0 h 46"/>
                      <a:gd name="T16" fmla="*/ 0 w 65"/>
                      <a:gd name="T17" fmla="*/ 0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0 h 47"/>
                      <a:gd name="T2" fmla="*/ 0 w 69"/>
                      <a:gd name="T3" fmla="*/ 0 h 47"/>
                      <a:gd name="T4" fmla="*/ 0 w 69"/>
                      <a:gd name="T5" fmla="*/ 0 h 47"/>
                      <a:gd name="T6" fmla="*/ 0 w 69"/>
                      <a:gd name="T7" fmla="*/ 0 h 47"/>
                      <a:gd name="T8" fmla="*/ 0 w 69"/>
                      <a:gd name="T9" fmla="*/ 0 h 47"/>
                      <a:gd name="T10" fmla="*/ 0 w 69"/>
                      <a:gd name="T11" fmla="*/ 0 h 47"/>
                      <a:gd name="T12" fmla="*/ 0 w 69"/>
                      <a:gd name="T13" fmla="*/ 0 h 47"/>
                      <a:gd name="T14" fmla="*/ 0 w 69"/>
                      <a:gd name="T15" fmla="*/ 0 h 47"/>
                      <a:gd name="T16" fmla="*/ 0 w 69"/>
                      <a:gd name="T17" fmla="*/ 0 h 47"/>
                      <a:gd name="T18" fmla="*/ 0 w 69"/>
                      <a:gd name="T19" fmla="*/ 0 h 47"/>
                      <a:gd name="T20" fmla="*/ 0 w 69"/>
                      <a:gd name="T21" fmla="*/ 0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0 w 355"/>
                      <a:gd name="T1" fmla="*/ 0 h 277"/>
                      <a:gd name="T2" fmla="*/ 0 w 355"/>
                      <a:gd name="T3" fmla="*/ 0 h 277"/>
                      <a:gd name="T4" fmla="*/ 0 w 355"/>
                      <a:gd name="T5" fmla="*/ 0 h 277"/>
                      <a:gd name="T6" fmla="*/ 0 w 355"/>
                      <a:gd name="T7" fmla="*/ 0 h 277"/>
                      <a:gd name="T8" fmla="*/ 0 w 355"/>
                      <a:gd name="T9" fmla="*/ 0 h 277"/>
                      <a:gd name="T10" fmla="*/ 0 w 355"/>
                      <a:gd name="T11" fmla="*/ 0 h 277"/>
                      <a:gd name="T12" fmla="*/ 0 w 355"/>
                      <a:gd name="T13" fmla="*/ 0 h 277"/>
                      <a:gd name="T14" fmla="*/ 0 w 355"/>
                      <a:gd name="T15" fmla="*/ 0 h 277"/>
                      <a:gd name="T16" fmla="*/ 0 w 355"/>
                      <a:gd name="T17" fmla="*/ 0 h 277"/>
                      <a:gd name="T18" fmla="*/ 0 w 355"/>
                      <a:gd name="T19" fmla="*/ 0 h 277"/>
                      <a:gd name="T20" fmla="*/ 0 w 355"/>
                      <a:gd name="T21" fmla="*/ 0 h 277"/>
                      <a:gd name="T22" fmla="*/ 0 w 355"/>
                      <a:gd name="T23" fmla="*/ 0 h 277"/>
                      <a:gd name="T24" fmla="*/ 0 w 355"/>
                      <a:gd name="T25" fmla="*/ 0 h 277"/>
                      <a:gd name="T26" fmla="*/ 0 w 355"/>
                      <a:gd name="T27" fmla="*/ 0 h 277"/>
                      <a:gd name="T28" fmla="*/ 0 w 355"/>
                      <a:gd name="T29" fmla="*/ 0 h 277"/>
                      <a:gd name="T30" fmla="*/ 0 w 355"/>
                      <a:gd name="T31" fmla="*/ 0 h 277"/>
                      <a:gd name="T32" fmla="*/ 0 w 355"/>
                      <a:gd name="T33" fmla="*/ 0 h 277"/>
                      <a:gd name="T34" fmla="*/ 0 w 355"/>
                      <a:gd name="T35" fmla="*/ 0 h 277"/>
                      <a:gd name="T36" fmla="*/ 0 w 355"/>
                      <a:gd name="T37" fmla="*/ 0 h 277"/>
                      <a:gd name="T38" fmla="*/ 0 w 355"/>
                      <a:gd name="T39" fmla="*/ 0 h 277"/>
                      <a:gd name="T40" fmla="*/ 0 w 355"/>
                      <a:gd name="T41" fmla="*/ 0 h 277"/>
                      <a:gd name="T42" fmla="*/ 0 w 355"/>
                      <a:gd name="T43" fmla="*/ 0 h 277"/>
                      <a:gd name="T44" fmla="*/ 0 w 355"/>
                      <a:gd name="T45" fmla="*/ 0 h 277"/>
                      <a:gd name="T46" fmla="*/ 0 w 355"/>
                      <a:gd name="T47" fmla="*/ 0 h 277"/>
                      <a:gd name="T48" fmla="*/ 0 w 355"/>
                      <a:gd name="T49" fmla="*/ 0 h 277"/>
                      <a:gd name="T50" fmla="*/ 0 w 355"/>
                      <a:gd name="T51" fmla="*/ 0 h 277"/>
                      <a:gd name="T52" fmla="*/ 0 w 355"/>
                      <a:gd name="T53" fmla="*/ 0 h 277"/>
                      <a:gd name="T54" fmla="*/ 0 w 355"/>
                      <a:gd name="T55" fmla="*/ 0 h 277"/>
                      <a:gd name="T56" fmla="*/ 0 w 355"/>
                      <a:gd name="T57" fmla="*/ 0 h 277"/>
                      <a:gd name="T58" fmla="*/ 0 w 355"/>
                      <a:gd name="T59" fmla="*/ 0 h 277"/>
                      <a:gd name="T60" fmla="*/ 0 w 355"/>
                      <a:gd name="T61" fmla="*/ 0 h 277"/>
                      <a:gd name="T62" fmla="*/ 0 w 355"/>
                      <a:gd name="T63" fmla="*/ 0 h 277"/>
                      <a:gd name="T64" fmla="*/ 0 w 355"/>
                      <a:gd name="T65" fmla="*/ 0 h 277"/>
                      <a:gd name="T66" fmla="*/ 0 w 355"/>
                      <a:gd name="T67" fmla="*/ 0 h 277"/>
                      <a:gd name="T68" fmla="*/ 0 w 355"/>
                      <a:gd name="T69" fmla="*/ 0 h 277"/>
                      <a:gd name="T70" fmla="*/ 0 w 355"/>
                      <a:gd name="T71" fmla="*/ 0 h 277"/>
                      <a:gd name="T72" fmla="*/ 0 w 355"/>
                      <a:gd name="T73" fmla="*/ 0 h 277"/>
                      <a:gd name="T74" fmla="*/ 0 w 355"/>
                      <a:gd name="T75" fmla="*/ 0 h 277"/>
                      <a:gd name="T76" fmla="*/ 0 w 355"/>
                      <a:gd name="T77" fmla="*/ 0 h 277"/>
                      <a:gd name="T78" fmla="*/ 0 w 355"/>
                      <a:gd name="T79" fmla="*/ 0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0 w 156"/>
                      <a:gd name="T1" fmla="*/ 0 h 206"/>
                      <a:gd name="T2" fmla="*/ 0 w 156"/>
                      <a:gd name="T3" fmla="*/ 0 h 206"/>
                      <a:gd name="T4" fmla="*/ 0 w 156"/>
                      <a:gd name="T5" fmla="*/ 0 h 206"/>
                      <a:gd name="T6" fmla="*/ 0 w 156"/>
                      <a:gd name="T7" fmla="*/ 0 h 206"/>
                      <a:gd name="T8" fmla="*/ 0 w 156"/>
                      <a:gd name="T9" fmla="*/ 0 h 206"/>
                      <a:gd name="T10" fmla="*/ 0 w 156"/>
                      <a:gd name="T11" fmla="*/ 0 h 206"/>
                      <a:gd name="T12" fmla="*/ 0 w 156"/>
                      <a:gd name="T13" fmla="*/ 0 h 206"/>
                      <a:gd name="T14" fmla="*/ 0 w 156"/>
                      <a:gd name="T15" fmla="*/ 0 h 206"/>
                      <a:gd name="T16" fmla="*/ 0 w 156"/>
                      <a:gd name="T17" fmla="*/ 0 h 206"/>
                      <a:gd name="T18" fmla="*/ 0 w 156"/>
                      <a:gd name="T19" fmla="*/ 0 h 206"/>
                      <a:gd name="T20" fmla="*/ 0 w 156"/>
                      <a:gd name="T21" fmla="*/ 0 h 206"/>
                      <a:gd name="T22" fmla="*/ 0 w 156"/>
                      <a:gd name="T23" fmla="*/ 0 h 206"/>
                      <a:gd name="T24" fmla="*/ 0 w 156"/>
                      <a:gd name="T25" fmla="*/ 0 h 206"/>
                      <a:gd name="T26" fmla="*/ 0 w 156"/>
                      <a:gd name="T27" fmla="*/ 0 h 206"/>
                      <a:gd name="T28" fmla="*/ 0 w 156"/>
                      <a:gd name="T29" fmla="*/ 0 h 206"/>
                      <a:gd name="T30" fmla="*/ 0 w 156"/>
                      <a:gd name="T31" fmla="*/ 0 h 206"/>
                      <a:gd name="T32" fmla="*/ 0 w 156"/>
                      <a:gd name="T33" fmla="*/ 0 h 206"/>
                      <a:gd name="T34" fmla="*/ 0 w 156"/>
                      <a:gd name="T35" fmla="*/ 0 h 206"/>
                      <a:gd name="T36" fmla="*/ 0 w 156"/>
                      <a:gd name="T37" fmla="*/ 0 h 206"/>
                      <a:gd name="T38" fmla="*/ 0 w 156"/>
                      <a:gd name="T39" fmla="*/ 0 h 206"/>
                      <a:gd name="T40" fmla="*/ 0 w 156"/>
                      <a:gd name="T41" fmla="*/ 0 h 206"/>
                      <a:gd name="T42" fmla="*/ 0 w 156"/>
                      <a:gd name="T43" fmla="*/ 0 h 206"/>
                      <a:gd name="T44" fmla="*/ 0 w 156"/>
                      <a:gd name="T45" fmla="*/ 0 h 206"/>
                      <a:gd name="T46" fmla="*/ 0 w 156"/>
                      <a:gd name="T47" fmla="*/ 0 h 206"/>
                      <a:gd name="T48" fmla="*/ 0 w 156"/>
                      <a:gd name="T49" fmla="*/ 0 h 206"/>
                      <a:gd name="T50" fmla="*/ 0 w 156"/>
                      <a:gd name="T51" fmla="*/ 0 h 206"/>
                      <a:gd name="T52" fmla="*/ 0 w 156"/>
                      <a:gd name="T53" fmla="*/ 0 h 206"/>
                      <a:gd name="T54" fmla="*/ 0 w 156"/>
                      <a:gd name="T55" fmla="*/ 0 h 206"/>
                      <a:gd name="T56" fmla="*/ 0 w 156"/>
                      <a:gd name="T57" fmla="*/ 0 h 206"/>
                      <a:gd name="T58" fmla="*/ 0 w 156"/>
                      <a:gd name="T59" fmla="*/ 0 h 206"/>
                      <a:gd name="T60" fmla="*/ 0 w 156"/>
                      <a:gd name="T61" fmla="*/ 0 h 206"/>
                      <a:gd name="T62" fmla="*/ 0 w 156"/>
                      <a:gd name="T63" fmla="*/ 0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0 w 109"/>
                      <a:gd name="T1" fmla="*/ 0 h 38"/>
                      <a:gd name="T2" fmla="*/ 0 w 109"/>
                      <a:gd name="T3" fmla="*/ 0 h 38"/>
                      <a:gd name="T4" fmla="*/ 0 w 109"/>
                      <a:gd name="T5" fmla="*/ 0 h 38"/>
                      <a:gd name="T6" fmla="*/ 0 w 109"/>
                      <a:gd name="T7" fmla="*/ 0 h 38"/>
                      <a:gd name="T8" fmla="*/ 0 w 109"/>
                      <a:gd name="T9" fmla="*/ 0 h 38"/>
                      <a:gd name="T10" fmla="*/ 0 w 109"/>
                      <a:gd name="T11" fmla="*/ 0 h 38"/>
                      <a:gd name="T12" fmla="*/ 0 w 109"/>
                      <a:gd name="T13" fmla="*/ 0 h 38"/>
                      <a:gd name="T14" fmla="*/ 0 w 109"/>
                      <a:gd name="T15" fmla="*/ 0 h 38"/>
                      <a:gd name="T16" fmla="*/ 0 w 109"/>
                      <a:gd name="T17" fmla="*/ 0 h 38"/>
                      <a:gd name="T18" fmla="*/ 0 w 109"/>
                      <a:gd name="T19" fmla="*/ 0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0 w 76"/>
                      <a:gd name="T1" fmla="*/ 0 h 104"/>
                      <a:gd name="T2" fmla="*/ 0 w 76"/>
                      <a:gd name="T3" fmla="*/ 0 h 104"/>
                      <a:gd name="T4" fmla="*/ 0 w 76"/>
                      <a:gd name="T5" fmla="*/ 0 h 104"/>
                      <a:gd name="T6" fmla="*/ 0 w 76"/>
                      <a:gd name="T7" fmla="*/ 0 h 104"/>
                      <a:gd name="T8" fmla="*/ 0 w 76"/>
                      <a:gd name="T9" fmla="*/ 0 h 104"/>
                      <a:gd name="T10" fmla="*/ 0 w 76"/>
                      <a:gd name="T11" fmla="*/ 0 h 104"/>
                      <a:gd name="T12" fmla="*/ 0 w 76"/>
                      <a:gd name="T13" fmla="*/ 0 h 104"/>
                      <a:gd name="T14" fmla="*/ 0 w 76"/>
                      <a:gd name="T15" fmla="*/ 0 h 104"/>
                      <a:gd name="T16" fmla="*/ 0 w 76"/>
                      <a:gd name="T17" fmla="*/ 0 h 104"/>
                      <a:gd name="T18" fmla="*/ 0 w 76"/>
                      <a:gd name="T19" fmla="*/ 0 h 104"/>
                      <a:gd name="T20" fmla="*/ 0 w 76"/>
                      <a:gd name="T21" fmla="*/ 0 h 104"/>
                      <a:gd name="T22" fmla="*/ 0 w 76"/>
                      <a:gd name="T23" fmla="*/ 0 h 104"/>
                      <a:gd name="T24" fmla="*/ 0 w 76"/>
                      <a:gd name="T25" fmla="*/ 0 h 104"/>
                      <a:gd name="T26" fmla="*/ 0 w 76"/>
                      <a:gd name="T27" fmla="*/ 0 h 104"/>
                      <a:gd name="T28" fmla="*/ 0 w 76"/>
                      <a:gd name="T29" fmla="*/ 0 h 104"/>
                      <a:gd name="T30" fmla="*/ 0 w 76"/>
                      <a:gd name="T31" fmla="*/ 0 h 104"/>
                      <a:gd name="T32" fmla="*/ 0 w 76"/>
                      <a:gd name="T33" fmla="*/ 0 h 104"/>
                      <a:gd name="T34" fmla="*/ 0 w 76"/>
                      <a:gd name="T35" fmla="*/ 0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0 w 37"/>
                      <a:gd name="T1" fmla="*/ 0 h 61"/>
                      <a:gd name="T2" fmla="*/ 0 w 37"/>
                      <a:gd name="T3" fmla="*/ 0 h 61"/>
                      <a:gd name="T4" fmla="*/ 0 w 37"/>
                      <a:gd name="T5" fmla="*/ 0 h 61"/>
                      <a:gd name="T6" fmla="*/ 0 w 37"/>
                      <a:gd name="T7" fmla="*/ 0 h 61"/>
                      <a:gd name="T8" fmla="*/ 0 w 37"/>
                      <a:gd name="T9" fmla="*/ 0 h 61"/>
                      <a:gd name="T10" fmla="*/ 0 w 37"/>
                      <a:gd name="T11" fmla="*/ 0 h 61"/>
                      <a:gd name="T12" fmla="*/ 0 w 37"/>
                      <a:gd name="T13" fmla="*/ 0 h 61"/>
                      <a:gd name="T14" fmla="*/ 0 w 37"/>
                      <a:gd name="T15" fmla="*/ 0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0 w 49"/>
                      <a:gd name="T1" fmla="*/ 0 h 29"/>
                      <a:gd name="T2" fmla="*/ 0 w 49"/>
                      <a:gd name="T3" fmla="*/ 0 h 29"/>
                      <a:gd name="T4" fmla="*/ 0 w 49"/>
                      <a:gd name="T5" fmla="*/ 0 h 29"/>
                      <a:gd name="T6" fmla="*/ 0 w 49"/>
                      <a:gd name="T7" fmla="*/ 0 h 29"/>
                      <a:gd name="T8" fmla="*/ 0 w 49"/>
                      <a:gd name="T9" fmla="*/ 0 h 29"/>
                      <a:gd name="T10" fmla="*/ 0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0 w 61"/>
                      <a:gd name="T1" fmla="*/ 0 h 48"/>
                      <a:gd name="T2" fmla="*/ 0 w 61"/>
                      <a:gd name="T3" fmla="*/ 0 h 48"/>
                      <a:gd name="T4" fmla="*/ 0 w 61"/>
                      <a:gd name="T5" fmla="*/ 0 h 48"/>
                      <a:gd name="T6" fmla="*/ 0 w 61"/>
                      <a:gd name="T7" fmla="*/ 0 h 48"/>
                      <a:gd name="T8" fmla="*/ 0 w 61"/>
                      <a:gd name="T9" fmla="*/ 0 h 48"/>
                      <a:gd name="T10" fmla="*/ 0 w 61"/>
                      <a:gd name="T11" fmla="*/ 0 h 48"/>
                      <a:gd name="T12" fmla="*/ 0 w 61"/>
                      <a:gd name="T13" fmla="*/ 0 h 48"/>
                      <a:gd name="T14" fmla="*/ 0 w 61"/>
                      <a:gd name="T15" fmla="*/ 0 h 48"/>
                      <a:gd name="T16" fmla="*/ 0 w 61"/>
                      <a:gd name="T17" fmla="*/ 0 h 48"/>
                      <a:gd name="T18" fmla="*/ 0 w 61"/>
                      <a:gd name="T19" fmla="*/ 0 h 48"/>
                      <a:gd name="T20" fmla="*/ 0 w 61"/>
                      <a:gd name="T21" fmla="*/ 0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0 w 286"/>
                      <a:gd name="T1" fmla="*/ 0 h 182"/>
                      <a:gd name="T2" fmla="*/ 0 w 286"/>
                      <a:gd name="T3" fmla="*/ 0 h 182"/>
                      <a:gd name="T4" fmla="*/ 0 w 286"/>
                      <a:gd name="T5" fmla="*/ 0 h 182"/>
                      <a:gd name="T6" fmla="*/ 0 w 286"/>
                      <a:gd name="T7" fmla="*/ 0 h 182"/>
                      <a:gd name="T8" fmla="*/ 0 w 286"/>
                      <a:gd name="T9" fmla="*/ 0 h 182"/>
                      <a:gd name="T10" fmla="*/ 0 w 286"/>
                      <a:gd name="T11" fmla="*/ 0 h 182"/>
                      <a:gd name="T12" fmla="*/ 0 w 286"/>
                      <a:gd name="T13" fmla="*/ 0 h 182"/>
                      <a:gd name="T14" fmla="*/ 0 w 286"/>
                      <a:gd name="T15" fmla="*/ 0 h 182"/>
                      <a:gd name="T16" fmla="*/ 0 w 286"/>
                      <a:gd name="T17" fmla="*/ 0 h 182"/>
                      <a:gd name="T18" fmla="*/ 0 w 286"/>
                      <a:gd name="T19" fmla="*/ 0 h 182"/>
                      <a:gd name="T20" fmla="*/ 0 w 286"/>
                      <a:gd name="T21" fmla="*/ 0 h 182"/>
                      <a:gd name="T22" fmla="*/ 0 w 286"/>
                      <a:gd name="T23" fmla="*/ 0 h 182"/>
                      <a:gd name="T24" fmla="*/ 0 w 286"/>
                      <a:gd name="T25" fmla="*/ 0 h 182"/>
                      <a:gd name="T26" fmla="*/ 0 w 286"/>
                      <a:gd name="T27" fmla="*/ 0 h 182"/>
                      <a:gd name="T28" fmla="*/ 0 w 286"/>
                      <a:gd name="T29" fmla="*/ 0 h 182"/>
                      <a:gd name="T30" fmla="*/ 0 w 286"/>
                      <a:gd name="T31" fmla="*/ 0 h 182"/>
                      <a:gd name="T32" fmla="*/ 0 w 286"/>
                      <a:gd name="T33" fmla="*/ 0 h 182"/>
                      <a:gd name="T34" fmla="*/ 0 w 286"/>
                      <a:gd name="T35" fmla="*/ 0 h 182"/>
                      <a:gd name="T36" fmla="*/ 0 w 286"/>
                      <a:gd name="T37" fmla="*/ 0 h 182"/>
                      <a:gd name="T38" fmla="*/ 0 w 286"/>
                      <a:gd name="T39" fmla="*/ 0 h 182"/>
                      <a:gd name="T40" fmla="*/ 0 w 286"/>
                      <a:gd name="T41" fmla="*/ 0 h 182"/>
                      <a:gd name="T42" fmla="*/ 0 w 286"/>
                      <a:gd name="T43" fmla="*/ 0 h 182"/>
                      <a:gd name="T44" fmla="*/ 0 w 286"/>
                      <a:gd name="T45" fmla="*/ 0 h 182"/>
                      <a:gd name="T46" fmla="*/ 0 w 286"/>
                      <a:gd name="T47" fmla="*/ 0 h 182"/>
                      <a:gd name="T48" fmla="*/ 0 w 286"/>
                      <a:gd name="T49" fmla="*/ 0 h 182"/>
                      <a:gd name="T50" fmla="*/ 0 w 286"/>
                      <a:gd name="T51" fmla="*/ 0 h 182"/>
                      <a:gd name="T52" fmla="*/ 0 w 286"/>
                      <a:gd name="T53" fmla="*/ 0 h 182"/>
                      <a:gd name="T54" fmla="*/ 0 w 286"/>
                      <a:gd name="T55" fmla="*/ 0 h 182"/>
                      <a:gd name="T56" fmla="*/ 0 w 286"/>
                      <a:gd name="T57" fmla="*/ 0 h 182"/>
                      <a:gd name="T58" fmla="*/ 0 w 286"/>
                      <a:gd name="T59" fmla="*/ 0 h 182"/>
                      <a:gd name="T60" fmla="*/ 0 w 286"/>
                      <a:gd name="T61" fmla="*/ 0 h 182"/>
                      <a:gd name="T62" fmla="*/ 0 w 286"/>
                      <a:gd name="T63" fmla="*/ 0 h 182"/>
                      <a:gd name="T64" fmla="*/ 0 w 286"/>
                      <a:gd name="T65" fmla="*/ 0 h 182"/>
                      <a:gd name="T66" fmla="*/ 0 w 286"/>
                      <a:gd name="T67" fmla="*/ 0 h 182"/>
                      <a:gd name="T68" fmla="*/ 0 w 286"/>
                      <a:gd name="T69" fmla="*/ 0 h 182"/>
                      <a:gd name="T70" fmla="*/ 0 w 286"/>
                      <a:gd name="T71" fmla="*/ 0 h 182"/>
                      <a:gd name="T72" fmla="*/ 0 w 286"/>
                      <a:gd name="T73" fmla="*/ 0 h 182"/>
                      <a:gd name="T74" fmla="*/ 0 w 286"/>
                      <a:gd name="T75" fmla="*/ 0 h 182"/>
                      <a:gd name="T76" fmla="*/ 0 w 286"/>
                      <a:gd name="T77" fmla="*/ 0 h 182"/>
                      <a:gd name="T78" fmla="*/ 0 w 286"/>
                      <a:gd name="T79" fmla="*/ 0 h 182"/>
                      <a:gd name="T80" fmla="*/ 0 w 286"/>
                      <a:gd name="T81" fmla="*/ 0 h 182"/>
                      <a:gd name="T82" fmla="*/ 0 w 286"/>
                      <a:gd name="T83" fmla="*/ 0 h 182"/>
                      <a:gd name="T84" fmla="*/ 0 w 286"/>
                      <a:gd name="T85" fmla="*/ 0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0 h 78"/>
                      <a:gd name="T2" fmla="*/ 0 w 78"/>
                      <a:gd name="T3" fmla="*/ 0 h 78"/>
                      <a:gd name="T4" fmla="*/ 0 w 78"/>
                      <a:gd name="T5" fmla="*/ 0 h 78"/>
                      <a:gd name="T6" fmla="*/ 0 w 78"/>
                      <a:gd name="T7" fmla="*/ 0 h 78"/>
                      <a:gd name="T8" fmla="*/ 0 w 78"/>
                      <a:gd name="T9" fmla="*/ 0 h 78"/>
                      <a:gd name="T10" fmla="*/ 0 w 78"/>
                      <a:gd name="T11" fmla="*/ 0 h 78"/>
                      <a:gd name="T12" fmla="*/ 0 w 78"/>
                      <a:gd name="T13" fmla="*/ 0 h 78"/>
                      <a:gd name="T14" fmla="*/ 0 w 78"/>
                      <a:gd name="T15" fmla="*/ 0 h 78"/>
                      <a:gd name="T16" fmla="*/ 0 w 78"/>
                      <a:gd name="T17" fmla="*/ 0 h 78"/>
                      <a:gd name="T18" fmla="*/ 0 w 78"/>
                      <a:gd name="T19" fmla="*/ 0 h 78"/>
                      <a:gd name="T20" fmla="*/ 0 w 78"/>
                      <a:gd name="T21" fmla="*/ 0 h 78"/>
                      <a:gd name="T22" fmla="*/ 0 w 78"/>
                      <a:gd name="T23" fmla="*/ 0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0 w 17"/>
                      <a:gd name="T1" fmla="*/ 0 h 18"/>
                      <a:gd name="T2" fmla="*/ 0 w 17"/>
                      <a:gd name="T3" fmla="*/ 0 h 18"/>
                      <a:gd name="T4" fmla="*/ 0 w 17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0 w 26"/>
                      <a:gd name="T1" fmla="*/ 0 h 22"/>
                      <a:gd name="T2" fmla="*/ 0 w 26"/>
                      <a:gd name="T3" fmla="*/ 0 h 22"/>
                      <a:gd name="T4" fmla="*/ 0 w 26"/>
                      <a:gd name="T5" fmla="*/ 0 h 22"/>
                      <a:gd name="T6" fmla="*/ 0 w 26"/>
                      <a:gd name="T7" fmla="*/ 0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0 h 80"/>
                      <a:gd name="T2" fmla="*/ 0 w 80"/>
                      <a:gd name="T3" fmla="*/ 0 h 80"/>
                      <a:gd name="T4" fmla="*/ 0 w 80"/>
                      <a:gd name="T5" fmla="*/ 0 h 80"/>
                      <a:gd name="T6" fmla="*/ 0 w 80"/>
                      <a:gd name="T7" fmla="*/ 0 h 80"/>
                      <a:gd name="T8" fmla="*/ 0 w 80"/>
                      <a:gd name="T9" fmla="*/ 0 h 80"/>
                      <a:gd name="T10" fmla="*/ 0 w 80"/>
                      <a:gd name="T11" fmla="*/ 0 h 80"/>
                      <a:gd name="T12" fmla="*/ 0 w 80"/>
                      <a:gd name="T13" fmla="*/ 0 h 80"/>
                      <a:gd name="T14" fmla="*/ 0 w 80"/>
                      <a:gd name="T15" fmla="*/ 0 h 80"/>
                      <a:gd name="T16" fmla="*/ 0 w 80"/>
                      <a:gd name="T17" fmla="*/ 0 h 80"/>
                      <a:gd name="T18" fmla="*/ 0 w 80"/>
                      <a:gd name="T19" fmla="*/ 0 h 80"/>
                      <a:gd name="T20" fmla="*/ 0 w 80"/>
                      <a:gd name="T21" fmla="*/ 0 h 80"/>
                      <a:gd name="T22" fmla="*/ 0 w 80"/>
                      <a:gd name="T23" fmla="*/ 0 h 80"/>
                      <a:gd name="T24" fmla="*/ 0 w 80"/>
                      <a:gd name="T25" fmla="*/ 0 h 80"/>
                      <a:gd name="T26" fmla="*/ 0 w 80"/>
                      <a:gd name="T27" fmla="*/ 0 h 80"/>
                      <a:gd name="T28" fmla="*/ 0 w 80"/>
                      <a:gd name="T29" fmla="*/ 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0 w 94"/>
                      <a:gd name="T1" fmla="*/ 0 h 174"/>
                      <a:gd name="T2" fmla="*/ 0 w 94"/>
                      <a:gd name="T3" fmla="*/ 0 h 174"/>
                      <a:gd name="T4" fmla="*/ 0 w 94"/>
                      <a:gd name="T5" fmla="*/ 0 h 174"/>
                      <a:gd name="T6" fmla="*/ 0 w 94"/>
                      <a:gd name="T7" fmla="*/ 0 h 174"/>
                      <a:gd name="T8" fmla="*/ 0 w 94"/>
                      <a:gd name="T9" fmla="*/ 0 h 174"/>
                      <a:gd name="T10" fmla="*/ 0 w 94"/>
                      <a:gd name="T11" fmla="*/ 0 h 174"/>
                      <a:gd name="T12" fmla="*/ 0 w 94"/>
                      <a:gd name="T13" fmla="*/ 0 h 174"/>
                      <a:gd name="T14" fmla="*/ 0 w 94"/>
                      <a:gd name="T15" fmla="*/ 0 h 174"/>
                      <a:gd name="T16" fmla="*/ 0 w 94"/>
                      <a:gd name="T17" fmla="*/ 0 h 174"/>
                      <a:gd name="T18" fmla="*/ 0 w 94"/>
                      <a:gd name="T19" fmla="*/ 0 h 174"/>
                      <a:gd name="T20" fmla="*/ 0 w 94"/>
                      <a:gd name="T21" fmla="*/ 0 h 174"/>
                      <a:gd name="T22" fmla="*/ 0 w 94"/>
                      <a:gd name="T23" fmla="*/ 0 h 174"/>
                      <a:gd name="T24" fmla="*/ 0 w 94"/>
                      <a:gd name="T25" fmla="*/ 0 h 174"/>
                      <a:gd name="T26" fmla="*/ 0 w 94"/>
                      <a:gd name="T27" fmla="*/ 0 h 174"/>
                      <a:gd name="T28" fmla="*/ 0 w 94"/>
                      <a:gd name="T29" fmla="*/ 0 h 174"/>
                      <a:gd name="T30" fmla="*/ 0 w 94"/>
                      <a:gd name="T31" fmla="*/ 0 h 174"/>
                      <a:gd name="T32" fmla="*/ 0 w 94"/>
                      <a:gd name="T33" fmla="*/ 0 h 174"/>
                      <a:gd name="T34" fmla="*/ 0 w 94"/>
                      <a:gd name="T35" fmla="*/ 0 h 174"/>
                      <a:gd name="T36" fmla="*/ 0 w 94"/>
                      <a:gd name="T37" fmla="*/ 0 h 174"/>
                      <a:gd name="T38" fmla="*/ 0 w 94"/>
                      <a:gd name="T39" fmla="*/ 0 h 174"/>
                      <a:gd name="T40" fmla="*/ 0 w 94"/>
                      <a:gd name="T41" fmla="*/ 0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0 w 32"/>
                      <a:gd name="T1" fmla="*/ 0 h 50"/>
                      <a:gd name="T2" fmla="*/ 0 w 32"/>
                      <a:gd name="T3" fmla="*/ 0 h 50"/>
                      <a:gd name="T4" fmla="*/ 0 w 32"/>
                      <a:gd name="T5" fmla="*/ 0 h 50"/>
                      <a:gd name="T6" fmla="*/ 0 w 32"/>
                      <a:gd name="T7" fmla="*/ 0 h 50"/>
                      <a:gd name="T8" fmla="*/ 0 w 32"/>
                      <a:gd name="T9" fmla="*/ 0 h 50"/>
                      <a:gd name="T10" fmla="*/ 0 w 32"/>
                      <a:gd name="T11" fmla="*/ 0 h 50"/>
                      <a:gd name="T12" fmla="*/ 0 w 32"/>
                      <a:gd name="T13" fmla="*/ 0 h 50"/>
                      <a:gd name="T14" fmla="*/ 0 w 32"/>
                      <a:gd name="T15" fmla="*/ 0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0 h 50"/>
                      <a:gd name="T2" fmla="*/ 0 w 43"/>
                      <a:gd name="T3" fmla="*/ 0 h 50"/>
                      <a:gd name="T4" fmla="*/ 0 w 43"/>
                      <a:gd name="T5" fmla="*/ 0 h 50"/>
                      <a:gd name="T6" fmla="*/ 0 w 43"/>
                      <a:gd name="T7" fmla="*/ 0 h 50"/>
                      <a:gd name="T8" fmla="*/ 0 w 43"/>
                      <a:gd name="T9" fmla="*/ 0 h 50"/>
                      <a:gd name="T10" fmla="*/ 0 w 43"/>
                      <a:gd name="T11" fmla="*/ 0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1 w 471"/>
                      <a:gd name="T1" fmla="*/ 1 h 281"/>
                      <a:gd name="T2" fmla="*/ 1 w 471"/>
                      <a:gd name="T3" fmla="*/ 1 h 281"/>
                      <a:gd name="T4" fmla="*/ 1 w 471"/>
                      <a:gd name="T5" fmla="*/ 1 h 281"/>
                      <a:gd name="T6" fmla="*/ 1 w 471"/>
                      <a:gd name="T7" fmla="*/ 1 h 281"/>
                      <a:gd name="T8" fmla="*/ 1 w 471"/>
                      <a:gd name="T9" fmla="*/ 1 h 281"/>
                      <a:gd name="T10" fmla="*/ 0 w 471"/>
                      <a:gd name="T11" fmla="*/ 1 h 281"/>
                      <a:gd name="T12" fmla="*/ 1 w 471"/>
                      <a:gd name="T13" fmla="*/ 1 h 281"/>
                      <a:gd name="T14" fmla="*/ 1 w 471"/>
                      <a:gd name="T15" fmla="*/ 1 h 281"/>
                      <a:gd name="T16" fmla="*/ 1 w 471"/>
                      <a:gd name="T17" fmla="*/ 1 h 281"/>
                      <a:gd name="T18" fmla="*/ 1 w 471"/>
                      <a:gd name="T19" fmla="*/ 1 h 281"/>
                      <a:gd name="T20" fmla="*/ 1 w 471"/>
                      <a:gd name="T21" fmla="*/ 1 h 281"/>
                      <a:gd name="T22" fmla="*/ 1 w 471"/>
                      <a:gd name="T23" fmla="*/ 1 h 281"/>
                      <a:gd name="T24" fmla="*/ 1 w 471"/>
                      <a:gd name="T25" fmla="*/ 1 h 281"/>
                      <a:gd name="T26" fmla="*/ 1 w 471"/>
                      <a:gd name="T27" fmla="*/ 1 h 281"/>
                      <a:gd name="T28" fmla="*/ 1 w 471"/>
                      <a:gd name="T29" fmla="*/ 1 h 281"/>
                      <a:gd name="T30" fmla="*/ 1 w 471"/>
                      <a:gd name="T31" fmla="*/ 1 h 281"/>
                      <a:gd name="T32" fmla="*/ 1 w 471"/>
                      <a:gd name="T33" fmla="*/ 1 h 281"/>
                      <a:gd name="T34" fmla="*/ 1 w 471"/>
                      <a:gd name="T35" fmla="*/ 0 h 281"/>
                      <a:gd name="T36" fmla="*/ 1 w 471"/>
                      <a:gd name="T37" fmla="*/ 1 h 281"/>
                      <a:gd name="T38" fmla="*/ 1 w 471"/>
                      <a:gd name="T39" fmla="*/ 1 h 281"/>
                      <a:gd name="T40" fmla="*/ 1 w 471"/>
                      <a:gd name="T41" fmla="*/ 1 h 281"/>
                      <a:gd name="T42" fmla="*/ 1 w 471"/>
                      <a:gd name="T43" fmla="*/ 1 h 281"/>
                      <a:gd name="T44" fmla="*/ 1 w 471"/>
                      <a:gd name="T45" fmla="*/ 1 h 281"/>
                      <a:gd name="T46" fmla="*/ 1 w 471"/>
                      <a:gd name="T47" fmla="*/ 1 h 281"/>
                      <a:gd name="T48" fmla="*/ 1 w 471"/>
                      <a:gd name="T49" fmla="*/ 1 h 281"/>
                      <a:gd name="T50" fmla="*/ 1 w 471"/>
                      <a:gd name="T51" fmla="*/ 1 h 281"/>
                      <a:gd name="T52" fmla="*/ 1 w 471"/>
                      <a:gd name="T53" fmla="*/ 1 h 281"/>
                      <a:gd name="T54" fmla="*/ 1 w 471"/>
                      <a:gd name="T55" fmla="*/ 1 h 281"/>
                      <a:gd name="T56" fmla="*/ 1 w 471"/>
                      <a:gd name="T57" fmla="*/ 1 h 281"/>
                      <a:gd name="T58" fmla="*/ 1 w 471"/>
                      <a:gd name="T59" fmla="*/ 1 h 281"/>
                      <a:gd name="T60" fmla="*/ 1 w 471"/>
                      <a:gd name="T61" fmla="*/ 1 h 281"/>
                      <a:gd name="T62" fmla="*/ 1 w 471"/>
                      <a:gd name="T63" fmla="*/ 1 h 281"/>
                      <a:gd name="T64" fmla="*/ 1 w 471"/>
                      <a:gd name="T65" fmla="*/ 1 h 281"/>
                      <a:gd name="T66" fmla="*/ 1 w 471"/>
                      <a:gd name="T67" fmla="*/ 1 h 281"/>
                      <a:gd name="T68" fmla="*/ 1 w 471"/>
                      <a:gd name="T69" fmla="*/ 1 h 281"/>
                      <a:gd name="T70" fmla="*/ 1 w 471"/>
                      <a:gd name="T71" fmla="*/ 1 h 281"/>
                      <a:gd name="T72" fmla="*/ 1 w 471"/>
                      <a:gd name="T73" fmla="*/ 1 h 281"/>
                      <a:gd name="T74" fmla="*/ 1 w 471"/>
                      <a:gd name="T75" fmla="*/ 1 h 281"/>
                      <a:gd name="T76" fmla="*/ 1 w 471"/>
                      <a:gd name="T77" fmla="*/ 1 h 281"/>
                      <a:gd name="T78" fmla="*/ 1 w 471"/>
                      <a:gd name="T79" fmla="*/ 1 h 281"/>
                      <a:gd name="T80" fmla="*/ 1 w 471"/>
                      <a:gd name="T81" fmla="*/ 1 h 281"/>
                      <a:gd name="T82" fmla="*/ 1 w 471"/>
                      <a:gd name="T83" fmla="*/ 1 h 281"/>
                      <a:gd name="T84" fmla="*/ 1 w 471"/>
                      <a:gd name="T85" fmla="*/ 1 h 281"/>
                      <a:gd name="T86" fmla="*/ 1 w 471"/>
                      <a:gd name="T87" fmla="*/ 1 h 281"/>
                      <a:gd name="T88" fmla="*/ 1 w 471"/>
                      <a:gd name="T89" fmla="*/ 1 h 281"/>
                      <a:gd name="T90" fmla="*/ 1 w 471"/>
                      <a:gd name="T91" fmla="*/ 1 h 281"/>
                      <a:gd name="T92" fmla="*/ 1 w 471"/>
                      <a:gd name="T93" fmla="*/ 1 h 281"/>
                      <a:gd name="T94" fmla="*/ 1 w 471"/>
                      <a:gd name="T95" fmla="*/ 1 h 281"/>
                      <a:gd name="T96" fmla="*/ 1 w 471"/>
                      <a:gd name="T97" fmla="*/ 1 h 281"/>
                      <a:gd name="T98" fmla="*/ 1 w 471"/>
                      <a:gd name="T99" fmla="*/ 1 h 281"/>
                      <a:gd name="T100" fmla="*/ 1 w 471"/>
                      <a:gd name="T101" fmla="*/ 1 h 281"/>
                      <a:gd name="T102" fmla="*/ 1 w 471"/>
                      <a:gd name="T103" fmla="*/ 1 h 281"/>
                      <a:gd name="T104" fmla="*/ 1 w 471"/>
                      <a:gd name="T105" fmla="*/ 1 h 281"/>
                      <a:gd name="T106" fmla="*/ 1 w 471"/>
                      <a:gd name="T107" fmla="*/ 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0 w 984"/>
                      <a:gd name="T1" fmla="*/ 0 h 844"/>
                      <a:gd name="T2" fmla="*/ 0 w 984"/>
                      <a:gd name="T3" fmla="*/ 0 h 844"/>
                      <a:gd name="T4" fmla="*/ 0 w 984"/>
                      <a:gd name="T5" fmla="*/ 0 h 844"/>
                      <a:gd name="T6" fmla="*/ 0 w 984"/>
                      <a:gd name="T7" fmla="*/ 0 h 844"/>
                      <a:gd name="T8" fmla="*/ 0 w 984"/>
                      <a:gd name="T9" fmla="*/ 0 h 844"/>
                      <a:gd name="T10" fmla="*/ 0 w 984"/>
                      <a:gd name="T11" fmla="*/ 0 h 844"/>
                      <a:gd name="T12" fmla="*/ 0 w 984"/>
                      <a:gd name="T13" fmla="*/ 0 h 844"/>
                      <a:gd name="T14" fmla="*/ 0 w 984"/>
                      <a:gd name="T15" fmla="*/ 0 h 844"/>
                      <a:gd name="T16" fmla="*/ 0 w 984"/>
                      <a:gd name="T17" fmla="*/ 0 h 844"/>
                      <a:gd name="T18" fmla="*/ 0 w 984"/>
                      <a:gd name="T19" fmla="*/ 0 h 844"/>
                      <a:gd name="T20" fmla="*/ 0 w 984"/>
                      <a:gd name="T21" fmla="*/ 0 h 844"/>
                      <a:gd name="T22" fmla="*/ 0 w 984"/>
                      <a:gd name="T23" fmla="*/ 0 h 844"/>
                      <a:gd name="T24" fmla="*/ 0 w 984"/>
                      <a:gd name="T25" fmla="*/ 0 h 844"/>
                      <a:gd name="T26" fmla="*/ 0 w 984"/>
                      <a:gd name="T27" fmla="*/ 0 h 844"/>
                      <a:gd name="T28" fmla="*/ 0 w 984"/>
                      <a:gd name="T29" fmla="*/ 0 h 844"/>
                      <a:gd name="T30" fmla="*/ 0 w 984"/>
                      <a:gd name="T31" fmla="*/ 0 h 844"/>
                      <a:gd name="T32" fmla="*/ 0 w 984"/>
                      <a:gd name="T33" fmla="*/ 0 h 844"/>
                      <a:gd name="T34" fmla="*/ 0 w 984"/>
                      <a:gd name="T35" fmla="*/ 0 h 844"/>
                      <a:gd name="T36" fmla="*/ 0 w 984"/>
                      <a:gd name="T37" fmla="*/ 0 h 844"/>
                      <a:gd name="T38" fmla="*/ 0 w 984"/>
                      <a:gd name="T39" fmla="*/ 0 h 844"/>
                      <a:gd name="T40" fmla="*/ 0 w 984"/>
                      <a:gd name="T41" fmla="*/ 0 h 844"/>
                      <a:gd name="T42" fmla="*/ 0 w 984"/>
                      <a:gd name="T43" fmla="*/ 0 h 844"/>
                      <a:gd name="T44" fmla="*/ 0 w 984"/>
                      <a:gd name="T45" fmla="*/ 0 h 844"/>
                      <a:gd name="T46" fmla="*/ 0 w 984"/>
                      <a:gd name="T47" fmla="*/ 0 h 844"/>
                      <a:gd name="T48" fmla="*/ 0 w 984"/>
                      <a:gd name="T49" fmla="*/ 0 h 844"/>
                      <a:gd name="T50" fmla="*/ 0 w 984"/>
                      <a:gd name="T51" fmla="*/ 0 h 844"/>
                      <a:gd name="T52" fmla="*/ 0 w 984"/>
                      <a:gd name="T53" fmla="*/ 0 h 844"/>
                      <a:gd name="T54" fmla="*/ 0 w 984"/>
                      <a:gd name="T55" fmla="*/ 0 h 844"/>
                      <a:gd name="T56" fmla="*/ 0 w 984"/>
                      <a:gd name="T57" fmla="*/ 0 h 844"/>
                      <a:gd name="T58" fmla="*/ 0 w 984"/>
                      <a:gd name="T59" fmla="*/ 0 h 844"/>
                      <a:gd name="T60" fmla="*/ 0 w 984"/>
                      <a:gd name="T61" fmla="*/ 0 h 844"/>
                      <a:gd name="T62" fmla="*/ 0 w 984"/>
                      <a:gd name="T63" fmla="*/ 0 h 844"/>
                      <a:gd name="T64" fmla="*/ 0 w 984"/>
                      <a:gd name="T65" fmla="*/ 0 h 844"/>
                      <a:gd name="T66" fmla="*/ 0 w 984"/>
                      <a:gd name="T67" fmla="*/ 0 h 844"/>
                      <a:gd name="T68" fmla="*/ 0 w 984"/>
                      <a:gd name="T69" fmla="*/ 0 h 844"/>
                      <a:gd name="T70" fmla="*/ 0 w 984"/>
                      <a:gd name="T71" fmla="*/ 0 h 844"/>
                      <a:gd name="T72" fmla="*/ 0 w 984"/>
                      <a:gd name="T73" fmla="*/ 0 h 844"/>
                      <a:gd name="T74" fmla="*/ 0 w 984"/>
                      <a:gd name="T75" fmla="*/ 0 h 844"/>
                      <a:gd name="T76" fmla="*/ 0 w 984"/>
                      <a:gd name="T77" fmla="*/ 0 h 844"/>
                      <a:gd name="T78" fmla="*/ 0 w 984"/>
                      <a:gd name="T79" fmla="*/ 0 h 844"/>
                      <a:gd name="T80" fmla="*/ 0 w 984"/>
                      <a:gd name="T81" fmla="*/ 0 h 844"/>
                      <a:gd name="T82" fmla="*/ 0 w 984"/>
                      <a:gd name="T83" fmla="*/ 0 h 844"/>
                      <a:gd name="T84" fmla="*/ 0 w 984"/>
                      <a:gd name="T85" fmla="*/ 0 h 844"/>
                      <a:gd name="T86" fmla="*/ 0 w 984"/>
                      <a:gd name="T87" fmla="*/ 0 h 844"/>
                      <a:gd name="T88" fmla="*/ 0 w 984"/>
                      <a:gd name="T89" fmla="*/ 0 h 844"/>
                      <a:gd name="T90" fmla="*/ 0 w 984"/>
                      <a:gd name="T91" fmla="*/ 0 h 844"/>
                      <a:gd name="T92" fmla="*/ 0 w 984"/>
                      <a:gd name="T93" fmla="*/ 0 h 844"/>
                      <a:gd name="T94" fmla="*/ 0 w 984"/>
                      <a:gd name="T95" fmla="*/ 0 h 844"/>
                      <a:gd name="T96" fmla="*/ 0 w 984"/>
                      <a:gd name="T97" fmla="*/ 0 h 844"/>
                      <a:gd name="T98" fmla="*/ 0 w 984"/>
                      <a:gd name="T99" fmla="*/ 0 h 844"/>
                      <a:gd name="T100" fmla="*/ 0 w 984"/>
                      <a:gd name="T101" fmla="*/ 0 h 844"/>
                      <a:gd name="T102" fmla="*/ 0 w 984"/>
                      <a:gd name="T103" fmla="*/ 0 h 844"/>
                      <a:gd name="T104" fmla="*/ 0 w 984"/>
                      <a:gd name="T105" fmla="*/ 0 h 844"/>
                      <a:gd name="T106" fmla="*/ 0 w 984"/>
                      <a:gd name="T107" fmla="*/ 0 h 844"/>
                      <a:gd name="T108" fmla="*/ 0 w 984"/>
                      <a:gd name="T109" fmla="*/ 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0 w 36"/>
                      <a:gd name="T1" fmla="*/ 0 h 48"/>
                      <a:gd name="T2" fmla="*/ 0 w 36"/>
                      <a:gd name="T3" fmla="*/ 0 h 48"/>
                      <a:gd name="T4" fmla="*/ 0 w 36"/>
                      <a:gd name="T5" fmla="*/ 0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0 h 37"/>
                      <a:gd name="T2" fmla="*/ 0 w 36"/>
                      <a:gd name="T3" fmla="*/ 0 h 37"/>
                      <a:gd name="T4" fmla="*/ 0 w 36"/>
                      <a:gd name="T5" fmla="*/ 0 h 37"/>
                      <a:gd name="T6" fmla="*/ 0 w 36"/>
                      <a:gd name="T7" fmla="*/ 0 h 37"/>
                      <a:gd name="T8" fmla="*/ 0 w 36"/>
                      <a:gd name="T9" fmla="*/ 0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0 h 96"/>
                      <a:gd name="T2" fmla="*/ 0 w 170"/>
                      <a:gd name="T3" fmla="*/ 0 h 96"/>
                      <a:gd name="T4" fmla="*/ 0 w 170"/>
                      <a:gd name="T5" fmla="*/ 0 h 96"/>
                      <a:gd name="T6" fmla="*/ 0 w 170"/>
                      <a:gd name="T7" fmla="*/ 0 h 96"/>
                      <a:gd name="T8" fmla="*/ 0 w 170"/>
                      <a:gd name="T9" fmla="*/ 0 h 96"/>
                      <a:gd name="T10" fmla="*/ 0 w 170"/>
                      <a:gd name="T11" fmla="*/ 0 h 96"/>
                      <a:gd name="T12" fmla="*/ 0 w 170"/>
                      <a:gd name="T13" fmla="*/ 0 h 96"/>
                      <a:gd name="T14" fmla="*/ 0 w 170"/>
                      <a:gd name="T15" fmla="*/ 0 h 96"/>
                      <a:gd name="T16" fmla="*/ 0 w 170"/>
                      <a:gd name="T17" fmla="*/ 0 h 96"/>
                      <a:gd name="T18" fmla="*/ 0 w 170"/>
                      <a:gd name="T19" fmla="*/ 0 h 96"/>
                      <a:gd name="T20" fmla="*/ 0 w 170"/>
                      <a:gd name="T21" fmla="*/ 0 h 96"/>
                      <a:gd name="T22" fmla="*/ 0 w 170"/>
                      <a:gd name="T23" fmla="*/ 0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0 w 138"/>
                      <a:gd name="T3" fmla="*/ 0 h 44"/>
                      <a:gd name="T4" fmla="*/ 0 w 138"/>
                      <a:gd name="T5" fmla="*/ 0 h 44"/>
                      <a:gd name="T6" fmla="*/ 0 w 138"/>
                      <a:gd name="T7" fmla="*/ 0 h 44"/>
                      <a:gd name="T8" fmla="*/ 0 w 138"/>
                      <a:gd name="T9" fmla="*/ 0 h 44"/>
                      <a:gd name="T10" fmla="*/ 0 w 138"/>
                      <a:gd name="T11" fmla="*/ 0 h 44"/>
                      <a:gd name="T12" fmla="*/ 0 w 138"/>
                      <a:gd name="T13" fmla="*/ 0 h 44"/>
                      <a:gd name="T14" fmla="*/ 0 w 138"/>
                      <a:gd name="T15" fmla="*/ 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0 w 57"/>
                      <a:gd name="T1" fmla="*/ 0 h 42"/>
                      <a:gd name="T2" fmla="*/ 0 w 57"/>
                      <a:gd name="T3" fmla="*/ 0 h 42"/>
                      <a:gd name="T4" fmla="*/ 0 w 57"/>
                      <a:gd name="T5" fmla="*/ 0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0 w 39"/>
                      <a:gd name="T1" fmla="*/ 0 h 52"/>
                      <a:gd name="T2" fmla="*/ 0 w 39"/>
                      <a:gd name="T3" fmla="*/ 0 h 52"/>
                      <a:gd name="T4" fmla="*/ 0 w 39"/>
                      <a:gd name="T5" fmla="*/ 0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0 w 44"/>
                      <a:gd name="T1" fmla="*/ 0 h 80"/>
                      <a:gd name="T2" fmla="*/ 0 w 44"/>
                      <a:gd name="T3" fmla="*/ 0 h 80"/>
                      <a:gd name="T4" fmla="*/ 0 w 44"/>
                      <a:gd name="T5" fmla="*/ 0 h 80"/>
                      <a:gd name="T6" fmla="*/ 0 w 44"/>
                      <a:gd name="T7" fmla="*/ 0 h 80"/>
                      <a:gd name="T8" fmla="*/ 0 w 44"/>
                      <a:gd name="T9" fmla="*/ 0 h 80"/>
                      <a:gd name="T10" fmla="*/ 0 w 44"/>
                      <a:gd name="T11" fmla="*/ 0 h 80"/>
                      <a:gd name="T12" fmla="*/ 0 w 44"/>
                      <a:gd name="T13" fmla="*/ 0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1 w 323"/>
                      <a:gd name="T1" fmla="*/ 1 h 64"/>
                      <a:gd name="T2" fmla="*/ 1 w 323"/>
                      <a:gd name="T3" fmla="*/ 1 h 64"/>
                      <a:gd name="T4" fmla="*/ 1 w 323"/>
                      <a:gd name="T5" fmla="*/ 0 h 64"/>
                      <a:gd name="T6" fmla="*/ 1 w 323"/>
                      <a:gd name="T7" fmla="*/ 0 h 64"/>
                      <a:gd name="T8" fmla="*/ 1 w 323"/>
                      <a:gd name="T9" fmla="*/ 1 h 64"/>
                      <a:gd name="T10" fmla="*/ 1 w 323"/>
                      <a:gd name="T11" fmla="*/ 1 h 64"/>
                      <a:gd name="T12" fmla="*/ 1 w 323"/>
                      <a:gd name="T13" fmla="*/ 1 h 64"/>
                      <a:gd name="T14" fmla="*/ 1 w 323"/>
                      <a:gd name="T15" fmla="*/ 1 h 64"/>
                      <a:gd name="T16" fmla="*/ 1 w 323"/>
                      <a:gd name="T17" fmla="*/ 1 h 64"/>
                      <a:gd name="T18" fmla="*/ 1 w 323"/>
                      <a:gd name="T19" fmla="*/ 1 h 64"/>
                      <a:gd name="T20" fmla="*/ 1 w 323"/>
                      <a:gd name="T21" fmla="*/ 1 h 64"/>
                      <a:gd name="T22" fmla="*/ 1 w 323"/>
                      <a:gd name="T23" fmla="*/ 1 h 64"/>
                      <a:gd name="T24" fmla="*/ 1 w 323"/>
                      <a:gd name="T25" fmla="*/ 1 h 64"/>
                      <a:gd name="T26" fmla="*/ 1 w 323"/>
                      <a:gd name="T27" fmla="*/ 1 h 64"/>
                      <a:gd name="T28" fmla="*/ 1 w 323"/>
                      <a:gd name="T29" fmla="*/ 1 h 64"/>
                      <a:gd name="T30" fmla="*/ 1 w 323"/>
                      <a:gd name="T31" fmla="*/ 1 h 64"/>
                      <a:gd name="T32" fmla="*/ 1 w 323"/>
                      <a:gd name="T33" fmla="*/ 1 h 64"/>
                      <a:gd name="T34" fmla="*/ 1 w 323"/>
                      <a:gd name="T35" fmla="*/ 1 h 64"/>
                      <a:gd name="T36" fmla="*/ 1 w 323"/>
                      <a:gd name="T37" fmla="*/ 1 h 64"/>
                      <a:gd name="T38" fmla="*/ 1 w 323"/>
                      <a:gd name="T39" fmla="*/ 1 h 64"/>
                      <a:gd name="T40" fmla="*/ 1 w 323"/>
                      <a:gd name="T41" fmla="*/ 1 h 64"/>
                      <a:gd name="T42" fmla="*/ 1 w 323"/>
                      <a:gd name="T43" fmla="*/ 1 h 64"/>
                      <a:gd name="T44" fmla="*/ 1 w 323"/>
                      <a:gd name="T45" fmla="*/ 1 h 64"/>
                      <a:gd name="T46" fmla="*/ 1 w 323"/>
                      <a:gd name="T47" fmla="*/ 1 h 64"/>
                      <a:gd name="T48" fmla="*/ 1 w 323"/>
                      <a:gd name="T49" fmla="*/ 1 h 64"/>
                      <a:gd name="T50" fmla="*/ 1 w 323"/>
                      <a:gd name="T51" fmla="*/ 1 h 64"/>
                      <a:gd name="T52" fmla="*/ 1 w 323"/>
                      <a:gd name="T53" fmla="*/ 0 h 64"/>
                      <a:gd name="T54" fmla="*/ 1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 w 300"/>
                      <a:gd name="T1" fmla="*/ 1 h 31"/>
                      <a:gd name="T2" fmla="*/ 1 w 300"/>
                      <a:gd name="T3" fmla="*/ 1 h 31"/>
                      <a:gd name="T4" fmla="*/ 1 w 300"/>
                      <a:gd name="T5" fmla="*/ 0 h 31"/>
                      <a:gd name="T6" fmla="*/ 1 w 300"/>
                      <a:gd name="T7" fmla="*/ 1 h 31"/>
                      <a:gd name="T8" fmla="*/ 1 w 300"/>
                      <a:gd name="T9" fmla="*/ 1 h 31"/>
                      <a:gd name="T10" fmla="*/ 1 w 300"/>
                      <a:gd name="T11" fmla="*/ 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0 h 29"/>
                      <a:gd name="T2" fmla="*/ 0 w 41"/>
                      <a:gd name="T3" fmla="*/ 0 h 29"/>
                      <a:gd name="T4" fmla="*/ 0 w 41"/>
                      <a:gd name="T5" fmla="*/ 0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0 w 47"/>
                      <a:gd name="T1" fmla="*/ 0 h 165"/>
                      <a:gd name="T2" fmla="*/ 0 w 47"/>
                      <a:gd name="T3" fmla="*/ 0 h 165"/>
                      <a:gd name="T4" fmla="*/ 0 w 47"/>
                      <a:gd name="T5" fmla="*/ 0 h 165"/>
                      <a:gd name="T6" fmla="*/ 0 w 47"/>
                      <a:gd name="T7" fmla="*/ 0 h 165"/>
                      <a:gd name="T8" fmla="*/ 0 w 47"/>
                      <a:gd name="T9" fmla="*/ 0 h 165"/>
                      <a:gd name="T10" fmla="*/ 0 w 47"/>
                      <a:gd name="T11" fmla="*/ 0 h 165"/>
                      <a:gd name="T12" fmla="*/ 0 w 47"/>
                      <a:gd name="T13" fmla="*/ 0 h 165"/>
                      <a:gd name="T14" fmla="*/ 0 w 47"/>
                      <a:gd name="T15" fmla="*/ 0 h 165"/>
                      <a:gd name="T16" fmla="*/ 0 w 47"/>
                      <a:gd name="T17" fmla="*/ 0 h 165"/>
                      <a:gd name="T18" fmla="*/ 0 w 47"/>
                      <a:gd name="T19" fmla="*/ 0 h 165"/>
                      <a:gd name="T20" fmla="*/ 0 w 47"/>
                      <a:gd name="T21" fmla="*/ 0 h 165"/>
                      <a:gd name="T22" fmla="*/ 0 w 47"/>
                      <a:gd name="T23" fmla="*/ 0 h 165"/>
                      <a:gd name="T24" fmla="*/ 0 w 47"/>
                      <a:gd name="T25" fmla="*/ 0 h 165"/>
                      <a:gd name="T26" fmla="*/ 0 w 47"/>
                      <a:gd name="T27" fmla="*/ 0 h 165"/>
                      <a:gd name="T28" fmla="*/ 0 w 47"/>
                      <a:gd name="T29" fmla="*/ 0 h 165"/>
                      <a:gd name="T30" fmla="*/ 0 w 47"/>
                      <a:gd name="T31" fmla="*/ 0 h 165"/>
                      <a:gd name="T32" fmla="*/ 0 w 47"/>
                      <a:gd name="T33" fmla="*/ 0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0 w 138"/>
                      <a:gd name="T1" fmla="*/ 0 h 103"/>
                      <a:gd name="T2" fmla="*/ 0 w 138"/>
                      <a:gd name="T3" fmla="*/ 0 h 103"/>
                      <a:gd name="T4" fmla="*/ 0 w 138"/>
                      <a:gd name="T5" fmla="*/ 0 h 103"/>
                      <a:gd name="T6" fmla="*/ 0 w 138"/>
                      <a:gd name="T7" fmla="*/ 0 h 103"/>
                      <a:gd name="T8" fmla="*/ 0 w 138"/>
                      <a:gd name="T9" fmla="*/ 0 h 103"/>
                      <a:gd name="T10" fmla="*/ 0 w 138"/>
                      <a:gd name="T11" fmla="*/ 0 h 103"/>
                      <a:gd name="T12" fmla="*/ 0 w 138"/>
                      <a:gd name="T13" fmla="*/ 0 h 103"/>
                      <a:gd name="T14" fmla="*/ 0 w 138"/>
                      <a:gd name="T15" fmla="*/ 0 h 103"/>
                      <a:gd name="T16" fmla="*/ 0 w 138"/>
                      <a:gd name="T17" fmla="*/ 0 h 103"/>
                      <a:gd name="T18" fmla="*/ 0 w 138"/>
                      <a:gd name="T19" fmla="*/ 0 h 103"/>
                      <a:gd name="T20" fmla="*/ 0 w 138"/>
                      <a:gd name="T21" fmla="*/ 0 h 103"/>
                      <a:gd name="T22" fmla="*/ 0 w 138"/>
                      <a:gd name="T23" fmla="*/ 0 h 103"/>
                      <a:gd name="T24" fmla="*/ 0 w 138"/>
                      <a:gd name="T25" fmla="*/ 0 h 103"/>
                      <a:gd name="T26" fmla="*/ 0 w 138"/>
                      <a:gd name="T27" fmla="*/ 0 h 103"/>
                      <a:gd name="T28" fmla="*/ 0 w 138"/>
                      <a:gd name="T29" fmla="*/ 0 h 103"/>
                      <a:gd name="T30" fmla="*/ 0 w 138"/>
                      <a:gd name="T31" fmla="*/ 0 h 103"/>
                      <a:gd name="T32" fmla="*/ 0 w 138"/>
                      <a:gd name="T33" fmla="*/ 0 h 103"/>
                      <a:gd name="T34" fmla="*/ 0 w 138"/>
                      <a:gd name="T35" fmla="*/ 0 h 103"/>
                      <a:gd name="T36" fmla="*/ 0 w 138"/>
                      <a:gd name="T37" fmla="*/ 0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0 w 188"/>
                      <a:gd name="T1" fmla="*/ 0 h 214"/>
                      <a:gd name="T2" fmla="*/ 0 w 188"/>
                      <a:gd name="T3" fmla="*/ 0 h 214"/>
                      <a:gd name="T4" fmla="*/ 0 w 188"/>
                      <a:gd name="T5" fmla="*/ 0 h 214"/>
                      <a:gd name="T6" fmla="*/ 0 w 188"/>
                      <a:gd name="T7" fmla="*/ 0 h 214"/>
                      <a:gd name="T8" fmla="*/ 0 w 188"/>
                      <a:gd name="T9" fmla="*/ 0 h 214"/>
                      <a:gd name="T10" fmla="*/ 0 w 188"/>
                      <a:gd name="T11" fmla="*/ 0 h 214"/>
                      <a:gd name="T12" fmla="*/ 0 w 188"/>
                      <a:gd name="T13" fmla="*/ 0 h 214"/>
                      <a:gd name="T14" fmla="*/ 0 w 188"/>
                      <a:gd name="T15" fmla="*/ 0 h 214"/>
                      <a:gd name="T16" fmla="*/ 0 w 188"/>
                      <a:gd name="T17" fmla="*/ 0 h 214"/>
                      <a:gd name="T18" fmla="*/ 0 w 188"/>
                      <a:gd name="T19" fmla="*/ 0 h 214"/>
                      <a:gd name="T20" fmla="*/ 0 w 188"/>
                      <a:gd name="T21" fmla="*/ 0 h 214"/>
                      <a:gd name="T22" fmla="*/ 0 w 188"/>
                      <a:gd name="T23" fmla="*/ 0 h 214"/>
                      <a:gd name="T24" fmla="*/ 0 w 188"/>
                      <a:gd name="T25" fmla="*/ 0 h 214"/>
                      <a:gd name="T26" fmla="*/ 0 w 188"/>
                      <a:gd name="T27" fmla="*/ 0 h 214"/>
                      <a:gd name="T28" fmla="*/ 0 w 188"/>
                      <a:gd name="T29" fmla="*/ 0 h 214"/>
                      <a:gd name="T30" fmla="*/ 0 w 188"/>
                      <a:gd name="T31" fmla="*/ 0 h 214"/>
                      <a:gd name="T32" fmla="*/ 0 w 188"/>
                      <a:gd name="T33" fmla="*/ 0 h 214"/>
                      <a:gd name="T34" fmla="*/ 0 w 188"/>
                      <a:gd name="T35" fmla="*/ 0 h 214"/>
                      <a:gd name="T36" fmla="*/ 0 w 188"/>
                      <a:gd name="T37" fmla="*/ 0 h 214"/>
                      <a:gd name="T38" fmla="*/ 0 w 188"/>
                      <a:gd name="T39" fmla="*/ 0 h 214"/>
                      <a:gd name="T40" fmla="*/ 0 w 188"/>
                      <a:gd name="T41" fmla="*/ 0 h 214"/>
                      <a:gd name="T42" fmla="*/ 0 w 188"/>
                      <a:gd name="T43" fmla="*/ 0 h 214"/>
                      <a:gd name="T44" fmla="*/ 0 w 188"/>
                      <a:gd name="T45" fmla="*/ 0 h 214"/>
                      <a:gd name="T46" fmla="*/ 0 w 188"/>
                      <a:gd name="T47" fmla="*/ 0 h 214"/>
                      <a:gd name="T48" fmla="*/ 0 w 188"/>
                      <a:gd name="T49" fmla="*/ 0 h 214"/>
                      <a:gd name="T50" fmla="*/ 0 w 188"/>
                      <a:gd name="T51" fmla="*/ 0 h 214"/>
                      <a:gd name="T52" fmla="*/ 0 w 188"/>
                      <a:gd name="T53" fmla="*/ 0 h 214"/>
                      <a:gd name="T54" fmla="*/ 0 w 188"/>
                      <a:gd name="T55" fmla="*/ 0 h 214"/>
                      <a:gd name="T56" fmla="*/ 0 w 188"/>
                      <a:gd name="T57" fmla="*/ 0 h 214"/>
                      <a:gd name="T58" fmla="*/ 0 w 188"/>
                      <a:gd name="T59" fmla="*/ 0 h 214"/>
                      <a:gd name="T60" fmla="*/ 0 w 188"/>
                      <a:gd name="T61" fmla="*/ 0 h 214"/>
                      <a:gd name="T62" fmla="*/ 0 w 188"/>
                      <a:gd name="T63" fmla="*/ 0 h 214"/>
                      <a:gd name="T64" fmla="*/ 0 w 188"/>
                      <a:gd name="T65" fmla="*/ 0 h 214"/>
                      <a:gd name="T66" fmla="*/ 0 w 188"/>
                      <a:gd name="T67" fmla="*/ 0 h 214"/>
                      <a:gd name="T68" fmla="*/ 0 w 188"/>
                      <a:gd name="T69" fmla="*/ 0 h 214"/>
                      <a:gd name="T70" fmla="*/ 0 w 188"/>
                      <a:gd name="T71" fmla="*/ 0 h 214"/>
                      <a:gd name="T72" fmla="*/ 0 w 188"/>
                      <a:gd name="T73" fmla="*/ 0 h 214"/>
                      <a:gd name="T74" fmla="*/ 0 w 188"/>
                      <a:gd name="T75" fmla="*/ 0 h 214"/>
                      <a:gd name="T76" fmla="*/ 0 w 188"/>
                      <a:gd name="T77" fmla="*/ 0 h 214"/>
                      <a:gd name="T78" fmla="*/ 0 w 188"/>
                      <a:gd name="T79" fmla="*/ 0 h 214"/>
                      <a:gd name="T80" fmla="*/ 0 w 188"/>
                      <a:gd name="T81" fmla="*/ 0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0 h 13"/>
                      <a:gd name="T2" fmla="*/ 0 w 13"/>
                      <a:gd name="T3" fmla="*/ 0 h 13"/>
                      <a:gd name="T4" fmla="*/ 0 w 13"/>
                      <a:gd name="T5" fmla="*/ 0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0 w 812"/>
                      <a:gd name="T1" fmla="*/ 0 h 564"/>
                      <a:gd name="T2" fmla="*/ 0 w 812"/>
                      <a:gd name="T3" fmla="*/ 0 h 564"/>
                      <a:gd name="T4" fmla="*/ 0 w 812"/>
                      <a:gd name="T5" fmla="*/ 0 h 564"/>
                      <a:gd name="T6" fmla="*/ 0 w 812"/>
                      <a:gd name="T7" fmla="*/ 0 h 564"/>
                      <a:gd name="T8" fmla="*/ 0 w 812"/>
                      <a:gd name="T9" fmla="*/ 0 h 564"/>
                      <a:gd name="T10" fmla="*/ 0 w 812"/>
                      <a:gd name="T11" fmla="*/ 0 h 564"/>
                      <a:gd name="T12" fmla="*/ 0 w 812"/>
                      <a:gd name="T13" fmla="*/ 0 h 564"/>
                      <a:gd name="T14" fmla="*/ 0 w 812"/>
                      <a:gd name="T15" fmla="*/ 0 h 564"/>
                      <a:gd name="T16" fmla="*/ 0 w 812"/>
                      <a:gd name="T17" fmla="*/ 0 h 564"/>
                      <a:gd name="T18" fmla="*/ 0 w 812"/>
                      <a:gd name="T19" fmla="*/ 0 h 564"/>
                      <a:gd name="T20" fmla="*/ 0 w 812"/>
                      <a:gd name="T21" fmla="*/ 0 h 564"/>
                      <a:gd name="T22" fmla="*/ 0 w 812"/>
                      <a:gd name="T23" fmla="*/ 0 h 564"/>
                      <a:gd name="T24" fmla="*/ 0 w 812"/>
                      <a:gd name="T25" fmla="*/ 0 h 564"/>
                      <a:gd name="T26" fmla="*/ 0 w 812"/>
                      <a:gd name="T27" fmla="*/ 0 h 564"/>
                      <a:gd name="T28" fmla="*/ 0 w 812"/>
                      <a:gd name="T29" fmla="*/ 0 h 564"/>
                      <a:gd name="T30" fmla="*/ 0 w 812"/>
                      <a:gd name="T31" fmla="*/ 0 h 564"/>
                      <a:gd name="T32" fmla="*/ 0 w 812"/>
                      <a:gd name="T33" fmla="*/ 0 h 564"/>
                      <a:gd name="T34" fmla="*/ 0 w 812"/>
                      <a:gd name="T35" fmla="*/ 0 h 564"/>
                      <a:gd name="T36" fmla="*/ 0 w 812"/>
                      <a:gd name="T37" fmla="*/ 0 h 564"/>
                      <a:gd name="T38" fmla="*/ 0 w 812"/>
                      <a:gd name="T39" fmla="*/ 0 h 564"/>
                      <a:gd name="T40" fmla="*/ 0 w 812"/>
                      <a:gd name="T41" fmla="*/ 0 h 564"/>
                      <a:gd name="T42" fmla="*/ 0 w 812"/>
                      <a:gd name="T43" fmla="*/ 0 h 564"/>
                      <a:gd name="T44" fmla="*/ 0 w 812"/>
                      <a:gd name="T45" fmla="*/ 0 h 564"/>
                      <a:gd name="T46" fmla="*/ 0 w 812"/>
                      <a:gd name="T47" fmla="*/ 0 h 564"/>
                      <a:gd name="T48" fmla="*/ 0 w 812"/>
                      <a:gd name="T49" fmla="*/ 0 h 564"/>
                      <a:gd name="T50" fmla="*/ 0 w 812"/>
                      <a:gd name="T51" fmla="*/ 0 h 564"/>
                      <a:gd name="T52" fmla="*/ 0 w 812"/>
                      <a:gd name="T53" fmla="*/ 0 h 564"/>
                      <a:gd name="T54" fmla="*/ 0 w 812"/>
                      <a:gd name="T55" fmla="*/ 0 h 564"/>
                      <a:gd name="T56" fmla="*/ 0 w 812"/>
                      <a:gd name="T57" fmla="*/ 0 h 564"/>
                      <a:gd name="T58" fmla="*/ 0 w 812"/>
                      <a:gd name="T59" fmla="*/ 0 h 564"/>
                      <a:gd name="T60" fmla="*/ 0 w 812"/>
                      <a:gd name="T61" fmla="*/ 0 h 564"/>
                      <a:gd name="T62" fmla="*/ 0 w 812"/>
                      <a:gd name="T63" fmla="*/ 0 h 564"/>
                      <a:gd name="T64" fmla="*/ 0 w 812"/>
                      <a:gd name="T65" fmla="*/ 0 h 564"/>
                      <a:gd name="T66" fmla="*/ 0 w 812"/>
                      <a:gd name="T67" fmla="*/ 0 h 564"/>
                      <a:gd name="T68" fmla="*/ 0 w 812"/>
                      <a:gd name="T69" fmla="*/ 0 h 564"/>
                      <a:gd name="T70" fmla="*/ 0 w 812"/>
                      <a:gd name="T71" fmla="*/ 0 h 564"/>
                      <a:gd name="T72" fmla="*/ 0 w 812"/>
                      <a:gd name="T73" fmla="*/ 0 h 564"/>
                      <a:gd name="T74" fmla="*/ 0 w 812"/>
                      <a:gd name="T75" fmla="*/ 0 h 564"/>
                      <a:gd name="T76" fmla="*/ 0 w 812"/>
                      <a:gd name="T77" fmla="*/ 0 h 564"/>
                      <a:gd name="T78" fmla="*/ 0 w 812"/>
                      <a:gd name="T79" fmla="*/ 0 h 564"/>
                      <a:gd name="T80" fmla="*/ 0 w 812"/>
                      <a:gd name="T81" fmla="*/ 0 h 564"/>
                      <a:gd name="T82" fmla="*/ 0 w 812"/>
                      <a:gd name="T83" fmla="*/ 0 h 564"/>
                      <a:gd name="T84" fmla="*/ 0 w 812"/>
                      <a:gd name="T85" fmla="*/ 0 h 564"/>
                      <a:gd name="T86" fmla="*/ 0 w 812"/>
                      <a:gd name="T87" fmla="*/ 0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0 w 43"/>
                      <a:gd name="T1" fmla="*/ 0 h 85"/>
                      <a:gd name="T2" fmla="*/ 0 w 43"/>
                      <a:gd name="T3" fmla="*/ 0 h 85"/>
                      <a:gd name="T4" fmla="*/ 0 w 43"/>
                      <a:gd name="T5" fmla="*/ 0 h 85"/>
                      <a:gd name="T6" fmla="*/ 0 w 43"/>
                      <a:gd name="T7" fmla="*/ 0 h 85"/>
                      <a:gd name="T8" fmla="*/ 0 w 43"/>
                      <a:gd name="T9" fmla="*/ 0 h 85"/>
                      <a:gd name="T10" fmla="*/ 0 w 43"/>
                      <a:gd name="T11" fmla="*/ 0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0 w 44"/>
                      <a:gd name="T1" fmla="*/ 0 h 74"/>
                      <a:gd name="T2" fmla="*/ 0 w 44"/>
                      <a:gd name="T3" fmla="*/ 0 h 74"/>
                      <a:gd name="T4" fmla="*/ 0 w 44"/>
                      <a:gd name="T5" fmla="*/ 0 h 74"/>
                      <a:gd name="T6" fmla="*/ 0 w 44"/>
                      <a:gd name="T7" fmla="*/ 0 h 74"/>
                      <a:gd name="T8" fmla="*/ 0 w 44"/>
                      <a:gd name="T9" fmla="*/ 0 h 74"/>
                      <a:gd name="T10" fmla="*/ 0 w 44"/>
                      <a:gd name="T11" fmla="*/ 0 h 74"/>
                      <a:gd name="T12" fmla="*/ 0 w 44"/>
                      <a:gd name="T13" fmla="*/ 0 h 74"/>
                      <a:gd name="T14" fmla="*/ 0 w 44"/>
                      <a:gd name="T15" fmla="*/ 0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0 w 20"/>
                      <a:gd name="T1" fmla="*/ 0 h 30"/>
                      <a:gd name="T2" fmla="*/ 0 w 20"/>
                      <a:gd name="T3" fmla="*/ 0 h 30"/>
                      <a:gd name="T4" fmla="*/ 0 w 20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1 w 682"/>
                      <a:gd name="T1" fmla="*/ 1 h 557"/>
                      <a:gd name="T2" fmla="*/ 1 w 682"/>
                      <a:gd name="T3" fmla="*/ 1 h 557"/>
                      <a:gd name="T4" fmla="*/ 1 w 682"/>
                      <a:gd name="T5" fmla="*/ 1 h 557"/>
                      <a:gd name="T6" fmla="*/ 1 w 682"/>
                      <a:gd name="T7" fmla="*/ 1 h 557"/>
                      <a:gd name="T8" fmla="*/ 1 w 682"/>
                      <a:gd name="T9" fmla="*/ 1 h 557"/>
                      <a:gd name="T10" fmla="*/ 1 w 682"/>
                      <a:gd name="T11" fmla="*/ 1 h 557"/>
                      <a:gd name="T12" fmla="*/ 1 w 682"/>
                      <a:gd name="T13" fmla="*/ 1 h 557"/>
                      <a:gd name="T14" fmla="*/ 1 w 682"/>
                      <a:gd name="T15" fmla="*/ 1 h 557"/>
                      <a:gd name="T16" fmla="*/ 1 w 682"/>
                      <a:gd name="T17" fmla="*/ 1 h 557"/>
                      <a:gd name="T18" fmla="*/ 1 w 682"/>
                      <a:gd name="T19" fmla="*/ 1 h 557"/>
                      <a:gd name="T20" fmla="*/ 1 w 682"/>
                      <a:gd name="T21" fmla="*/ 1 h 557"/>
                      <a:gd name="T22" fmla="*/ 1 w 682"/>
                      <a:gd name="T23" fmla="*/ 1 h 557"/>
                      <a:gd name="T24" fmla="*/ 1 w 682"/>
                      <a:gd name="T25" fmla="*/ 1 h 557"/>
                      <a:gd name="T26" fmla="*/ 1 w 682"/>
                      <a:gd name="T27" fmla="*/ 1 h 557"/>
                      <a:gd name="T28" fmla="*/ 1 w 682"/>
                      <a:gd name="T29" fmla="*/ 1 h 557"/>
                      <a:gd name="T30" fmla="*/ 1 w 682"/>
                      <a:gd name="T31" fmla="*/ 1 h 557"/>
                      <a:gd name="T32" fmla="*/ 1 w 682"/>
                      <a:gd name="T33" fmla="*/ 1 h 557"/>
                      <a:gd name="T34" fmla="*/ 0 w 682"/>
                      <a:gd name="T35" fmla="*/ 1 h 557"/>
                      <a:gd name="T36" fmla="*/ 1 w 682"/>
                      <a:gd name="T37" fmla="*/ 1 h 557"/>
                      <a:gd name="T38" fmla="*/ 1 w 682"/>
                      <a:gd name="T39" fmla="*/ 1 h 557"/>
                      <a:gd name="T40" fmla="*/ 1 w 682"/>
                      <a:gd name="T41" fmla="*/ 1 h 557"/>
                      <a:gd name="T42" fmla="*/ 1 w 682"/>
                      <a:gd name="T43" fmla="*/ 1 h 557"/>
                      <a:gd name="T44" fmla="*/ 1 w 682"/>
                      <a:gd name="T45" fmla="*/ 1 h 557"/>
                      <a:gd name="T46" fmla="*/ 1 w 682"/>
                      <a:gd name="T47" fmla="*/ 1 h 557"/>
                      <a:gd name="T48" fmla="*/ 1 w 682"/>
                      <a:gd name="T49" fmla="*/ 1 h 557"/>
                      <a:gd name="T50" fmla="*/ 1 w 682"/>
                      <a:gd name="T51" fmla="*/ 1 h 557"/>
                      <a:gd name="T52" fmla="*/ 1 w 682"/>
                      <a:gd name="T53" fmla="*/ 0 h 557"/>
                      <a:gd name="T54" fmla="*/ 1 w 682"/>
                      <a:gd name="T55" fmla="*/ 1 h 557"/>
                      <a:gd name="T56" fmla="*/ 1 w 682"/>
                      <a:gd name="T57" fmla="*/ 1 h 557"/>
                      <a:gd name="T58" fmla="*/ 1 w 682"/>
                      <a:gd name="T59" fmla="*/ 1 h 557"/>
                      <a:gd name="T60" fmla="*/ 1 w 682"/>
                      <a:gd name="T61" fmla="*/ 1 h 557"/>
                      <a:gd name="T62" fmla="*/ 1 w 682"/>
                      <a:gd name="T63" fmla="*/ 1 h 557"/>
                      <a:gd name="T64" fmla="*/ 1 w 682"/>
                      <a:gd name="T65" fmla="*/ 1 h 557"/>
                      <a:gd name="T66" fmla="*/ 1 w 682"/>
                      <a:gd name="T67" fmla="*/ 1 h 557"/>
                      <a:gd name="T68" fmla="*/ 1 w 682"/>
                      <a:gd name="T69" fmla="*/ 1 h 557"/>
                      <a:gd name="T70" fmla="*/ 1 w 682"/>
                      <a:gd name="T71" fmla="*/ 1 h 557"/>
                      <a:gd name="T72" fmla="*/ 1 w 682"/>
                      <a:gd name="T73" fmla="*/ 1 h 557"/>
                      <a:gd name="T74" fmla="*/ 1 w 682"/>
                      <a:gd name="T75" fmla="*/ 1 h 557"/>
                      <a:gd name="T76" fmla="*/ 1 w 682"/>
                      <a:gd name="T77" fmla="*/ 1 h 557"/>
                      <a:gd name="T78" fmla="*/ 1 w 682"/>
                      <a:gd name="T79" fmla="*/ 1 h 557"/>
                      <a:gd name="T80" fmla="*/ 1 w 682"/>
                      <a:gd name="T81" fmla="*/ 1 h 557"/>
                      <a:gd name="T82" fmla="*/ 1 w 682"/>
                      <a:gd name="T83" fmla="*/ 1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1 w 257"/>
                      <a:gd name="T1" fmla="*/ 1 h 347"/>
                      <a:gd name="T2" fmla="*/ 1 w 257"/>
                      <a:gd name="T3" fmla="*/ 1 h 347"/>
                      <a:gd name="T4" fmla="*/ 1 w 257"/>
                      <a:gd name="T5" fmla="*/ 1 h 347"/>
                      <a:gd name="T6" fmla="*/ 1 w 257"/>
                      <a:gd name="T7" fmla="*/ 1 h 347"/>
                      <a:gd name="T8" fmla="*/ 1 w 257"/>
                      <a:gd name="T9" fmla="*/ 1 h 347"/>
                      <a:gd name="T10" fmla="*/ 1 w 257"/>
                      <a:gd name="T11" fmla="*/ 1 h 347"/>
                      <a:gd name="T12" fmla="*/ 1 w 257"/>
                      <a:gd name="T13" fmla="*/ 1 h 347"/>
                      <a:gd name="T14" fmla="*/ 1 w 257"/>
                      <a:gd name="T15" fmla="*/ 1 h 347"/>
                      <a:gd name="T16" fmla="*/ 1 w 257"/>
                      <a:gd name="T17" fmla="*/ 1 h 347"/>
                      <a:gd name="T18" fmla="*/ 1 w 257"/>
                      <a:gd name="T19" fmla="*/ 1 h 347"/>
                      <a:gd name="T20" fmla="*/ 1 w 257"/>
                      <a:gd name="T21" fmla="*/ 1 h 347"/>
                      <a:gd name="T22" fmla="*/ 1 w 257"/>
                      <a:gd name="T23" fmla="*/ 1 h 347"/>
                      <a:gd name="T24" fmla="*/ 1 w 257"/>
                      <a:gd name="T25" fmla="*/ 1 h 347"/>
                      <a:gd name="T26" fmla="*/ 0 w 257"/>
                      <a:gd name="T27" fmla="*/ 1 h 347"/>
                      <a:gd name="T28" fmla="*/ 1 w 257"/>
                      <a:gd name="T29" fmla="*/ 1 h 347"/>
                      <a:gd name="T30" fmla="*/ 1 w 257"/>
                      <a:gd name="T31" fmla="*/ 1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0 w 19"/>
                      <a:gd name="T1" fmla="*/ 0 h 37"/>
                      <a:gd name="T2" fmla="*/ 0 w 19"/>
                      <a:gd name="T3" fmla="*/ 0 h 37"/>
                      <a:gd name="T4" fmla="*/ 0 w 19"/>
                      <a:gd name="T5" fmla="*/ 0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0 w 22"/>
                      <a:gd name="T1" fmla="*/ 0 h 20"/>
                      <a:gd name="T2" fmla="*/ 0 w 22"/>
                      <a:gd name="T3" fmla="*/ 0 h 20"/>
                      <a:gd name="T4" fmla="*/ 0 w 22"/>
                      <a:gd name="T5" fmla="*/ 0 h 20"/>
                      <a:gd name="T6" fmla="*/ 0 w 22"/>
                      <a:gd name="T7" fmla="*/ 0 h 20"/>
                      <a:gd name="T8" fmla="*/ 0 w 22"/>
                      <a:gd name="T9" fmla="*/ 0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0 w 57"/>
                      <a:gd name="T1" fmla="*/ 0 h 30"/>
                      <a:gd name="T2" fmla="*/ 0 w 57"/>
                      <a:gd name="T3" fmla="*/ 0 h 30"/>
                      <a:gd name="T4" fmla="*/ 0 w 57"/>
                      <a:gd name="T5" fmla="*/ 0 h 30"/>
                      <a:gd name="T6" fmla="*/ 0 w 57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0 w 693"/>
                      <a:gd name="T1" fmla="*/ 0 h 696"/>
                      <a:gd name="T2" fmla="*/ 0 w 693"/>
                      <a:gd name="T3" fmla="*/ 0 h 696"/>
                      <a:gd name="T4" fmla="*/ 0 w 693"/>
                      <a:gd name="T5" fmla="*/ 0 h 696"/>
                      <a:gd name="T6" fmla="*/ 0 w 693"/>
                      <a:gd name="T7" fmla="*/ 0 h 696"/>
                      <a:gd name="T8" fmla="*/ 0 w 693"/>
                      <a:gd name="T9" fmla="*/ 0 h 696"/>
                      <a:gd name="T10" fmla="*/ 0 w 693"/>
                      <a:gd name="T11" fmla="*/ 0 h 696"/>
                      <a:gd name="T12" fmla="*/ 0 w 693"/>
                      <a:gd name="T13" fmla="*/ 0 h 696"/>
                      <a:gd name="T14" fmla="*/ 0 w 693"/>
                      <a:gd name="T15" fmla="*/ 0 h 696"/>
                      <a:gd name="T16" fmla="*/ 0 w 693"/>
                      <a:gd name="T17" fmla="*/ 0 h 696"/>
                      <a:gd name="T18" fmla="*/ 0 w 693"/>
                      <a:gd name="T19" fmla="*/ 0 h 696"/>
                      <a:gd name="T20" fmla="*/ 0 w 693"/>
                      <a:gd name="T21" fmla="*/ 0 h 696"/>
                      <a:gd name="T22" fmla="*/ 0 w 693"/>
                      <a:gd name="T23" fmla="*/ 0 h 696"/>
                      <a:gd name="T24" fmla="*/ 0 w 693"/>
                      <a:gd name="T25" fmla="*/ 0 h 696"/>
                      <a:gd name="T26" fmla="*/ 0 w 693"/>
                      <a:gd name="T27" fmla="*/ 0 h 696"/>
                      <a:gd name="T28" fmla="*/ 0 w 693"/>
                      <a:gd name="T29" fmla="*/ 0 h 696"/>
                      <a:gd name="T30" fmla="*/ 0 w 693"/>
                      <a:gd name="T31" fmla="*/ 0 h 696"/>
                      <a:gd name="T32" fmla="*/ 0 w 693"/>
                      <a:gd name="T33" fmla="*/ 0 h 696"/>
                      <a:gd name="T34" fmla="*/ 0 w 693"/>
                      <a:gd name="T35" fmla="*/ 0 h 696"/>
                      <a:gd name="T36" fmla="*/ 0 w 693"/>
                      <a:gd name="T37" fmla="*/ 0 h 696"/>
                      <a:gd name="T38" fmla="*/ 0 w 693"/>
                      <a:gd name="T39" fmla="*/ 0 h 696"/>
                      <a:gd name="T40" fmla="*/ 0 w 693"/>
                      <a:gd name="T41" fmla="*/ 0 h 696"/>
                      <a:gd name="T42" fmla="*/ 0 w 693"/>
                      <a:gd name="T43" fmla="*/ 0 h 696"/>
                      <a:gd name="T44" fmla="*/ 0 w 693"/>
                      <a:gd name="T45" fmla="*/ 0 h 696"/>
                      <a:gd name="T46" fmla="*/ 0 w 693"/>
                      <a:gd name="T47" fmla="*/ 0 h 696"/>
                      <a:gd name="T48" fmla="*/ 0 w 693"/>
                      <a:gd name="T49" fmla="*/ 0 h 696"/>
                      <a:gd name="T50" fmla="*/ 0 w 693"/>
                      <a:gd name="T51" fmla="*/ 0 h 696"/>
                      <a:gd name="T52" fmla="*/ 0 w 693"/>
                      <a:gd name="T53" fmla="*/ 0 h 696"/>
                      <a:gd name="T54" fmla="*/ 0 w 693"/>
                      <a:gd name="T55" fmla="*/ 0 h 696"/>
                      <a:gd name="T56" fmla="*/ 0 w 693"/>
                      <a:gd name="T57" fmla="*/ 0 h 696"/>
                      <a:gd name="T58" fmla="*/ 0 w 693"/>
                      <a:gd name="T59" fmla="*/ 0 h 696"/>
                      <a:gd name="T60" fmla="*/ 0 w 693"/>
                      <a:gd name="T61" fmla="*/ 0 h 696"/>
                      <a:gd name="T62" fmla="*/ 0 w 693"/>
                      <a:gd name="T63" fmla="*/ 0 h 696"/>
                      <a:gd name="T64" fmla="*/ 0 w 693"/>
                      <a:gd name="T65" fmla="*/ 0 h 696"/>
                      <a:gd name="T66" fmla="*/ 0 w 693"/>
                      <a:gd name="T67" fmla="*/ 0 h 696"/>
                      <a:gd name="T68" fmla="*/ 0 w 693"/>
                      <a:gd name="T69" fmla="*/ 0 h 696"/>
                      <a:gd name="T70" fmla="*/ 0 w 693"/>
                      <a:gd name="T71" fmla="*/ 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1 w 931"/>
                      <a:gd name="T1" fmla="*/ 0 h 149"/>
                      <a:gd name="T2" fmla="*/ 1 w 931"/>
                      <a:gd name="T3" fmla="*/ 1 h 149"/>
                      <a:gd name="T4" fmla="*/ 1 w 931"/>
                      <a:gd name="T5" fmla="*/ 1 h 149"/>
                      <a:gd name="T6" fmla="*/ 1 w 931"/>
                      <a:gd name="T7" fmla="*/ 1 h 149"/>
                      <a:gd name="T8" fmla="*/ 1 w 931"/>
                      <a:gd name="T9" fmla="*/ 1 h 149"/>
                      <a:gd name="T10" fmla="*/ 0 w 931"/>
                      <a:gd name="T11" fmla="*/ 1 h 149"/>
                      <a:gd name="T12" fmla="*/ 1 w 931"/>
                      <a:gd name="T13" fmla="*/ 1 h 149"/>
                      <a:gd name="T14" fmla="*/ 1 w 931"/>
                      <a:gd name="T15" fmla="*/ 1 h 149"/>
                      <a:gd name="T16" fmla="*/ 1 w 931"/>
                      <a:gd name="T17" fmla="*/ 1 h 149"/>
                      <a:gd name="T18" fmla="*/ 1 w 931"/>
                      <a:gd name="T19" fmla="*/ 1 h 149"/>
                      <a:gd name="T20" fmla="*/ 1 w 931"/>
                      <a:gd name="T21" fmla="*/ 1 h 149"/>
                      <a:gd name="T22" fmla="*/ 1 w 931"/>
                      <a:gd name="T23" fmla="*/ 1 h 149"/>
                      <a:gd name="T24" fmla="*/ 1 w 931"/>
                      <a:gd name="T25" fmla="*/ 1 h 149"/>
                      <a:gd name="T26" fmla="*/ 1 w 931"/>
                      <a:gd name="T27" fmla="*/ 1 h 149"/>
                      <a:gd name="T28" fmla="*/ 1 w 931"/>
                      <a:gd name="T29" fmla="*/ 1 h 149"/>
                      <a:gd name="T30" fmla="*/ 1 w 931"/>
                      <a:gd name="T31" fmla="*/ 1 h 149"/>
                      <a:gd name="T32" fmla="*/ 1 w 931"/>
                      <a:gd name="T33" fmla="*/ 1 h 149"/>
                      <a:gd name="T34" fmla="*/ 1 w 931"/>
                      <a:gd name="T35" fmla="*/ 1 h 149"/>
                      <a:gd name="T36" fmla="*/ 1 w 931"/>
                      <a:gd name="T37" fmla="*/ 1 h 149"/>
                      <a:gd name="T38" fmla="*/ 1 w 931"/>
                      <a:gd name="T39" fmla="*/ 1 h 149"/>
                      <a:gd name="T40" fmla="*/ 1 w 931"/>
                      <a:gd name="T41" fmla="*/ 1 h 149"/>
                      <a:gd name="T42" fmla="*/ 1 w 931"/>
                      <a:gd name="T43" fmla="*/ 1 h 149"/>
                      <a:gd name="T44" fmla="*/ 1 w 931"/>
                      <a:gd name="T45" fmla="*/ 1 h 149"/>
                      <a:gd name="T46" fmla="*/ 1 w 931"/>
                      <a:gd name="T47" fmla="*/ 1 h 149"/>
                      <a:gd name="T48" fmla="*/ 1 w 931"/>
                      <a:gd name="T49" fmla="*/ 1 h 149"/>
                      <a:gd name="T50" fmla="*/ 1 w 931"/>
                      <a:gd name="T51" fmla="*/ 1 h 149"/>
                      <a:gd name="T52" fmla="*/ 1 w 931"/>
                      <a:gd name="T53" fmla="*/ 1 h 149"/>
                      <a:gd name="T54" fmla="*/ 1 w 931"/>
                      <a:gd name="T55" fmla="*/ 1 h 149"/>
                      <a:gd name="T56" fmla="*/ 1 w 931"/>
                      <a:gd name="T57" fmla="*/ 1 h 149"/>
                      <a:gd name="T58" fmla="*/ 1 w 931"/>
                      <a:gd name="T59" fmla="*/ 1 h 149"/>
                      <a:gd name="T60" fmla="*/ 1 w 931"/>
                      <a:gd name="T61" fmla="*/ 1 h 149"/>
                      <a:gd name="T62" fmla="*/ 1 w 931"/>
                      <a:gd name="T63" fmla="*/ 1 h 149"/>
                      <a:gd name="T64" fmla="*/ 1 w 931"/>
                      <a:gd name="T65" fmla="*/ 1 h 149"/>
                      <a:gd name="T66" fmla="*/ 1 w 931"/>
                      <a:gd name="T67" fmla="*/ 1 h 149"/>
                      <a:gd name="T68" fmla="*/ 1 w 931"/>
                      <a:gd name="T69" fmla="*/ 1 h 149"/>
                      <a:gd name="T70" fmla="*/ 1 w 931"/>
                      <a:gd name="T71" fmla="*/ 1 h 149"/>
                      <a:gd name="T72" fmla="*/ 1 w 931"/>
                      <a:gd name="T73" fmla="*/ 1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w 31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0 w 44"/>
                      <a:gd name="T1" fmla="*/ 0 h 32"/>
                      <a:gd name="T2" fmla="*/ 0 w 44"/>
                      <a:gd name="T3" fmla="*/ 0 h 32"/>
                      <a:gd name="T4" fmla="*/ 0 w 44"/>
                      <a:gd name="T5" fmla="*/ 0 h 32"/>
                      <a:gd name="T6" fmla="*/ 0 w 44"/>
                      <a:gd name="T7" fmla="*/ 0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0 w 76"/>
                      <a:gd name="T1" fmla="*/ 0 h 18"/>
                      <a:gd name="T2" fmla="*/ 0 w 76"/>
                      <a:gd name="T3" fmla="*/ 0 h 18"/>
                      <a:gd name="T4" fmla="*/ 0 w 76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0 h 44"/>
                      <a:gd name="T2" fmla="*/ 0 w 42"/>
                      <a:gd name="T3" fmla="*/ 0 h 44"/>
                      <a:gd name="T4" fmla="*/ 0 w 42"/>
                      <a:gd name="T5" fmla="*/ 0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0 w 30"/>
                      <a:gd name="T1" fmla="*/ 0 h 42"/>
                      <a:gd name="T2" fmla="*/ 0 w 30"/>
                      <a:gd name="T3" fmla="*/ 0 h 42"/>
                      <a:gd name="T4" fmla="*/ 0 w 30"/>
                      <a:gd name="T5" fmla="*/ 0 h 42"/>
                      <a:gd name="T6" fmla="*/ 0 w 30"/>
                      <a:gd name="T7" fmla="*/ 0 h 42"/>
                      <a:gd name="T8" fmla="*/ 0 w 30"/>
                      <a:gd name="T9" fmla="*/ 0 h 42"/>
                      <a:gd name="T10" fmla="*/ 0 w 30"/>
                      <a:gd name="T11" fmla="*/ 0 h 42"/>
                      <a:gd name="T12" fmla="*/ 0 w 30"/>
                      <a:gd name="T13" fmla="*/ 0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0 w 25"/>
                      <a:gd name="T1" fmla="*/ 0 h 16"/>
                      <a:gd name="T2" fmla="*/ 0 w 25"/>
                      <a:gd name="T3" fmla="*/ 0 h 16"/>
                      <a:gd name="T4" fmla="*/ 0 w 25"/>
                      <a:gd name="T5" fmla="*/ 0 h 16"/>
                      <a:gd name="T6" fmla="*/ 0 w 25"/>
                      <a:gd name="T7" fmla="*/ 0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0 w 65"/>
                      <a:gd name="T1" fmla="*/ 0 h 46"/>
                      <a:gd name="T2" fmla="*/ 0 w 65"/>
                      <a:gd name="T3" fmla="*/ 0 h 46"/>
                      <a:gd name="T4" fmla="*/ 0 w 65"/>
                      <a:gd name="T5" fmla="*/ 0 h 46"/>
                      <a:gd name="T6" fmla="*/ 0 w 65"/>
                      <a:gd name="T7" fmla="*/ 0 h 46"/>
                      <a:gd name="T8" fmla="*/ 0 w 65"/>
                      <a:gd name="T9" fmla="*/ 0 h 46"/>
                      <a:gd name="T10" fmla="*/ 0 w 65"/>
                      <a:gd name="T11" fmla="*/ 0 h 46"/>
                      <a:gd name="T12" fmla="*/ 0 w 65"/>
                      <a:gd name="T13" fmla="*/ 0 h 46"/>
                      <a:gd name="T14" fmla="*/ 0 w 65"/>
                      <a:gd name="T15" fmla="*/ 0 h 46"/>
                      <a:gd name="T16" fmla="*/ 0 w 65"/>
                      <a:gd name="T17" fmla="*/ 0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0 h 47"/>
                      <a:gd name="T2" fmla="*/ 0 w 69"/>
                      <a:gd name="T3" fmla="*/ 0 h 47"/>
                      <a:gd name="T4" fmla="*/ 0 w 69"/>
                      <a:gd name="T5" fmla="*/ 0 h 47"/>
                      <a:gd name="T6" fmla="*/ 0 w 69"/>
                      <a:gd name="T7" fmla="*/ 0 h 47"/>
                      <a:gd name="T8" fmla="*/ 0 w 69"/>
                      <a:gd name="T9" fmla="*/ 0 h 47"/>
                      <a:gd name="T10" fmla="*/ 0 w 69"/>
                      <a:gd name="T11" fmla="*/ 0 h 47"/>
                      <a:gd name="T12" fmla="*/ 0 w 69"/>
                      <a:gd name="T13" fmla="*/ 0 h 47"/>
                      <a:gd name="T14" fmla="*/ 0 w 69"/>
                      <a:gd name="T15" fmla="*/ 0 h 47"/>
                      <a:gd name="T16" fmla="*/ 0 w 69"/>
                      <a:gd name="T17" fmla="*/ 0 h 47"/>
                      <a:gd name="T18" fmla="*/ 0 w 69"/>
                      <a:gd name="T19" fmla="*/ 0 h 47"/>
                      <a:gd name="T20" fmla="*/ 0 w 69"/>
                      <a:gd name="T21" fmla="*/ 0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0 w 355"/>
                      <a:gd name="T1" fmla="*/ 0 h 277"/>
                      <a:gd name="T2" fmla="*/ 0 w 355"/>
                      <a:gd name="T3" fmla="*/ 0 h 277"/>
                      <a:gd name="T4" fmla="*/ 0 w 355"/>
                      <a:gd name="T5" fmla="*/ 0 h 277"/>
                      <a:gd name="T6" fmla="*/ 0 w 355"/>
                      <a:gd name="T7" fmla="*/ 0 h 277"/>
                      <a:gd name="T8" fmla="*/ 0 w 355"/>
                      <a:gd name="T9" fmla="*/ 0 h 277"/>
                      <a:gd name="T10" fmla="*/ 0 w 355"/>
                      <a:gd name="T11" fmla="*/ 0 h 277"/>
                      <a:gd name="T12" fmla="*/ 0 w 355"/>
                      <a:gd name="T13" fmla="*/ 0 h 277"/>
                      <a:gd name="T14" fmla="*/ 0 w 355"/>
                      <a:gd name="T15" fmla="*/ 0 h 277"/>
                      <a:gd name="T16" fmla="*/ 0 w 355"/>
                      <a:gd name="T17" fmla="*/ 0 h 277"/>
                      <a:gd name="T18" fmla="*/ 0 w 355"/>
                      <a:gd name="T19" fmla="*/ 0 h 277"/>
                      <a:gd name="T20" fmla="*/ 0 w 355"/>
                      <a:gd name="T21" fmla="*/ 0 h 277"/>
                      <a:gd name="T22" fmla="*/ 0 w 355"/>
                      <a:gd name="T23" fmla="*/ 0 h 277"/>
                      <a:gd name="T24" fmla="*/ 0 w 355"/>
                      <a:gd name="T25" fmla="*/ 0 h 277"/>
                      <a:gd name="T26" fmla="*/ 0 w 355"/>
                      <a:gd name="T27" fmla="*/ 0 h 277"/>
                      <a:gd name="T28" fmla="*/ 0 w 355"/>
                      <a:gd name="T29" fmla="*/ 0 h 277"/>
                      <a:gd name="T30" fmla="*/ 0 w 355"/>
                      <a:gd name="T31" fmla="*/ 0 h 277"/>
                      <a:gd name="T32" fmla="*/ 0 w 355"/>
                      <a:gd name="T33" fmla="*/ 0 h 277"/>
                      <a:gd name="T34" fmla="*/ 0 w 355"/>
                      <a:gd name="T35" fmla="*/ 0 h 277"/>
                      <a:gd name="T36" fmla="*/ 0 w 355"/>
                      <a:gd name="T37" fmla="*/ 0 h 277"/>
                      <a:gd name="T38" fmla="*/ 0 w 355"/>
                      <a:gd name="T39" fmla="*/ 0 h 277"/>
                      <a:gd name="T40" fmla="*/ 0 w 355"/>
                      <a:gd name="T41" fmla="*/ 0 h 277"/>
                      <a:gd name="T42" fmla="*/ 0 w 355"/>
                      <a:gd name="T43" fmla="*/ 0 h 277"/>
                      <a:gd name="T44" fmla="*/ 0 w 355"/>
                      <a:gd name="T45" fmla="*/ 0 h 277"/>
                      <a:gd name="T46" fmla="*/ 0 w 355"/>
                      <a:gd name="T47" fmla="*/ 0 h 277"/>
                      <a:gd name="T48" fmla="*/ 0 w 355"/>
                      <a:gd name="T49" fmla="*/ 0 h 277"/>
                      <a:gd name="T50" fmla="*/ 0 w 355"/>
                      <a:gd name="T51" fmla="*/ 0 h 277"/>
                      <a:gd name="T52" fmla="*/ 0 w 355"/>
                      <a:gd name="T53" fmla="*/ 0 h 277"/>
                      <a:gd name="T54" fmla="*/ 0 w 355"/>
                      <a:gd name="T55" fmla="*/ 0 h 277"/>
                      <a:gd name="T56" fmla="*/ 0 w 355"/>
                      <a:gd name="T57" fmla="*/ 0 h 277"/>
                      <a:gd name="T58" fmla="*/ 0 w 355"/>
                      <a:gd name="T59" fmla="*/ 0 h 277"/>
                      <a:gd name="T60" fmla="*/ 0 w 355"/>
                      <a:gd name="T61" fmla="*/ 0 h 277"/>
                      <a:gd name="T62" fmla="*/ 0 w 355"/>
                      <a:gd name="T63" fmla="*/ 0 h 277"/>
                      <a:gd name="T64" fmla="*/ 0 w 355"/>
                      <a:gd name="T65" fmla="*/ 0 h 277"/>
                      <a:gd name="T66" fmla="*/ 0 w 355"/>
                      <a:gd name="T67" fmla="*/ 0 h 277"/>
                      <a:gd name="T68" fmla="*/ 0 w 355"/>
                      <a:gd name="T69" fmla="*/ 0 h 277"/>
                      <a:gd name="T70" fmla="*/ 0 w 355"/>
                      <a:gd name="T71" fmla="*/ 0 h 277"/>
                      <a:gd name="T72" fmla="*/ 0 w 355"/>
                      <a:gd name="T73" fmla="*/ 0 h 277"/>
                      <a:gd name="T74" fmla="*/ 0 w 355"/>
                      <a:gd name="T75" fmla="*/ 0 h 277"/>
                      <a:gd name="T76" fmla="*/ 0 w 355"/>
                      <a:gd name="T77" fmla="*/ 0 h 277"/>
                      <a:gd name="T78" fmla="*/ 0 w 355"/>
                      <a:gd name="T79" fmla="*/ 0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0 w 156"/>
                      <a:gd name="T1" fmla="*/ 0 h 206"/>
                      <a:gd name="T2" fmla="*/ 0 w 156"/>
                      <a:gd name="T3" fmla="*/ 0 h 206"/>
                      <a:gd name="T4" fmla="*/ 0 w 156"/>
                      <a:gd name="T5" fmla="*/ 0 h 206"/>
                      <a:gd name="T6" fmla="*/ 0 w 156"/>
                      <a:gd name="T7" fmla="*/ 0 h 206"/>
                      <a:gd name="T8" fmla="*/ 0 w 156"/>
                      <a:gd name="T9" fmla="*/ 0 h 206"/>
                      <a:gd name="T10" fmla="*/ 0 w 156"/>
                      <a:gd name="T11" fmla="*/ 0 h 206"/>
                      <a:gd name="T12" fmla="*/ 0 w 156"/>
                      <a:gd name="T13" fmla="*/ 0 h 206"/>
                      <a:gd name="T14" fmla="*/ 0 w 156"/>
                      <a:gd name="T15" fmla="*/ 0 h 206"/>
                      <a:gd name="T16" fmla="*/ 0 w 156"/>
                      <a:gd name="T17" fmla="*/ 0 h 206"/>
                      <a:gd name="T18" fmla="*/ 0 w 156"/>
                      <a:gd name="T19" fmla="*/ 0 h 206"/>
                      <a:gd name="T20" fmla="*/ 0 w 156"/>
                      <a:gd name="T21" fmla="*/ 0 h 206"/>
                      <a:gd name="T22" fmla="*/ 0 w 156"/>
                      <a:gd name="T23" fmla="*/ 0 h 206"/>
                      <a:gd name="T24" fmla="*/ 0 w 156"/>
                      <a:gd name="T25" fmla="*/ 0 h 206"/>
                      <a:gd name="T26" fmla="*/ 0 w 156"/>
                      <a:gd name="T27" fmla="*/ 0 h 206"/>
                      <a:gd name="T28" fmla="*/ 0 w 156"/>
                      <a:gd name="T29" fmla="*/ 0 h 206"/>
                      <a:gd name="T30" fmla="*/ 0 w 156"/>
                      <a:gd name="T31" fmla="*/ 0 h 206"/>
                      <a:gd name="T32" fmla="*/ 0 w 156"/>
                      <a:gd name="T33" fmla="*/ 0 h 206"/>
                      <a:gd name="T34" fmla="*/ 0 w 156"/>
                      <a:gd name="T35" fmla="*/ 0 h 206"/>
                      <a:gd name="T36" fmla="*/ 0 w 156"/>
                      <a:gd name="T37" fmla="*/ 0 h 206"/>
                      <a:gd name="T38" fmla="*/ 0 w 156"/>
                      <a:gd name="T39" fmla="*/ 0 h 206"/>
                      <a:gd name="T40" fmla="*/ 0 w 156"/>
                      <a:gd name="T41" fmla="*/ 0 h 206"/>
                      <a:gd name="T42" fmla="*/ 0 w 156"/>
                      <a:gd name="T43" fmla="*/ 0 h 206"/>
                      <a:gd name="T44" fmla="*/ 0 w 156"/>
                      <a:gd name="T45" fmla="*/ 0 h 206"/>
                      <a:gd name="T46" fmla="*/ 0 w 156"/>
                      <a:gd name="T47" fmla="*/ 0 h 206"/>
                      <a:gd name="T48" fmla="*/ 0 w 156"/>
                      <a:gd name="T49" fmla="*/ 0 h 206"/>
                      <a:gd name="T50" fmla="*/ 0 w 156"/>
                      <a:gd name="T51" fmla="*/ 0 h 206"/>
                      <a:gd name="T52" fmla="*/ 0 w 156"/>
                      <a:gd name="T53" fmla="*/ 0 h 206"/>
                      <a:gd name="T54" fmla="*/ 0 w 156"/>
                      <a:gd name="T55" fmla="*/ 0 h 206"/>
                      <a:gd name="T56" fmla="*/ 0 w 156"/>
                      <a:gd name="T57" fmla="*/ 0 h 206"/>
                      <a:gd name="T58" fmla="*/ 0 w 156"/>
                      <a:gd name="T59" fmla="*/ 0 h 206"/>
                      <a:gd name="T60" fmla="*/ 0 w 156"/>
                      <a:gd name="T61" fmla="*/ 0 h 206"/>
                      <a:gd name="T62" fmla="*/ 0 w 156"/>
                      <a:gd name="T63" fmla="*/ 0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0 w 109"/>
                      <a:gd name="T1" fmla="*/ 0 h 38"/>
                      <a:gd name="T2" fmla="*/ 0 w 109"/>
                      <a:gd name="T3" fmla="*/ 0 h 38"/>
                      <a:gd name="T4" fmla="*/ 0 w 109"/>
                      <a:gd name="T5" fmla="*/ 0 h 38"/>
                      <a:gd name="T6" fmla="*/ 0 w 109"/>
                      <a:gd name="T7" fmla="*/ 0 h 38"/>
                      <a:gd name="T8" fmla="*/ 0 w 109"/>
                      <a:gd name="T9" fmla="*/ 0 h 38"/>
                      <a:gd name="T10" fmla="*/ 0 w 109"/>
                      <a:gd name="T11" fmla="*/ 0 h 38"/>
                      <a:gd name="T12" fmla="*/ 0 w 109"/>
                      <a:gd name="T13" fmla="*/ 0 h 38"/>
                      <a:gd name="T14" fmla="*/ 0 w 109"/>
                      <a:gd name="T15" fmla="*/ 0 h 38"/>
                      <a:gd name="T16" fmla="*/ 0 w 109"/>
                      <a:gd name="T17" fmla="*/ 0 h 38"/>
                      <a:gd name="T18" fmla="*/ 0 w 109"/>
                      <a:gd name="T19" fmla="*/ 0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0 w 76"/>
                      <a:gd name="T1" fmla="*/ 0 h 104"/>
                      <a:gd name="T2" fmla="*/ 0 w 76"/>
                      <a:gd name="T3" fmla="*/ 0 h 104"/>
                      <a:gd name="T4" fmla="*/ 0 w 76"/>
                      <a:gd name="T5" fmla="*/ 0 h 104"/>
                      <a:gd name="T6" fmla="*/ 0 w 76"/>
                      <a:gd name="T7" fmla="*/ 0 h 104"/>
                      <a:gd name="T8" fmla="*/ 0 w 76"/>
                      <a:gd name="T9" fmla="*/ 0 h 104"/>
                      <a:gd name="T10" fmla="*/ 0 w 76"/>
                      <a:gd name="T11" fmla="*/ 0 h 104"/>
                      <a:gd name="T12" fmla="*/ 0 w 76"/>
                      <a:gd name="T13" fmla="*/ 0 h 104"/>
                      <a:gd name="T14" fmla="*/ 0 w 76"/>
                      <a:gd name="T15" fmla="*/ 0 h 104"/>
                      <a:gd name="T16" fmla="*/ 0 w 76"/>
                      <a:gd name="T17" fmla="*/ 0 h 104"/>
                      <a:gd name="T18" fmla="*/ 0 w 76"/>
                      <a:gd name="T19" fmla="*/ 0 h 104"/>
                      <a:gd name="T20" fmla="*/ 0 w 76"/>
                      <a:gd name="T21" fmla="*/ 0 h 104"/>
                      <a:gd name="T22" fmla="*/ 0 w 76"/>
                      <a:gd name="T23" fmla="*/ 0 h 104"/>
                      <a:gd name="T24" fmla="*/ 0 w 76"/>
                      <a:gd name="T25" fmla="*/ 0 h 104"/>
                      <a:gd name="T26" fmla="*/ 0 w 76"/>
                      <a:gd name="T27" fmla="*/ 0 h 104"/>
                      <a:gd name="T28" fmla="*/ 0 w 76"/>
                      <a:gd name="T29" fmla="*/ 0 h 104"/>
                      <a:gd name="T30" fmla="*/ 0 w 76"/>
                      <a:gd name="T31" fmla="*/ 0 h 104"/>
                      <a:gd name="T32" fmla="*/ 0 w 76"/>
                      <a:gd name="T33" fmla="*/ 0 h 104"/>
                      <a:gd name="T34" fmla="*/ 0 w 76"/>
                      <a:gd name="T35" fmla="*/ 0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0 w 37"/>
                      <a:gd name="T1" fmla="*/ 0 h 61"/>
                      <a:gd name="T2" fmla="*/ 0 w 37"/>
                      <a:gd name="T3" fmla="*/ 0 h 61"/>
                      <a:gd name="T4" fmla="*/ 0 w 37"/>
                      <a:gd name="T5" fmla="*/ 0 h 61"/>
                      <a:gd name="T6" fmla="*/ 0 w 37"/>
                      <a:gd name="T7" fmla="*/ 0 h 61"/>
                      <a:gd name="T8" fmla="*/ 0 w 37"/>
                      <a:gd name="T9" fmla="*/ 0 h 61"/>
                      <a:gd name="T10" fmla="*/ 0 w 37"/>
                      <a:gd name="T11" fmla="*/ 0 h 61"/>
                      <a:gd name="T12" fmla="*/ 0 w 37"/>
                      <a:gd name="T13" fmla="*/ 0 h 61"/>
                      <a:gd name="T14" fmla="*/ 0 w 37"/>
                      <a:gd name="T15" fmla="*/ 0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0 w 49"/>
                      <a:gd name="T1" fmla="*/ 0 h 29"/>
                      <a:gd name="T2" fmla="*/ 0 w 49"/>
                      <a:gd name="T3" fmla="*/ 0 h 29"/>
                      <a:gd name="T4" fmla="*/ 0 w 49"/>
                      <a:gd name="T5" fmla="*/ 0 h 29"/>
                      <a:gd name="T6" fmla="*/ 0 w 49"/>
                      <a:gd name="T7" fmla="*/ 0 h 29"/>
                      <a:gd name="T8" fmla="*/ 0 w 49"/>
                      <a:gd name="T9" fmla="*/ 0 h 29"/>
                      <a:gd name="T10" fmla="*/ 0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0 w 61"/>
                      <a:gd name="T1" fmla="*/ 0 h 48"/>
                      <a:gd name="T2" fmla="*/ 0 w 61"/>
                      <a:gd name="T3" fmla="*/ 0 h 48"/>
                      <a:gd name="T4" fmla="*/ 0 w 61"/>
                      <a:gd name="T5" fmla="*/ 0 h 48"/>
                      <a:gd name="T6" fmla="*/ 0 w 61"/>
                      <a:gd name="T7" fmla="*/ 0 h 48"/>
                      <a:gd name="T8" fmla="*/ 0 w 61"/>
                      <a:gd name="T9" fmla="*/ 0 h 48"/>
                      <a:gd name="T10" fmla="*/ 0 w 61"/>
                      <a:gd name="T11" fmla="*/ 0 h 48"/>
                      <a:gd name="T12" fmla="*/ 0 w 61"/>
                      <a:gd name="T13" fmla="*/ 0 h 48"/>
                      <a:gd name="T14" fmla="*/ 0 w 61"/>
                      <a:gd name="T15" fmla="*/ 0 h 48"/>
                      <a:gd name="T16" fmla="*/ 0 w 61"/>
                      <a:gd name="T17" fmla="*/ 0 h 48"/>
                      <a:gd name="T18" fmla="*/ 0 w 61"/>
                      <a:gd name="T19" fmla="*/ 0 h 48"/>
                      <a:gd name="T20" fmla="*/ 0 w 61"/>
                      <a:gd name="T21" fmla="*/ 0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0 w 286"/>
                      <a:gd name="T1" fmla="*/ 0 h 182"/>
                      <a:gd name="T2" fmla="*/ 0 w 286"/>
                      <a:gd name="T3" fmla="*/ 0 h 182"/>
                      <a:gd name="T4" fmla="*/ 0 w 286"/>
                      <a:gd name="T5" fmla="*/ 0 h 182"/>
                      <a:gd name="T6" fmla="*/ 0 w 286"/>
                      <a:gd name="T7" fmla="*/ 0 h 182"/>
                      <a:gd name="T8" fmla="*/ 0 w 286"/>
                      <a:gd name="T9" fmla="*/ 0 h 182"/>
                      <a:gd name="T10" fmla="*/ 0 w 286"/>
                      <a:gd name="T11" fmla="*/ 0 h 182"/>
                      <a:gd name="T12" fmla="*/ 0 w 286"/>
                      <a:gd name="T13" fmla="*/ 0 h 182"/>
                      <a:gd name="T14" fmla="*/ 0 w 286"/>
                      <a:gd name="T15" fmla="*/ 0 h 182"/>
                      <a:gd name="T16" fmla="*/ 0 w 286"/>
                      <a:gd name="T17" fmla="*/ 0 h 182"/>
                      <a:gd name="T18" fmla="*/ 0 w 286"/>
                      <a:gd name="T19" fmla="*/ 0 h 182"/>
                      <a:gd name="T20" fmla="*/ 0 w 286"/>
                      <a:gd name="T21" fmla="*/ 0 h 182"/>
                      <a:gd name="T22" fmla="*/ 0 w 286"/>
                      <a:gd name="T23" fmla="*/ 0 h 182"/>
                      <a:gd name="T24" fmla="*/ 0 w 286"/>
                      <a:gd name="T25" fmla="*/ 0 h 182"/>
                      <a:gd name="T26" fmla="*/ 0 w 286"/>
                      <a:gd name="T27" fmla="*/ 0 h 182"/>
                      <a:gd name="T28" fmla="*/ 0 w 286"/>
                      <a:gd name="T29" fmla="*/ 0 h 182"/>
                      <a:gd name="T30" fmla="*/ 0 w 286"/>
                      <a:gd name="T31" fmla="*/ 0 h 182"/>
                      <a:gd name="T32" fmla="*/ 0 w 286"/>
                      <a:gd name="T33" fmla="*/ 0 h 182"/>
                      <a:gd name="T34" fmla="*/ 0 w 286"/>
                      <a:gd name="T35" fmla="*/ 0 h 182"/>
                      <a:gd name="T36" fmla="*/ 0 w 286"/>
                      <a:gd name="T37" fmla="*/ 0 h 182"/>
                      <a:gd name="T38" fmla="*/ 0 w 286"/>
                      <a:gd name="T39" fmla="*/ 0 h 182"/>
                      <a:gd name="T40" fmla="*/ 0 w 286"/>
                      <a:gd name="T41" fmla="*/ 0 h 182"/>
                      <a:gd name="T42" fmla="*/ 0 w 286"/>
                      <a:gd name="T43" fmla="*/ 0 h 182"/>
                      <a:gd name="T44" fmla="*/ 0 w 286"/>
                      <a:gd name="T45" fmla="*/ 0 h 182"/>
                      <a:gd name="T46" fmla="*/ 0 w 286"/>
                      <a:gd name="T47" fmla="*/ 0 h 182"/>
                      <a:gd name="T48" fmla="*/ 0 w 286"/>
                      <a:gd name="T49" fmla="*/ 0 h 182"/>
                      <a:gd name="T50" fmla="*/ 0 w 286"/>
                      <a:gd name="T51" fmla="*/ 0 h 182"/>
                      <a:gd name="T52" fmla="*/ 0 w 286"/>
                      <a:gd name="T53" fmla="*/ 0 h 182"/>
                      <a:gd name="T54" fmla="*/ 0 w 286"/>
                      <a:gd name="T55" fmla="*/ 0 h 182"/>
                      <a:gd name="T56" fmla="*/ 0 w 286"/>
                      <a:gd name="T57" fmla="*/ 0 h 182"/>
                      <a:gd name="T58" fmla="*/ 0 w 286"/>
                      <a:gd name="T59" fmla="*/ 0 h 182"/>
                      <a:gd name="T60" fmla="*/ 0 w 286"/>
                      <a:gd name="T61" fmla="*/ 0 h 182"/>
                      <a:gd name="T62" fmla="*/ 0 w 286"/>
                      <a:gd name="T63" fmla="*/ 0 h 182"/>
                      <a:gd name="T64" fmla="*/ 0 w 286"/>
                      <a:gd name="T65" fmla="*/ 0 h 182"/>
                      <a:gd name="T66" fmla="*/ 0 w 286"/>
                      <a:gd name="T67" fmla="*/ 0 h 182"/>
                      <a:gd name="T68" fmla="*/ 0 w 286"/>
                      <a:gd name="T69" fmla="*/ 0 h 182"/>
                      <a:gd name="T70" fmla="*/ 0 w 286"/>
                      <a:gd name="T71" fmla="*/ 0 h 182"/>
                      <a:gd name="T72" fmla="*/ 0 w 286"/>
                      <a:gd name="T73" fmla="*/ 0 h 182"/>
                      <a:gd name="T74" fmla="*/ 0 w 286"/>
                      <a:gd name="T75" fmla="*/ 0 h 182"/>
                      <a:gd name="T76" fmla="*/ 0 w 286"/>
                      <a:gd name="T77" fmla="*/ 0 h 182"/>
                      <a:gd name="T78" fmla="*/ 0 w 286"/>
                      <a:gd name="T79" fmla="*/ 0 h 182"/>
                      <a:gd name="T80" fmla="*/ 0 w 286"/>
                      <a:gd name="T81" fmla="*/ 0 h 182"/>
                      <a:gd name="T82" fmla="*/ 0 w 286"/>
                      <a:gd name="T83" fmla="*/ 0 h 182"/>
                      <a:gd name="T84" fmla="*/ 0 w 286"/>
                      <a:gd name="T85" fmla="*/ 0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0 h 78"/>
                      <a:gd name="T2" fmla="*/ 0 w 78"/>
                      <a:gd name="T3" fmla="*/ 0 h 78"/>
                      <a:gd name="T4" fmla="*/ 0 w 78"/>
                      <a:gd name="T5" fmla="*/ 0 h 78"/>
                      <a:gd name="T6" fmla="*/ 0 w 78"/>
                      <a:gd name="T7" fmla="*/ 0 h 78"/>
                      <a:gd name="T8" fmla="*/ 0 w 78"/>
                      <a:gd name="T9" fmla="*/ 0 h 78"/>
                      <a:gd name="T10" fmla="*/ 0 w 78"/>
                      <a:gd name="T11" fmla="*/ 0 h 78"/>
                      <a:gd name="T12" fmla="*/ 0 w 78"/>
                      <a:gd name="T13" fmla="*/ 0 h 78"/>
                      <a:gd name="T14" fmla="*/ 0 w 78"/>
                      <a:gd name="T15" fmla="*/ 0 h 78"/>
                      <a:gd name="T16" fmla="*/ 0 w 78"/>
                      <a:gd name="T17" fmla="*/ 0 h 78"/>
                      <a:gd name="T18" fmla="*/ 0 w 78"/>
                      <a:gd name="T19" fmla="*/ 0 h 78"/>
                      <a:gd name="T20" fmla="*/ 0 w 78"/>
                      <a:gd name="T21" fmla="*/ 0 h 78"/>
                      <a:gd name="T22" fmla="*/ 0 w 78"/>
                      <a:gd name="T23" fmla="*/ 0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0 w 17"/>
                      <a:gd name="T1" fmla="*/ 0 h 18"/>
                      <a:gd name="T2" fmla="*/ 0 w 17"/>
                      <a:gd name="T3" fmla="*/ 0 h 18"/>
                      <a:gd name="T4" fmla="*/ 0 w 17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0 h 80"/>
                      <a:gd name="T2" fmla="*/ 0 w 80"/>
                      <a:gd name="T3" fmla="*/ 0 h 80"/>
                      <a:gd name="T4" fmla="*/ 0 w 80"/>
                      <a:gd name="T5" fmla="*/ 0 h 80"/>
                      <a:gd name="T6" fmla="*/ 0 w 80"/>
                      <a:gd name="T7" fmla="*/ 0 h 80"/>
                      <a:gd name="T8" fmla="*/ 0 w 80"/>
                      <a:gd name="T9" fmla="*/ 0 h 80"/>
                      <a:gd name="T10" fmla="*/ 0 w 80"/>
                      <a:gd name="T11" fmla="*/ 0 h 80"/>
                      <a:gd name="T12" fmla="*/ 0 w 80"/>
                      <a:gd name="T13" fmla="*/ 0 h 80"/>
                      <a:gd name="T14" fmla="*/ 0 w 80"/>
                      <a:gd name="T15" fmla="*/ 0 h 80"/>
                      <a:gd name="T16" fmla="*/ 0 w 80"/>
                      <a:gd name="T17" fmla="*/ 0 h 80"/>
                      <a:gd name="T18" fmla="*/ 0 w 80"/>
                      <a:gd name="T19" fmla="*/ 0 h 80"/>
                      <a:gd name="T20" fmla="*/ 0 w 80"/>
                      <a:gd name="T21" fmla="*/ 0 h 80"/>
                      <a:gd name="T22" fmla="*/ 0 w 80"/>
                      <a:gd name="T23" fmla="*/ 0 h 80"/>
                      <a:gd name="T24" fmla="*/ 0 w 80"/>
                      <a:gd name="T25" fmla="*/ 0 h 80"/>
                      <a:gd name="T26" fmla="*/ 0 w 80"/>
                      <a:gd name="T27" fmla="*/ 0 h 80"/>
                      <a:gd name="T28" fmla="*/ 0 w 80"/>
                      <a:gd name="T29" fmla="*/ 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0 w 94"/>
                      <a:gd name="T1" fmla="*/ 0 h 174"/>
                      <a:gd name="T2" fmla="*/ 0 w 94"/>
                      <a:gd name="T3" fmla="*/ 0 h 174"/>
                      <a:gd name="T4" fmla="*/ 0 w 94"/>
                      <a:gd name="T5" fmla="*/ 0 h 174"/>
                      <a:gd name="T6" fmla="*/ 0 w 94"/>
                      <a:gd name="T7" fmla="*/ 0 h 174"/>
                      <a:gd name="T8" fmla="*/ 0 w 94"/>
                      <a:gd name="T9" fmla="*/ 0 h 174"/>
                      <a:gd name="T10" fmla="*/ 0 w 94"/>
                      <a:gd name="T11" fmla="*/ 0 h 174"/>
                      <a:gd name="T12" fmla="*/ 0 w 94"/>
                      <a:gd name="T13" fmla="*/ 0 h 174"/>
                      <a:gd name="T14" fmla="*/ 0 w 94"/>
                      <a:gd name="T15" fmla="*/ 0 h 174"/>
                      <a:gd name="T16" fmla="*/ 0 w 94"/>
                      <a:gd name="T17" fmla="*/ 0 h 174"/>
                      <a:gd name="T18" fmla="*/ 0 w 94"/>
                      <a:gd name="T19" fmla="*/ 0 h 174"/>
                      <a:gd name="T20" fmla="*/ 0 w 94"/>
                      <a:gd name="T21" fmla="*/ 0 h 174"/>
                      <a:gd name="T22" fmla="*/ 0 w 94"/>
                      <a:gd name="T23" fmla="*/ 0 h 174"/>
                      <a:gd name="T24" fmla="*/ 0 w 94"/>
                      <a:gd name="T25" fmla="*/ 0 h 174"/>
                      <a:gd name="T26" fmla="*/ 0 w 94"/>
                      <a:gd name="T27" fmla="*/ 0 h 174"/>
                      <a:gd name="T28" fmla="*/ 0 w 94"/>
                      <a:gd name="T29" fmla="*/ 0 h 174"/>
                      <a:gd name="T30" fmla="*/ 0 w 94"/>
                      <a:gd name="T31" fmla="*/ 0 h 174"/>
                      <a:gd name="T32" fmla="*/ 0 w 94"/>
                      <a:gd name="T33" fmla="*/ 0 h 174"/>
                      <a:gd name="T34" fmla="*/ 0 w 94"/>
                      <a:gd name="T35" fmla="*/ 0 h 174"/>
                      <a:gd name="T36" fmla="*/ 0 w 94"/>
                      <a:gd name="T37" fmla="*/ 0 h 174"/>
                      <a:gd name="T38" fmla="*/ 0 w 94"/>
                      <a:gd name="T39" fmla="*/ 0 h 174"/>
                      <a:gd name="T40" fmla="*/ 0 w 94"/>
                      <a:gd name="T41" fmla="*/ 0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0 w 32"/>
                      <a:gd name="T1" fmla="*/ 0 h 50"/>
                      <a:gd name="T2" fmla="*/ 0 w 32"/>
                      <a:gd name="T3" fmla="*/ 0 h 50"/>
                      <a:gd name="T4" fmla="*/ 0 w 32"/>
                      <a:gd name="T5" fmla="*/ 0 h 50"/>
                      <a:gd name="T6" fmla="*/ 0 w 32"/>
                      <a:gd name="T7" fmla="*/ 0 h 50"/>
                      <a:gd name="T8" fmla="*/ 0 w 32"/>
                      <a:gd name="T9" fmla="*/ 0 h 50"/>
                      <a:gd name="T10" fmla="*/ 0 w 32"/>
                      <a:gd name="T11" fmla="*/ 0 h 50"/>
                      <a:gd name="T12" fmla="*/ 0 w 32"/>
                      <a:gd name="T13" fmla="*/ 0 h 50"/>
                      <a:gd name="T14" fmla="*/ 0 w 32"/>
                      <a:gd name="T15" fmla="*/ 0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0 h 50"/>
                      <a:gd name="T2" fmla="*/ 0 w 43"/>
                      <a:gd name="T3" fmla="*/ 0 h 50"/>
                      <a:gd name="T4" fmla="*/ 0 w 43"/>
                      <a:gd name="T5" fmla="*/ 0 h 50"/>
                      <a:gd name="T6" fmla="*/ 0 w 43"/>
                      <a:gd name="T7" fmla="*/ 0 h 50"/>
                      <a:gd name="T8" fmla="*/ 0 w 43"/>
                      <a:gd name="T9" fmla="*/ 0 h 50"/>
                      <a:gd name="T10" fmla="*/ 0 w 43"/>
                      <a:gd name="T11" fmla="*/ 0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0 h 29"/>
                      <a:gd name="T2" fmla="*/ 0 w 41"/>
                      <a:gd name="T3" fmla="*/ 0 h 29"/>
                      <a:gd name="T4" fmla="*/ 0 w 41"/>
                      <a:gd name="T5" fmla="*/ 0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0 w 47"/>
                      <a:gd name="T1" fmla="*/ 0 h 165"/>
                      <a:gd name="T2" fmla="*/ 0 w 47"/>
                      <a:gd name="T3" fmla="*/ 0 h 165"/>
                      <a:gd name="T4" fmla="*/ 0 w 47"/>
                      <a:gd name="T5" fmla="*/ 0 h 165"/>
                      <a:gd name="T6" fmla="*/ 0 w 47"/>
                      <a:gd name="T7" fmla="*/ 0 h 165"/>
                      <a:gd name="T8" fmla="*/ 0 w 47"/>
                      <a:gd name="T9" fmla="*/ 0 h 165"/>
                      <a:gd name="T10" fmla="*/ 0 w 47"/>
                      <a:gd name="T11" fmla="*/ 0 h 165"/>
                      <a:gd name="T12" fmla="*/ 0 w 47"/>
                      <a:gd name="T13" fmla="*/ 0 h 165"/>
                      <a:gd name="T14" fmla="*/ 0 w 47"/>
                      <a:gd name="T15" fmla="*/ 0 h 165"/>
                      <a:gd name="T16" fmla="*/ 0 w 47"/>
                      <a:gd name="T17" fmla="*/ 0 h 165"/>
                      <a:gd name="T18" fmla="*/ 0 w 47"/>
                      <a:gd name="T19" fmla="*/ 0 h 165"/>
                      <a:gd name="T20" fmla="*/ 0 w 47"/>
                      <a:gd name="T21" fmla="*/ 0 h 165"/>
                      <a:gd name="T22" fmla="*/ 0 w 47"/>
                      <a:gd name="T23" fmla="*/ 0 h 165"/>
                      <a:gd name="T24" fmla="*/ 0 w 47"/>
                      <a:gd name="T25" fmla="*/ 0 h 165"/>
                      <a:gd name="T26" fmla="*/ 0 w 47"/>
                      <a:gd name="T27" fmla="*/ 0 h 165"/>
                      <a:gd name="T28" fmla="*/ 0 w 47"/>
                      <a:gd name="T29" fmla="*/ 0 h 165"/>
                      <a:gd name="T30" fmla="*/ 0 w 47"/>
                      <a:gd name="T31" fmla="*/ 0 h 165"/>
                      <a:gd name="T32" fmla="*/ 0 w 47"/>
                      <a:gd name="T33" fmla="*/ 0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0 w 138"/>
                      <a:gd name="T1" fmla="*/ 0 h 103"/>
                      <a:gd name="T2" fmla="*/ 0 w 138"/>
                      <a:gd name="T3" fmla="*/ 0 h 103"/>
                      <a:gd name="T4" fmla="*/ 0 w 138"/>
                      <a:gd name="T5" fmla="*/ 0 h 103"/>
                      <a:gd name="T6" fmla="*/ 0 w 138"/>
                      <a:gd name="T7" fmla="*/ 0 h 103"/>
                      <a:gd name="T8" fmla="*/ 0 w 138"/>
                      <a:gd name="T9" fmla="*/ 0 h 103"/>
                      <a:gd name="T10" fmla="*/ 0 w 138"/>
                      <a:gd name="T11" fmla="*/ 0 h 103"/>
                      <a:gd name="T12" fmla="*/ 0 w 138"/>
                      <a:gd name="T13" fmla="*/ 0 h 103"/>
                      <a:gd name="T14" fmla="*/ 0 w 138"/>
                      <a:gd name="T15" fmla="*/ 0 h 103"/>
                      <a:gd name="T16" fmla="*/ 0 w 138"/>
                      <a:gd name="T17" fmla="*/ 0 h 103"/>
                      <a:gd name="T18" fmla="*/ 0 w 138"/>
                      <a:gd name="T19" fmla="*/ 0 h 103"/>
                      <a:gd name="T20" fmla="*/ 0 w 138"/>
                      <a:gd name="T21" fmla="*/ 0 h 103"/>
                      <a:gd name="T22" fmla="*/ 0 w 138"/>
                      <a:gd name="T23" fmla="*/ 0 h 103"/>
                      <a:gd name="T24" fmla="*/ 0 w 138"/>
                      <a:gd name="T25" fmla="*/ 0 h 103"/>
                      <a:gd name="T26" fmla="*/ 0 w 138"/>
                      <a:gd name="T27" fmla="*/ 0 h 103"/>
                      <a:gd name="T28" fmla="*/ 0 w 138"/>
                      <a:gd name="T29" fmla="*/ 0 h 103"/>
                      <a:gd name="T30" fmla="*/ 0 w 138"/>
                      <a:gd name="T31" fmla="*/ 0 h 103"/>
                      <a:gd name="T32" fmla="*/ 0 w 138"/>
                      <a:gd name="T33" fmla="*/ 0 h 103"/>
                      <a:gd name="T34" fmla="*/ 0 w 138"/>
                      <a:gd name="T35" fmla="*/ 0 h 103"/>
                      <a:gd name="T36" fmla="*/ 0 w 138"/>
                      <a:gd name="T37" fmla="*/ 0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0 w 188"/>
                      <a:gd name="T1" fmla="*/ 0 h 214"/>
                      <a:gd name="T2" fmla="*/ 0 w 188"/>
                      <a:gd name="T3" fmla="*/ 0 h 214"/>
                      <a:gd name="T4" fmla="*/ 0 w 188"/>
                      <a:gd name="T5" fmla="*/ 0 h 214"/>
                      <a:gd name="T6" fmla="*/ 0 w 188"/>
                      <a:gd name="T7" fmla="*/ 0 h 214"/>
                      <a:gd name="T8" fmla="*/ 0 w 188"/>
                      <a:gd name="T9" fmla="*/ 0 h 214"/>
                      <a:gd name="T10" fmla="*/ 0 w 188"/>
                      <a:gd name="T11" fmla="*/ 0 h 214"/>
                      <a:gd name="T12" fmla="*/ 0 w 188"/>
                      <a:gd name="T13" fmla="*/ 0 h 214"/>
                      <a:gd name="T14" fmla="*/ 0 w 188"/>
                      <a:gd name="T15" fmla="*/ 0 h 214"/>
                      <a:gd name="T16" fmla="*/ 0 w 188"/>
                      <a:gd name="T17" fmla="*/ 0 h 214"/>
                      <a:gd name="T18" fmla="*/ 0 w 188"/>
                      <a:gd name="T19" fmla="*/ 0 h 214"/>
                      <a:gd name="T20" fmla="*/ 0 w 188"/>
                      <a:gd name="T21" fmla="*/ 0 h 214"/>
                      <a:gd name="T22" fmla="*/ 0 w 188"/>
                      <a:gd name="T23" fmla="*/ 0 h 214"/>
                      <a:gd name="T24" fmla="*/ 0 w 188"/>
                      <a:gd name="T25" fmla="*/ 0 h 214"/>
                      <a:gd name="T26" fmla="*/ 0 w 188"/>
                      <a:gd name="T27" fmla="*/ 0 h 214"/>
                      <a:gd name="T28" fmla="*/ 0 w 188"/>
                      <a:gd name="T29" fmla="*/ 0 h 214"/>
                      <a:gd name="T30" fmla="*/ 0 w 188"/>
                      <a:gd name="T31" fmla="*/ 0 h 214"/>
                      <a:gd name="T32" fmla="*/ 0 w 188"/>
                      <a:gd name="T33" fmla="*/ 0 h 214"/>
                      <a:gd name="T34" fmla="*/ 0 w 188"/>
                      <a:gd name="T35" fmla="*/ 0 h 214"/>
                      <a:gd name="T36" fmla="*/ 0 w 188"/>
                      <a:gd name="T37" fmla="*/ 0 h 214"/>
                      <a:gd name="T38" fmla="*/ 0 w 188"/>
                      <a:gd name="T39" fmla="*/ 0 h 214"/>
                      <a:gd name="T40" fmla="*/ 0 w 188"/>
                      <a:gd name="T41" fmla="*/ 0 h 214"/>
                      <a:gd name="T42" fmla="*/ 0 w 188"/>
                      <a:gd name="T43" fmla="*/ 0 h 214"/>
                      <a:gd name="T44" fmla="*/ 0 w 188"/>
                      <a:gd name="T45" fmla="*/ 0 h 214"/>
                      <a:gd name="T46" fmla="*/ 0 w 188"/>
                      <a:gd name="T47" fmla="*/ 0 h 214"/>
                      <a:gd name="T48" fmla="*/ 0 w 188"/>
                      <a:gd name="T49" fmla="*/ 0 h 214"/>
                      <a:gd name="T50" fmla="*/ 0 w 188"/>
                      <a:gd name="T51" fmla="*/ 0 h 214"/>
                      <a:gd name="T52" fmla="*/ 0 w 188"/>
                      <a:gd name="T53" fmla="*/ 0 h 214"/>
                      <a:gd name="T54" fmla="*/ 0 w 188"/>
                      <a:gd name="T55" fmla="*/ 0 h 214"/>
                      <a:gd name="T56" fmla="*/ 0 w 188"/>
                      <a:gd name="T57" fmla="*/ 0 h 214"/>
                      <a:gd name="T58" fmla="*/ 0 w 188"/>
                      <a:gd name="T59" fmla="*/ 0 h 214"/>
                      <a:gd name="T60" fmla="*/ 0 w 188"/>
                      <a:gd name="T61" fmla="*/ 0 h 214"/>
                      <a:gd name="T62" fmla="*/ 0 w 188"/>
                      <a:gd name="T63" fmla="*/ 0 h 214"/>
                      <a:gd name="T64" fmla="*/ 0 w 188"/>
                      <a:gd name="T65" fmla="*/ 0 h 214"/>
                      <a:gd name="T66" fmla="*/ 0 w 188"/>
                      <a:gd name="T67" fmla="*/ 0 h 214"/>
                      <a:gd name="T68" fmla="*/ 0 w 188"/>
                      <a:gd name="T69" fmla="*/ 0 h 214"/>
                      <a:gd name="T70" fmla="*/ 0 w 188"/>
                      <a:gd name="T71" fmla="*/ 0 h 214"/>
                      <a:gd name="T72" fmla="*/ 0 w 188"/>
                      <a:gd name="T73" fmla="*/ 0 h 214"/>
                      <a:gd name="T74" fmla="*/ 0 w 188"/>
                      <a:gd name="T75" fmla="*/ 0 h 214"/>
                      <a:gd name="T76" fmla="*/ 0 w 188"/>
                      <a:gd name="T77" fmla="*/ 0 h 214"/>
                      <a:gd name="T78" fmla="*/ 0 w 188"/>
                      <a:gd name="T79" fmla="*/ 0 h 214"/>
                      <a:gd name="T80" fmla="*/ 0 w 188"/>
                      <a:gd name="T81" fmla="*/ 0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0 h 13"/>
                      <a:gd name="T2" fmla="*/ 0 w 13"/>
                      <a:gd name="T3" fmla="*/ 0 h 13"/>
                      <a:gd name="T4" fmla="*/ 0 w 13"/>
                      <a:gd name="T5" fmla="*/ 0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0 w 812"/>
                      <a:gd name="T1" fmla="*/ 0 h 564"/>
                      <a:gd name="T2" fmla="*/ 0 w 812"/>
                      <a:gd name="T3" fmla="*/ 0 h 564"/>
                      <a:gd name="T4" fmla="*/ 0 w 812"/>
                      <a:gd name="T5" fmla="*/ 0 h 564"/>
                      <a:gd name="T6" fmla="*/ 0 w 812"/>
                      <a:gd name="T7" fmla="*/ 0 h 564"/>
                      <a:gd name="T8" fmla="*/ 0 w 812"/>
                      <a:gd name="T9" fmla="*/ 0 h 564"/>
                      <a:gd name="T10" fmla="*/ 0 w 812"/>
                      <a:gd name="T11" fmla="*/ 0 h 564"/>
                      <a:gd name="T12" fmla="*/ 0 w 812"/>
                      <a:gd name="T13" fmla="*/ 0 h 564"/>
                      <a:gd name="T14" fmla="*/ 0 w 812"/>
                      <a:gd name="T15" fmla="*/ 0 h 564"/>
                      <a:gd name="T16" fmla="*/ 0 w 812"/>
                      <a:gd name="T17" fmla="*/ 0 h 564"/>
                      <a:gd name="T18" fmla="*/ 0 w 812"/>
                      <a:gd name="T19" fmla="*/ 0 h 564"/>
                      <a:gd name="T20" fmla="*/ 0 w 812"/>
                      <a:gd name="T21" fmla="*/ 0 h 564"/>
                      <a:gd name="T22" fmla="*/ 0 w 812"/>
                      <a:gd name="T23" fmla="*/ 0 h 564"/>
                      <a:gd name="T24" fmla="*/ 0 w 812"/>
                      <a:gd name="T25" fmla="*/ 0 h 564"/>
                      <a:gd name="T26" fmla="*/ 0 w 812"/>
                      <a:gd name="T27" fmla="*/ 0 h 564"/>
                      <a:gd name="T28" fmla="*/ 0 w 812"/>
                      <a:gd name="T29" fmla="*/ 0 h 564"/>
                      <a:gd name="T30" fmla="*/ 0 w 812"/>
                      <a:gd name="T31" fmla="*/ 0 h 564"/>
                      <a:gd name="T32" fmla="*/ 0 w 812"/>
                      <a:gd name="T33" fmla="*/ 0 h 564"/>
                      <a:gd name="T34" fmla="*/ 0 w 812"/>
                      <a:gd name="T35" fmla="*/ 0 h 564"/>
                      <a:gd name="T36" fmla="*/ 0 w 812"/>
                      <a:gd name="T37" fmla="*/ 0 h 564"/>
                      <a:gd name="T38" fmla="*/ 0 w 812"/>
                      <a:gd name="T39" fmla="*/ 0 h 564"/>
                      <a:gd name="T40" fmla="*/ 0 w 812"/>
                      <a:gd name="T41" fmla="*/ 0 h 564"/>
                      <a:gd name="T42" fmla="*/ 0 w 812"/>
                      <a:gd name="T43" fmla="*/ 0 h 564"/>
                      <a:gd name="T44" fmla="*/ 0 w 812"/>
                      <a:gd name="T45" fmla="*/ 0 h 564"/>
                      <a:gd name="T46" fmla="*/ 0 w 812"/>
                      <a:gd name="T47" fmla="*/ 0 h 564"/>
                      <a:gd name="T48" fmla="*/ 0 w 812"/>
                      <a:gd name="T49" fmla="*/ 0 h 564"/>
                      <a:gd name="T50" fmla="*/ 0 w 812"/>
                      <a:gd name="T51" fmla="*/ 0 h 564"/>
                      <a:gd name="T52" fmla="*/ 0 w 812"/>
                      <a:gd name="T53" fmla="*/ 0 h 564"/>
                      <a:gd name="T54" fmla="*/ 0 w 812"/>
                      <a:gd name="T55" fmla="*/ 0 h 564"/>
                      <a:gd name="T56" fmla="*/ 0 w 812"/>
                      <a:gd name="T57" fmla="*/ 0 h 564"/>
                      <a:gd name="T58" fmla="*/ 0 w 812"/>
                      <a:gd name="T59" fmla="*/ 0 h 564"/>
                      <a:gd name="T60" fmla="*/ 0 w 812"/>
                      <a:gd name="T61" fmla="*/ 0 h 564"/>
                      <a:gd name="T62" fmla="*/ 0 w 812"/>
                      <a:gd name="T63" fmla="*/ 0 h 564"/>
                      <a:gd name="T64" fmla="*/ 0 w 812"/>
                      <a:gd name="T65" fmla="*/ 0 h 564"/>
                      <a:gd name="T66" fmla="*/ 0 w 812"/>
                      <a:gd name="T67" fmla="*/ 0 h 564"/>
                      <a:gd name="T68" fmla="*/ 0 w 812"/>
                      <a:gd name="T69" fmla="*/ 0 h 564"/>
                      <a:gd name="T70" fmla="*/ 0 w 812"/>
                      <a:gd name="T71" fmla="*/ 0 h 564"/>
                      <a:gd name="T72" fmla="*/ 0 w 812"/>
                      <a:gd name="T73" fmla="*/ 0 h 564"/>
                      <a:gd name="T74" fmla="*/ 0 w 812"/>
                      <a:gd name="T75" fmla="*/ 0 h 564"/>
                      <a:gd name="T76" fmla="*/ 0 w 812"/>
                      <a:gd name="T77" fmla="*/ 0 h 564"/>
                      <a:gd name="T78" fmla="*/ 0 w 812"/>
                      <a:gd name="T79" fmla="*/ 0 h 564"/>
                      <a:gd name="T80" fmla="*/ 0 w 812"/>
                      <a:gd name="T81" fmla="*/ 0 h 564"/>
                      <a:gd name="T82" fmla="*/ 0 w 812"/>
                      <a:gd name="T83" fmla="*/ 0 h 564"/>
                      <a:gd name="T84" fmla="*/ 0 w 812"/>
                      <a:gd name="T85" fmla="*/ 0 h 564"/>
                      <a:gd name="T86" fmla="*/ 0 w 812"/>
                      <a:gd name="T87" fmla="*/ 0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0 w 43"/>
                      <a:gd name="T1" fmla="*/ 0 h 85"/>
                      <a:gd name="T2" fmla="*/ 0 w 43"/>
                      <a:gd name="T3" fmla="*/ 0 h 85"/>
                      <a:gd name="T4" fmla="*/ 0 w 43"/>
                      <a:gd name="T5" fmla="*/ 0 h 85"/>
                      <a:gd name="T6" fmla="*/ 0 w 43"/>
                      <a:gd name="T7" fmla="*/ 0 h 85"/>
                      <a:gd name="T8" fmla="*/ 0 w 43"/>
                      <a:gd name="T9" fmla="*/ 0 h 85"/>
                      <a:gd name="T10" fmla="*/ 0 w 43"/>
                      <a:gd name="T11" fmla="*/ 0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0 w 44"/>
                      <a:gd name="T1" fmla="*/ 0 h 74"/>
                      <a:gd name="T2" fmla="*/ 0 w 44"/>
                      <a:gd name="T3" fmla="*/ 0 h 74"/>
                      <a:gd name="T4" fmla="*/ 0 w 44"/>
                      <a:gd name="T5" fmla="*/ 0 h 74"/>
                      <a:gd name="T6" fmla="*/ 0 w 44"/>
                      <a:gd name="T7" fmla="*/ 0 h 74"/>
                      <a:gd name="T8" fmla="*/ 0 w 44"/>
                      <a:gd name="T9" fmla="*/ 0 h 74"/>
                      <a:gd name="T10" fmla="*/ 0 w 44"/>
                      <a:gd name="T11" fmla="*/ 0 h 74"/>
                      <a:gd name="T12" fmla="*/ 0 w 44"/>
                      <a:gd name="T13" fmla="*/ 0 h 74"/>
                      <a:gd name="T14" fmla="*/ 0 w 44"/>
                      <a:gd name="T15" fmla="*/ 0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0 w 20"/>
                      <a:gd name="T1" fmla="*/ 0 h 30"/>
                      <a:gd name="T2" fmla="*/ 0 w 20"/>
                      <a:gd name="T3" fmla="*/ 0 h 30"/>
                      <a:gd name="T4" fmla="*/ 0 w 20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1 w 682"/>
                      <a:gd name="T1" fmla="*/ 1 h 557"/>
                      <a:gd name="T2" fmla="*/ 1 w 682"/>
                      <a:gd name="T3" fmla="*/ 1 h 557"/>
                      <a:gd name="T4" fmla="*/ 1 w 682"/>
                      <a:gd name="T5" fmla="*/ 1 h 557"/>
                      <a:gd name="T6" fmla="*/ 1 w 682"/>
                      <a:gd name="T7" fmla="*/ 1 h 557"/>
                      <a:gd name="T8" fmla="*/ 1 w 682"/>
                      <a:gd name="T9" fmla="*/ 1 h 557"/>
                      <a:gd name="T10" fmla="*/ 1 w 682"/>
                      <a:gd name="T11" fmla="*/ 1 h 557"/>
                      <a:gd name="T12" fmla="*/ 1 w 682"/>
                      <a:gd name="T13" fmla="*/ 1 h 557"/>
                      <a:gd name="T14" fmla="*/ 1 w 682"/>
                      <a:gd name="T15" fmla="*/ 1 h 557"/>
                      <a:gd name="T16" fmla="*/ 1 w 682"/>
                      <a:gd name="T17" fmla="*/ 1 h 557"/>
                      <a:gd name="T18" fmla="*/ 1 w 682"/>
                      <a:gd name="T19" fmla="*/ 1 h 557"/>
                      <a:gd name="T20" fmla="*/ 1 w 682"/>
                      <a:gd name="T21" fmla="*/ 1 h 557"/>
                      <a:gd name="T22" fmla="*/ 1 w 682"/>
                      <a:gd name="T23" fmla="*/ 1 h 557"/>
                      <a:gd name="T24" fmla="*/ 1 w 682"/>
                      <a:gd name="T25" fmla="*/ 1 h 557"/>
                      <a:gd name="T26" fmla="*/ 1 w 682"/>
                      <a:gd name="T27" fmla="*/ 1 h 557"/>
                      <a:gd name="T28" fmla="*/ 1 w 682"/>
                      <a:gd name="T29" fmla="*/ 1 h 557"/>
                      <a:gd name="T30" fmla="*/ 1 w 682"/>
                      <a:gd name="T31" fmla="*/ 1 h 557"/>
                      <a:gd name="T32" fmla="*/ 1 w 682"/>
                      <a:gd name="T33" fmla="*/ 1 h 557"/>
                      <a:gd name="T34" fmla="*/ 0 w 682"/>
                      <a:gd name="T35" fmla="*/ 1 h 557"/>
                      <a:gd name="T36" fmla="*/ 1 w 682"/>
                      <a:gd name="T37" fmla="*/ 1 h 557"/>
                      <a:gd name="T38" fmla="*/ 1 w 682"/>
                      <a:gd name="T39" fmla="*/ 1 h 557"/>
                      <a:gd name="T40" fmla="*/ 1 w 682"/>
                      <a:gd name="T41" fmla="*/ 1 h 557"/>
                      <a:gd name="T42" fmla="*/ 1 w 682"/>
                      <a:gd name="T43" fmla="*/ 1 h 557"/>
                      <a:gd name="T44" fmla="*/ 1 w 682"/>
                      <a:gd name="T45" fmla="*/ 1 h 557"/>
                      <a:gd name="T46" fmla="*/ 1 w 682"/>
                      <a:gd name="T47" fmla="*/ 1 h 557"/>
                      <a:gd name="T48" fmla="*/ 1 w 682"/>
                      <a:gd name="T49" fmla="*/ 1 h 557"/>
                      <a:gd name="T50" fmla="*/ 1 w 682"/>
                      <a:gd name="T51" fmla="*/ 1 h 557"/>
                      <a:gd name="T52" fmla="*/ 1 w 682"/>
                      <a:gd name="T53" fmla="*/ 0 h 557"/>
                      <a:gd name="T54" fmla="*/ 1 w 682"/>
                      <a:gd name="T55" fmla="*/ 1 h 557"/>
                      <a:gd name="T56" fmla="*/ 1 w 682"/>
                      <a:gd name="T57" fmla="*/ 1 h 557"/>
                      <a:gd name="T58" fmla="*/ 1 w 682"/>
                      <a:gd name="T59" fmla="*/ 1 h 557"/>
                      <a:gd name="T60" fmla="*/ 1 w 682"/>
                      <a:gd name="T61" fmla="*/ 1 h 557"/>
                      <a:gd name="T62" fmla="*/ 1 w 682"/>
                      <a:gd name="T63" fmla="*/ 1 h 557"/>
                      <a:gd name="T64" fmla="*/ 1 w 682"/>
                      <a:gd name="T65" fmla="*/ 1 h 557"/>
                      <a:gd name="T66" fmla="*/ 1 w 682"/>
                      <a:gd name="T67" fmla="*/ 1 h 557"/>
                      <a:gd name="T68" fmla="*/ 1 w 682"/>
                      <a:gd name="T69" fmla="*/ 1 h 557"/>
                      <a:gd name="T70" fmla="*/ 1 w 682"/>
                      <a:gd name="T71" fmla="*/ 1 h 557"/>
                      <a:gd name="T72" fmla="*/ 1 w 682"/>
                      <a:gd name="T73" fmla="*/ 1 h 557"/>
                      <a:gd name="T74" fmla="*/ 1 w 682"/>
                      <a:gd name="T75" fmla="*/ 1 h 557"/>
                      <a:gd name="T76" fmla="*/ 1 w 682"/>
                      <a:gd name="T77" fmla="*/ 1 h 557"/>
                      <a:gd name="T78" fmla="*/ 1 w 682"/>
                      <a:gd name="T79" fmla="*/ 1 h 557"/>
                      <a:gd name="T80" fmla="*/ 1 w 682"/>
                      <a:gd name="T81" fmla="*/ 1 h 557"/>
                      <a:gd name="T82" fmla="*/ 1 w 682"/>
                      <a:gd name="T83" fmla="*/ 1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1 w 257"/>
                      <a:gd name="T1" fmla="*/ 1 h 347"/>
                      <a:gd name="T2" fmla="*/ 1 w 257"/>
                      <a:gd name="T3" fmla="*/ 1 h 347"/>
                      <a:gd name="T4" fmla="*/ 1 w 257"/>
                      <a:gd name="T5" fmla="*/ 1 h 347"/>
                      <a:gd name="T6" fmla="*/ 1 w 257"/>
                      <a:gd name="T7" fmla="*/ 1 h 347"/>
                      <a:gd name="T8" fmla="*/ 1 w 257"/>
                      <a:gd name="T9" fmla="*/ 1 h 347"/>
                      <a:gd name="T10" fmla="*/ 1 w 257"/>
                      <a:gd name="T11" fmla="*/ 1 h 347"/>
                      <a:gd name="T12" fmla="*/ 1 w 257"/>
                      <a:gd name="T13" fmla="*/ 1 h 347"/>
                      <a:gd name="T14" fmla="*/ 1 w 257"/>
                      <a:gd name="T15" fmla="*/ 1 h 347"/>
                      <a:gd name="T16" fmla="*/ 1 w 257"/>
                      <a:gd name="T17" fmla="*/ 1 h 347"/>
                      <a:gd name="T18" fmla="*/ 1 w 257"/>
                      <a:gd name="T19" fmla="*/ 1 h 347"/>
                      <a:gd name="T20" fmla="*/ 1 w 257"/>
                      <a:gd name="T21" fmla="*/ 1 h 347"/>
                      <a:gd name="T22" fmla="*/ 1 w 257"/>
                      <a:gd name="T23" fmla="*/ 1 h 347"/>
                      <a:gd name="T24" fmla="*/ 1 w 257"/>
                      <a:gd name="T25" fmla="*/ 1 h 347"/>
                      <a:gd name="T26" fmla="*/ 0 w 257"/>
                      <a:gd name="T27" fmla="*/ 1 h 347"/>
                      <a:gd name="T28" fmla="*/ 1 w 257"/>
                      <a:gd name="T29" fmla="*/ 1 h 347"/>
                      <a:gd name="T30" fmla="*/ 1 w 257"/>
                      <a:gd name="T31" fmla="*/ 1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0 w 19"/>
                      <a:gd name="T1" fmla="*/ 0 h 37"/>
                      <a:gd name="T2" fmla="*/ 0 w 19"/>
                      <a:gd name="T3" fmla="*/ 0 h 37"/>
                      <a:gd name="T4" fmla="*/ 0 w 19"/>
                      <a:gd name="T5" fmla="*/ 0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0 w 22"/>
                      <a:gd name="T1" fmla="*/ 0 h 20"/>
                      <a:gd name="T2" fmla="*/ 0 w 22"/>
                      <a:gd name="T3" fmla="*/ 0 h 20"/>
                      <a:gd name="T4" fmla="*/ 0 w 22"/>
                      <a:gd name="T5" fmla="*/ 0 h 20"/>
                      <a:gd name="T6" fmla="*/ 0 w 22"/>
                      <a:gd name="T7" fmla="*/ 0 h 20"/>
                      <a:gd name="T8" fmla="*/ 0 w 22"/>
                      <a:gd name="T9" fmla="*/ 0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0 w 57"/>
                      <a:gd name="T1" fmla="*/ 0 h 30"/>
                      <a:gd name="T2" fmla="*/ 0 w 57"/>
                      <a:gd name="T3" fmla="*/ 0 h 30"/>
                      <a:gd name="T4" fmla="*/ 0 w 57"/>
                      <a:gd name="T5" fmla="*/ 0 h 30"/>
                      <a:gd name="T6" fmla="*/ 0 w 57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0 w 693"/>
                      <a:gd name="T1" fmla="*/ 0 h 696"/>
                      <a:gd name="T2" fmla="*/ 0 w 693"/>
                      <a:gd name="T3" fmla="*/ 0 h 696"/>
                      <a:gd name="T4" fmla="*/ 0 w 693"/>
                      <a:gd name="T5" fmla="*/ 0 h 696"/>
                      <a:gd name="T6" fmla="*/ 0 w 693"/>
                      <a:gd name="T7" fmla="*/ 0 h 696"/>
                      <a:gd name="T8" fmla="*/ 0 w 693"/>
                      <a:gd name="T9" fmla="*/ 0 h 696"/>
                      <a:gd name="T10" fmla="*/ 0 w 693"/>
                      <a:gd name="T11" fmla="*/ 0 h 696"/>
                      <a:gd name="T12" fmla="*/ 0 w 693"/>
                      <a:gd name="T13" fmla="*/ 0 h 696"/>
                      <a:gd name="T14" fmla="*/ 0 w 693"/>
                      <a:gd name="T15" fmla="*/ 0 h 696"/>
                      <a:gd name="T16" fmla="*/ 0 w 693"/>
                      <a:gd name="T17" fmla="*/ 0 h 696"/>
                      <a:gd name="T18" fmla="*/ 0 w 693"/>
                      <a:gd name="T19" fmla="*/ 0 h 696"/>
                      <a:gd name="T20" fmla="*/ 0 w 693"/>
                      <a:gd name="T21" fmla="*/ 0 h 696"/>
                      <a:gd name="T22" fmla="*/ 0 w 693"/>
                      <a:gd name="T23" fmla="*/ 0 h 696"/>
                      <a:gd name="T24" fmla="*/ 0 w 693"/>
                      <a:gd name="T25" fmla="*/ 0 h 696"/>
                      <a:gd name="T26" fmla="*/ 0 w 693"/>
                      <a:gd name="T27" fmla="*/ 0 h 696"/>
                      <a:gd name="T28" fmla="*/ 0 w 693"/>
                      <a:gd name="T29" fmla="*/ 0 h 696"/>
                      <a:gd name="T30" fmla="*/ 0 w 693"/>
                      <a:gd name="T31" fmla="*/ 0 h 696"/>
                      <a:gd name="T32" fmla="*/ 0 w 693"/>
                      <a:gd name="T33" fmla="*/ 0 h 696"/>
                      <a:gd name="T34" fmla="*/ 0 w 693"/>
                      <a:gd name="T35" fmla="*/ 0 h 696"/>
                      <a:gd name="T36" fmla="*/ 0 w 693"/>
                      <a:gd name="T37" fmla="*/ 0 h 696"/>
                      <a:gd name="T38" fmla="*/ 0 w 693"/>
                      <a:gd name="T39" fmla="*/ 0 h 696"/>
                      <a:gd name="T40" fmla="*/ 0 w 693"/>
                      <a:gd name="T41" fmla="*/ 0 h 696"/>
                      <a:gd name="T42" fmla="*/ 0 w 693"/>
                      <a:gd name="T43" fmla="*/ 0 h 696"/>
                      <a:gd name="T44" fmla="*/ 0 w 693"/>
                      <a:gd name="T45" fmla="*/ 0 h 696"/>
                      <a:gd name="T46" fmla="*/ 0 w 693"/>
                      <a:gd name="T47" fmla="*/ 0 h 696"/>
                      <a:gd name="T48" fmla="*/ 0 w 693"/>
                      <a:gd name="T49" fmla="*/ 0 h 696"/>
                      <a:gd name="T50" fmla="*/ 0 w 693"/>
                      <a:gd name="T51" fmla="*/ 0 h 696"/>
                      <a:gd name="T52" fmla="*/ 0 w 693"/>
                      <a:gd name="T53" fmla="*/ 0 h 696"/>
                      <a:gd name="T54" fmla="*/ 0 w 693"/>
                      <a:gd name="T55" fmla="*/ 0 h 696"/>
                      <a:gd name="T56" fmla="*/ 0 w 693"/>
                      <a:gd name="T57" fmla="*/ 0 h 696"/>
                      <a:gd name="T58" fmla="*/ 0 w 693"/>
                      <a:gd name="T59" fmla="*/ 0 h 696"/>
                      <a:gd name="T60" fmla="*/ 0 w 693"/>
                      <a:gd name="T61" fmla="*/ 0 h 696"/>
                      <a:gd name="T62" fmla="*/ 0 w 693"/>
                      <a:gd name="T63" fmla="*/ 0 h 696"/>
                      <a:gd name="T64" fmla="*/ 0 w 693"/>
                      <a:gd name="T65" fmla="*/ 0 h 696"/>
                      <a:gd name="T66" fmla="*/ 0 w 693"/>
                      <a:gd name="T67" fmla="*/ 0 h 696"/>
                      <a:gd name="T68" fmla="*/ 0 w 693"/>
                      <a:gd name="T69" fmla="*/ 0 h 696"/>
                      <a:gd name="T70" fmla="*/ 0 w 693"/>
                      <a:gd name="T71" fmla="*/ 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1 w 931"/>
                      <a:gd name="T1" fmla="*/ 0 h 149"/>
                      <a:gd name="T2" fmla="*/ 1 w 931"/>
                      <a:gd name="T3" fmla="*/ 1 h 149"/>
                      <a:gd name="T4" fmla="*/ 1 w 931"/>
                      <a:gd name="T5" fmla="*/ 1 h 149"/>
                      <a:gd name="T6" fmla="*/ 1 w 931"/>
                      <a:gd name="T7" fmla="*/ 1 h 149"/>
                      <a:gd name="T8" fmla="*/ 1 w 931"/>
                      <a:gd name="T9" fmla="*/ 1 h 149"/>
                      <a:gd name="T10" fmla="*/ 0 w 931"/>
                      <a:gd name="T11" fmla="*/ 1 h 149"/>
                      <a:gd name="T12" fmla="*/ 1 w 931"/>
                      <a:gd name="T13" fmla="*/ 1 h 149"/>
                      <a:gd name="T14" fmla="*/ 1 w 931"/>
                      <a:gd name="T15" fmla="*/ 1 h 149"/>
                      <a:gd name="T16" fmla="*/ 1 w 931"/>
                      <a:gd name="T17" fmla="*/ 1 h 149"/>
                      <a:gd name="T18" fmla="*/ 1 w 931"/>
                      <a:gd name="T19" fmla="*/ 1 h 149"/>
                      <a:gd name="T20" fmla="*/ 1 w 931"/>
                      <a:gd name="T21" fmla="*/ 1 h 149"/>
                      <a:gd name="T22" fmla="*/ 1 w 931"/>
                      <a:gd name="T23" fmla="*/ 1 h 149"/>
                      <a:gd name="T24" fmla="*/ 1 w 931"/>
                      <a:gd name="T25" fmla="*/ 1 h 149"/>
                      <a:gd name="T26" fmla="*/ 1 w 931"/>
                      <a:gd name="T27" fmla="*/ 1 h 149"/>
                      <a:gd name="T28" fmla="*/ 1 w 931"/>
                      <a:gd name="T29" fmla="*/ 1 h 149"/>
                      <a:gd name="T30" fmla="*/ 1 w 931"/>
                      <a:gd name="T31" fmla="*/ 1 h 149"/>
                      <a:gd name="T32" fmla="*/ 1 w 931"/>
                      <a:gd name="T33" fmla="*/ 1 h 149"/>
                      <a:gd name="T34" fmla="*/ 1 w 931"/>
                      <a:gd name="T35" fmla="*/ 1 h 149"/>
                      <a:gd name="T36" fmla="*/ 1 w 931"/>
                      <a:gd name="T37" fmla="*/ 1 h 149"/>
                      <a:gd name="T38" fmla="*/ 1 w 931"/>
                      <a:gd name="T39" fmla="*/ 1 h 149"/>
                      <a:gd name="T40" fmla="*/ 1 w 931"/>
                      <a:gd name="T41" fmla="*/ 1 h 149"/>
                      <a:gd name="T42" fmla="*/ 1 w 931"/>
                      <a:gd name="T43" fmla="*/ 1 h 149"/>
                      <a:gd name="T44" fmla="*/ 1 w 931"/>
                      <a:gd name="T45" fmla="*/ 1 h 149"/>
                      <a:gd name="T46" fmla="*/ 1 w 931"/>
                      <a:gd name="T47" fmla="*/ 1 h 149"/>
                      <a:gd name="T48" fmla="*/ 1 w 931"/>
                      <a:gd name="T49" fmla="*/ 1 h 149"/>
                      <a:gd name="T50" fmla="*/ 1 w 931"/>
                      <a:gd name="T51" fmla="*/ 1 h 149"/>
                      <a:gd name="T52" fmla="*/ 1 w 931"/>
                      <a:gd name="T53" fmla="*/ 1 h 149"/>
                      <a:gd name="T54" fmla="*/ 1 w 931"/>
                      <a:gd name="T55" fmla="*/ 1 h 149"/>
                      <a:gd name="T56" fmla="*/ 1 w 931"/>
                      <a:gd name="T57" fmla="*/ 1 h 149"/>
                      <a:gd name="T58" fmla="*/ 1 w 931"/>
                      <a:gd name="T59" fmla="*/ 1 h 149"/>
                      <a:gd name="T60" fmla="*/ 1 w 931"/>
                      <a:gd name="T61" fmla="*/ 1 h 149"/>
                      <a:gd name="T62" fmla="*/ 1 w 931"/>
                      <a:gd name="T63" fmla="*/ 1 h 149"/>
                      <a:gd name="T64" fmla="*/ 1 w 931"/>
                      <a:gd name="T65" fmla="*/ 1 h 149"/>
                      <a:gd name="T66" fmla="*/ 1 w 931"/>
                      <a:gd name="T67" fmla="*/ 1 h 149"/>
                      <a:gd name="T68" fmla="*/ 1 w 931"/>
                      <a:gd name="T69" fmla="*/ 1 h 149"/>
                      <a:gd name="T70" fmla="*/ 1 w 931"/>
                      <a:gd name="T71" fmla="*/ 1 h 149"/>
                      <a:gd name="T72" fmla="*/ 1 w 931"/>
                      <a:gd name="T73" fmla="*/ 1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w 31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0 w 44"/>
                      <a:gd name="T1" fmla="*/ 0 h 32"/>
                      <a:gd name="T2" fmla="*/ 0 w 44"/>
                      <a:gd name="T3" fmla="*/ 0 h 32"/>
                      <a:gd name="T4" fmla="*/ 0 w 44"/>
                      <a:gd name="T5" fmla="*/ 0 h 32"/>
                      <a:gd name="T6" fmla="*/ 0 w 44"/>
                      <a:gd name="T7" fmla="*/ 0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0 w 76"/>
                      <a:gd name="T1" fmla="*/ 0 h 18"/>
                      <a:gd name="T2" fmla="*/ 0 w 76"/>
                      <a:gd name="T3" fmla="*/ 0 h 18"/>
                      <a:gd name="T4" fmla="*/ 0 w 76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0 h 44"/>
                      <a:gd name="T2" fmla="*/ 0 w 42"/>
                      <a:gd name="T3" fmla="*/ 0 h 44"/>
                      <a:gd name="T4" fmla="*/ 0 w 42"/>
                      <a:gd name="T5" fmla="*/ 0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6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09381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sz="21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SzPct val="75000"/>
        <a:buBlip>
          <a:blip r:embed="rId18"/>
        </a:buBlip>
        <a:defRPr sz="1800">
          <a:solidFill>
            <a:schemeClr val="tx1"/>
          </a:solidFill>
          <a:latin typeface="Arial" pitchFamily="34" charset="0"/>
          <a:cs typeface="Arial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cs typeface="Arial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cs typeface="Arial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  <a:cs typeface="Arial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858888"/>
            <a:ext cx="5983560" cy="2362200"/>
          </a:xfrm>
        </p:spPr>
        <p:txBody>
          <a:bodyPr/>
          <a:lstStyle/>
          <a:p>
            <a:r>
              <a:rPr lang="zh-CN" altLang="en-US" sz="3600" i="0" dirty="0"/>
              <a:t>商用机器学习</a:t>
            </a:r>
            <a:br>
              <a:rPr lang="en-US" dirty="0"/>
            </a:br>
            <a:r>
              <a:rPr lang="en-US" dirty="0"/>
              <a:t>  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5696" y="4149080"/>
            <a:ext cx="6934200" cy="1295400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监督学习：支持向量机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910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836712"/>
            <a:ext cx="7772400" cy="1143000"/>
          </a:xfrm>
        </p:spPr>
        <p:txBody>
          <a:bodyPr/>
          <a:lstStyle/>
          <a:p>
            <a:r>
              <a:rPr lang="zh-CN" altLang="en-US" sz="3600" i="0" dirty="0"/>
              <a:t>一个简单的例子（我们通过从信用评分中减去</a:t>
            </a:r>
            <a:r>
              <a:rPr lang="en-US" altLang="zh-CN" sz="3600" i="0" dirty="0"/>
              <a:t>620</a:t>
            </a:r>
            <a:r>
              <a:rPr lang="zh-CN" altLang="en-US" sz="3600" i="0" dirty="0"/>
              <a:t>来进行近似数据标准化）</a:t>
            </a:r>
            <a:endParaRPr lang="en-CA" sz="36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244892"/>
              </p:ext>
            </p:extLst>
          </p:nvPr>
        </p:nvGraphicFramePr>
        <p:xfrm>
          <a:off x="683508" y="1979712"/>
          <a:ext cx="7488831" cy="447663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50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2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2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3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3953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40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信用评分</a:t>
                      </a:r>
                      <a:endParaRPr lang="en-CA" sz="24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40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调整后的信用评分</a:t>
                      </a:r>
                      <a:endParaRPr lang="en-CA" sz="24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40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年收入（千元）</a:t>
                      </a:r>
                      <a:endParaRPr lang="en-CA" sz="24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违约贷款</a:t>
                      </a:r>
                      <a:r>
                        <a:rPr lang="en-CA" sz="24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=0; </a:t>
                      </a: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良好贷款</a:t>
                      </a:r>
                      <a:r>
                        <a:rPr lang="en-CA" sz="24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=1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660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 dirty="0">
                          <a:effectLst/>
                          <a:latin typeface="+mj-lt"/>
                        </a:rPr>
                        <a:t>40</a:t>
                      </a:r>
                      <a:endParaRPr lang="en-CA" sz="24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30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0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650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 dirty="0">
                          <a:effectLst/>
                          <a:latin typeface="+mj-lt"/>
                        </a:rPr>
                        <a:t>30</a:t>
                      </a:r>
                      <a:endParaRPr lang="en-CA" sz="24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55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0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650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 dirty="0">
                          <a:effectLst/>
                          <a:latin typeface="+mj-lt"/>
                        </a:rPr>
                        <a:t>30</a:t>
                      </a:r>
                      <a:endParaRPr lang="en-CA" sz="24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63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0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700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80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 dirty="0">
                          <a:effectLst/>
                          <a:latin typeface="+mj-lt"/>
                        </a:rPr>
                        <a:t>35</a:t>
                      </a:r>
                      <a:endParaRPr lang="en-CA" sz="24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0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720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100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28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0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650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30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140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1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650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30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 dirty="0">
                          <a:effectLst/>
                          <a:latin typeface="+mj-lt"/>
                        </a:rPr>
                        <a:t>100</a:t>
                      </a:r>
                      <a:endParaRPr lang="en-CA" sz="24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1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710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90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 dirty="0">
                          <a:effectLst/>
                          <a:latin typeface="+mj-lt"/>
                        </a:rPr>
                        <a:t>95</a:t>
                      </a:r>
                      <a:endParaRPr lang="en-CA" sz="24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1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740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120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 dirty="0">
                          <a:effectLst/>
                          <a:latin typeface="+mj-lt"/>
                        </a:rPr>
                        <a:t>64</a:t>
                      </a:r>
                      <a:endParaRPr lang="en-CA" sz="24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 dirty="0">
                          <a:effectLst/>
                          <a:latin typeface="+mj-lt"/>
                        </a:rPr>
                        <a:t>1</a:t>
                      </a:r>
                      <a:endParaRPr lang="en-CA" sz="24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770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150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>
                          <a:effectLst/>
                          <a:latin typeface="+mj-lt"/>
                        </a:rPr>
                        <a:t>63</a:t>
                      </a:r>
                      <a:endParaRPr lang="en-CA" sz="24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400" dirty="0">
                          <a:effectLst/>
                          <a:latin typeface="+mj-lt"/>
                        </a:rPr>
                        <a:t>1</a:t>
                      </a:r>
                      <a:endParaRPr lang="en-CA" sz="24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3510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i="0" dirty="0"/>
              <a:t>线性可分（圆圈表示违约贷款，方块表示良好贷款）</a:t>
            </a:r>
            <a:endParaRPr lang="en-CA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3</a:t>
            </a:fld>
            <a:endParaRPr lang="en-CA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005453"/>
            <a:ext cx="6336704" cy="464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310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23" y="691480"/>
            <a:ext cx="7772400" cy="1143000"/>
          </a:xfrm>
        </p:spPr>
        <p:txBody>
          <a:bodyPr/>
          <a:lstStyle/>
          <a:p>
            <a:r>
              <a:rPr lang="zh-CN" altLang="en-US" sz="3600" i="0" dirty="0"/>
              <a:t>支持向量机方法（</a:t>
            </a:r>
            <a:r>
              <a:rPr lang="en-US" altLang="zh-CN" sz="3600" i="0" dirty="0"/>
              <a:t>SVM</a:t>
            </a:r>
            <a:r>
              <a:rPr lang="zh-CN" altLang="en-US" sz="3600" i="0" dirty="0"/>
              <a:t>方法）</a:t>
            </a:r>
            <a:endParaRPr lang="en-CA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323" y="1834480"/>
            <a:ext cx="8892480" cy="4114800"/>
          </a:xfrm>
        </p:spPr>
        <p:txBody>
          <a:bodyPr/>
          <a:lstStyle/>
          <a:p>
            <a:r>
              <a:rPr lang="zh-CN" altLang="en-US" sz="2400" dirty="0"/>
              <a:t>在支持向量机（</a:t>
            </a:r>
            <a:r>
              <a:rPr lang="en-US" altLang="zh-CN" sz="2400" dirty="0"/>
              <a:t>SVM</a:t>
            </a:r>
            <a:r>
              <a:rPr lang="zh-CN" altLang="en-US" sz="2400" dirty="0"/>
              <a:t>）方法中，我们寻找一条路径将数据划分为两个类别。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在“硬间隔”情况下，可以实现完全分隔（如我们的示例所示）。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该算法会找到尽可能宽的路径（以最大化正则化的收益）。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数据必须进行标准化处理。（我们通过从信用评分中减去 </a:t>
            </a:r>
            <a:r>
              <a:rPr lang="en-US" altLang="zh-CN" sz="2400" dirty="0"/>
              <a:t>620 </a:t>
            </a:r>
            <a:r>
              <a:rPr lang="zh-CN" altLang="en-US" sz="2400" dirty="0"/>
              <a:t>来进行近似标准化。）</a:t>
            </a:r>
            <a:br>
              <a:rPr lang="zh-CN" altLang="en-US" sz="2400" dirty="0"/>
            </a:br>
            <a:endParaRPr lang="en-US" altLang="zh-CN" sz="2400" dirty="0"/>
          </a:p>
          <a:p>
            <a:r>
              <a:rPr lang="zh-CN" altLang="en-US" sz="2400" dirty="0"/>
              <a:t>支持向量就是位于该路径边缘的观测值。</a:t>
            </a:r>
            <a:endParaRPr lang="en-CA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9905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2" y="930275"/>
            <a:ext cx="8430393" cy="1143000"/>
          </a:xfrm>
        </p:spPr>
        <p:txBody>
          <a:bodyPr/>
          <a:lstStyle/>
          <a:p>
            <a:r>
              <a:rPr lang="zh-CN" altLang="en-US" sz="3600" i="0" dirty="0"/>
              <a:t>示例中的最佳路径</a:t>
            </a:r>
            <a:endParaRPr lang="en-CA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5</a:t>
            </a:fld>
            <a:endParaRPr lang="en-CA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073275"/>
            <a:ext cx="7056784" cy="459202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 bwMode="auto">
          <a:xfrm>
            <a:off x="2195736" y="3140968"/>
            <a:ext cx="2520280" cy="2304256"/>
          </a:xfrm>
          <a:prstGeom prst="line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681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452FE-F63C-4746-A506-3ACA390B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692696"/>
            <a:ext cx="7772400" cy="1143000"/>
          </a:xfrm>
        </p:spPr>
        <p:txBody>
          <a:bodyPr/>
          <a:lstStyle/>
          <a:p>
            <a:r>
              <a:rPr lang="zh-CN" altLang="en-US" sz="3600" i="0" dirty="0"/>
              <a:t>分离超平面</a:t>
            </a:r>
            <a:endParaRPr lang="en-CA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A33426-0237-4D7A-845C-F7D5F0B64B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5090" y="1835696"/>
                <a:ext cx="8062664" cy="4114800"/>
              </a:xfrm>
            </p:spPr>
            <p:txBody>
              <a:bodyPr/>
              <a:lstStyle/>
              <a:p>
                <a:pPr>
                  <a:tabLst>
                    <a:tab pos="1436688" algn="l"/>
                  </a:tabLst>
                </a:pPr>
                <a:r>
                  <a:rPr lang="zh-CN" altLang="en-US" sz="2800" dirty="0"/>
                  <a:t>仅有两个特征时，使用一条直线即可实现分离：</a:t>
                </a:r>
                <a:endParaRPr lang="en-US" altLang="zh-CN" sz="2800" dirty="0"/>
              </a:p>
              <a:p>
                <a:pPr marL="0" indent="0" algn="ctr">
                  <a:buNone/>
                  <a:tabLst>
                    <a:tab pos="143668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CA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CA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CA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CA" sz="2800" dirty="0"/>
              </a:p>
              <a:p>
                <a:endParaRPr lang="en-US" altLang="zh-CN" sz="2800" dirty="0"/>
              </a:p>
              <a:p>
                <a:r>
                  <a:rPr lang="zh-CN" altLang="en-US" sz="2800" dirty="0"/>
                  <a:t>当有 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800" dirty="0"/>
                  <a:t> 个特征时，通过一个 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zh-CN" altLang="en-US" sz="2800" dirty="0"/>
                  <a:t> 维的超平面即可实现分离：</a:t>
                </a:r>
                <a:endParaRPr lang="en-US" altLang="zh-CN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CA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CA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</m:oMath>
                  </m:oMathPara>
                </a14:m>
                <a:endParaRPr lang="en-CA" sz="2800" dirty="0"/>
              </a:p>
              <a:p>
                <a:pPr marL="0" indent="0">
                  <a:buNone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A33426-0237-4D7A-845C-F7D5F0B64B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5090" y="1835696"/>
                <a:ext cx="8062664" cy="4114800"/>
              </a:xfrm>
              <a:blipFill>
                <a:blip r:embed="rId3"/>
                <a:stretch>
                  <a:fillRect t="-1481" r="-12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817500-BF70-4262-A921-AF08D687F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6898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468A1-22ED-44BF-8565-24C0CAAEF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862" y="836712"/>
            <a:ext cx="7772400" cy="1143000"/>
          </a:xfrm>
        </p:spPr>
        <p:txBody>
          <a:bodyPr/>
          <a:lstStyle/>
          <a:p>
            <a:r>
              <a:rPr lang="zh-CN" altLang="en-US" sz="3600" i="0" dirty="0"/>
              <a:t>正则化</a:t>
            </a:r>
            <a:endParaRPr lang="en-CA" sz="3600" i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B462BC-BF2D-4494-AB25-8A5AE7F273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9178" y="1628800"/>
                <a:ext cx="8640960" cy="4114800"/>
              </a:xfrm>
            </p:spPr>
            <p:txBody>
              <a:bodyPr/>
              <a:lstStyle/>
              <a:p>
                <a:endParaRPr lang="en-CA" dirty="0"/>
              </a:p>
              <a:p>
                <a:r>
                  <a:rPr lang="zh-CN" altLang="en-US" sz="2800" dirty="0"/>
                  <a:t>正则化涉及减小权重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800" dirty="0"/>
                  <a:t> 的幅度。</a:t>
                </a:r>
                <a:endParaRPr lang="en-US" altLang="zh-CN" sz="2800" dirty="0"/>
              </a:p>
              <a:p>
                <a:r>
                  <a:rPr lang="zh-CN" altLang="en-US" sz="2800" dirty="0"/>
                  <a:t>这可以避免过拟合，例如当存在两个相关变量，其中一个具有较大的正权重，另一个具有较大的负权重时。</a:t>
                </a:r>
                <a:endParaRPr lang="en-US" altLang="zh-CN" sz="2800" dirty="0"/>
              </a:p>
              <a:p>
                <a:r>
                  <a:rPr lang="zh-CN" altLang="en-US" sz="2800" dirty="0"/>
                  <a:t>我们通过最小化权重的平方和来实现正则化。这与最大化路径宽度是等价的。</a:t>
                </a:r>
                <a:endParaRPr lang="en-CA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B462BC-BF2D-4494-AB25-8A5AE7F273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9178" y="1628800"/>
                <a:ext cx="8640960" cy="4114800"/>
              </a:xfrm>
              <a:blipFill>
                <a:blip r:embed="rId2"/>
                <a:stretch>
                  <a:fillRect r="-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EBB50C-22BC-45FB-9C09-81D8DCB4B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2854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i="0" dirty="0"/>
              <a:t>一般情况下路径宽度计算</a:t>
            </a:r>
            <a:endParaRPr lang="en-CA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8</a:t>
            </a:fld>
            <a:endParaRPr lang="en-CA"/>
          </a:p>
        </p:txBody>
      </p:sp>
      <p:sp>
        <p:nvSpPr>
          <p:cNvPr id="37" name="TextBox 36"/>
          <p:cNvSpPr txBox="1"/>
          <p:nvPr/>
        </p:nvSpPr>
        <p:spPr>
          <a:xfrm>
            <a:off x="246063" y="2824433"/>
            <a:ext cx="849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CA" dirty="0"/>
          </a:p>
        </p:txBody>
      </p:sp>
      <p:pic>
        <p:nvPicPr>
          <p:cNvPr id="35" name="Picture 3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173604"/>
            <a:ext cx="4496965" cy="38476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4449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764332"/>
            <a:ext cx="7772400" cy="1143000"/>
          </a:xfrm>
        </p:spPr>
        <p:txBody>
          <a:bodyPr/>
          <a:lstStyle/>
          <a:p>
            <a:r>
              <a:rPr lang="zh-CN" altLang="en-US" i="0" dirty="0"/>
              <a:t>路径中心方程推导</a:t>
            </a:r>
            <a:endParaRPr lang="en-CA" i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95536" y="1700808"/>
                <a:ext cx="7772400" cy="4114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>
                    <a:latin typeface="+mj-lt"/>
                  </a:rPr>
                  <a:t>设</a:t>
                </a:r>
                <a:r>
                  <a:rPr lang="en-US" i="1" dirty="0">
                    <a:latin typeface="+mj-lt"/>
                  </a:rPr>
                  <a:t>P</a:t>
                </a:r>
                <a:r>
                  <a:rPr lang="zh-CN" altLang="en-US" dirty="0">
                    <a:latin typeface="+mj-lt"/>
                  </a:rPr>
                  <a:t>是路径宽度</a:t>
                </a:r>
                <a:endParaRPr lang="en-CA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sz="2400">
                            <a:latin typeface="Cambria Math"/>
                          </a:rPr>
                          <m:t>sin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en-CA" sz="2400">
                            <a:latin typeface="Cambria Math"/>
                          </a:rPr>
                          <m:t>θ</m:t>
                        </m:r>
                      </m:e>
                    </m:func>
                    <m:r>
                      <a:rPr lang="en-CA" sz="24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400" i="1">
                            <a:latin typeface="Cambria Math"/>
                          </a:rPr>
                          <m:t>𝑃</m:t>
                        </m:r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CA" sz="24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en-CA" sz="2400" i="1">
                                <a:latin typeface="Cambria Math"/>
                              </a:rPr>
                              <m:t>𝑢</m:t>
                            </m:r>
                          </m:sub>
                        </m:sSub>
                        <m:r>
                          <a:rPr lang="en-CA" sz="2400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en-CA" sz="2400" i="1">
                                <a:latin typeface="Cambria Math"/>
                              </a:rPr>
                              <m:t>𝑑</m:t>
                            </m:r>
                          </m:sub>
                        </m:sSub>
                      </m:den>
                    </m:f>
                  </m:oMath>
                </a14:m>
                <a:r>
                  <a:rPr lang="en-CA" sz="2400" dirty="0"/>
                  <a:t>     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sz="2400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en-CA" sz="2400">
                            <a:latin typeface="Cambria Math"/>
                          </a:rPr>
                          <m:t>θ</m:t>
                        </m:r>
                      </m:e>
                    </m:func>
                    <m:r>
                      <a:rPr lang="en-CA" sz="24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400" i="1">
                            <a:latin typeface="Cambria Math"/>
                          </a:rPr>
                          <m:t>𝑃</m:t>
                        </m:r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CA" sz="24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en-CA" sz="2400" i="1">
                                <a:latin typeface="Cambria Math"/>
                              </a:rPr>
                              <m:t>𝑢</m:t>
                            </m:r>
                          </m:sub>
                        </m:sSub>
                        <m:r>
                          <a:rPr lang="en-CA" sz="2400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en-CA" sz="2400" i="1">
                                <a:latin typeface="Cambria Math"/>
                              </a:rPr>
                              <m:t>𝑑</m:t>
                            </m:r>
                          </m:sub>
                        </m:sSub>
                      </m:den>
                    </m:f>
                  </m:oMath>
                </a14:m>
                <a:r>
                  <a:rPr lang="en-CA" sz="2400" dirty="0"/>
                  <a:t>           </a:t>
                </a:r>
                <a14:m>
                  <m:oMath xmlns:m="http://schemas.openxmlformats.org/officeDocument/2006/math">
                    <m:r>
                      <a:rPr lang="en-CA" sz="2400" i="1">
                        <a:latin typeface="Cambria Math"/>
                      </a:rPr>
                      <m:t>𝑃</m:t>
                    </m:r>
                    <m:r>
                      <a:rPr lang="en-CA" sz="24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en-CA" sz="2400" i="1">
                                <a:latin typeface="Cambria Math"/>
                              </a:rPr>
                              <m:t>𝑢</m:t>
                            </m:r>
                          </m:sub>
                        </m:sSub>
                        <m:r>
                          <a:rPr lang="en-CA" sz="2400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en-CA" sz="2400" i="1">
                                <a:latin typeface="Cambria Math"/>
                              </a:rPr>
                              <m:t>𝑑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CA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sz="2400" i="1">
                                    <a:latin typeface="Cambria Math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CA" sz="2400" i="1">
                                    <a:latin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CA" sz="2400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CA" sz="2400" i="1">
                                <a:latin typeface="Cambria Math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CA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sz="2400" i="1">
                                    <a:latin typeface="Cambria Math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CA" sz="2400" i="1">
                                    <a:latin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CA" sz="2400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</m:oMath>
                </a14:m>
                <a:endParaRPr lang="en-CA" sz="2400" dirty="0"/>
              </a:p>
              <a:p>
                <a:pPr marL="0" indent="0">
                  <a:buNone/>
                </a:pPr>
                <a:r>
                  <a:rPr lang="zh-CN" altLang="en-US" dirty="0"/>
                  <a:t>我们可以将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ar-AE" altLang="zh-CN" dirty="0"/>
                  <a:t> </a:t>
                </a:r>
                <a:r>
                  <a:rPr lang="zh-CN" altLang="en-US" dirty="0"/>
                  <a:t>乘以同一个常数而不改变模型。因此，可以设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ar-AE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ar-AE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ar-AE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ar-AE" dirty="0"/>
                  <a:t>，</a:t>
                </a:r>
                <a:r>
                  <a:rPr lang="zh-CN" altLang="en-US" dirty="0"/>
                  <a:t>使得路径的宽度为</a:t>
                </a:r>
                <a:endParaRPr lang="en-US" sz="16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i="1">
                          <a:latin typeface="Cambria Math"/>
                        </a:rPr>
                        <m:t>𝑃</m:t>
                      </m:r>
                      <m:r>
                        <a:rPr lang="en-CA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400" i="1">
                              <a:latin typeface="Cambria Math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CA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CA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CA" sz="2400" i="1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CA" sz="24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CA" sz="24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CA" sz="2400" i="1">
                                  <a:latin typeface="Cambria Math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CA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CA" sz="2400" i="1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CA" sz="24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CA" sz="24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</m:oMath>
                  </m:oMathPara>
                </a14:m>
                <a:endParaRPr lang="en-CA" sz="2400" dirty="0"/>
              </a:p>
              <a:p>
                <a:pPr marL="0" indent="0">
                  <a:buNone/>
                </a:pPr>
                <a:r>
                  <a:rPr lang="zh-CN" altLang="en-US" dirty="0"/>
                  <a:t>在硬间隔情况下，算法在实现完全分离的条件下最小化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（正则化通过减小权重的量级来简化模型）</a:t>
                </a:r>
                <a:endParaRPr lang="en-US" dirty="0"/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6" y="1700808"/>
                <a:ext cx="7772400" cy="4114800"/>
              </a:xfrm>
              <a:blipFill>
                <a:blip r:embed="rId2"/>
                <a:stretch>
                  <a:fillRect l="-941" t="-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651717"/>
              </p:ext>
            </p:extLst>
          </p:nvPr>
        </p:nvGraphicFramePr>
        <p:xfrm>
          <a:off x="6876256" y="4581128"/>
          <a:ext cx="1080120" cy="477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69800" imgH="228600" progId="Equation.DSMT4">
                  <p:embed/>
                </p:oleObj>
              </mc:Choice>
              <mc:Fallback>
                <p:oleObj name="Equation" r:id="rId3" imgW="469800" imgH="22860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76256" y="4581128"/>
                        <a:ext cx="1080120" cy="4773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5336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41155" y="758310"/>
            <a:ext cx="7772400" cy="1143000"/>
          </a:xfrm>
        </p:spPr>
        <p:txBody>
          <a:bodyPr/>
          <a:lstStyle/>
          <a:p>
            <a:r>
              <a:rPr lang="zh-CN" altLang="en-US" i="0" dirty="0"/>
              <a:t>具体问题求解</a:t>
            </a:r>
            <a:endParaRPr lang="en-CA" i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411760" y="2261949"/>
                <a:ext cx="4572000" cy="406265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CA" dirty="0"/>
                  <a:t> 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i="1">
                          <a:latin typeface="Cambria Math"/>
                        </a:rPr>
                        <m:t>30</m:t>
                      </m:r>
                      <m:sSub>
                        <m:sSub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CA" sz="2400" i="1">
                          <a:latin typeface="Cambria Math"/>
                        </a:rPr>
                        <m:t>+</m:t>
                      </m:r>
                      <m:r>
                        <a:rPr lang="en-CA" sz="2400" i="1">
                          <a:latin typeface="Cambria Math"/>
                        </a:rPr>
                        <m:t>40</m:t>
                      </m:r>
                      <m:sSub>
                        <m:sSub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CA" sz="2400" i="1">
                          <a:latin typeface="Cambria Math"/>
                        </a:rPr>
                        <m:t>≤</m:t>
                      </m:r>
                      <m:r>
                        <a:rPr lang="en-CA" sz="2400" i="1">
                          <a:latin typeface="Cambria Math"/>
                        </a:rPr>
                        <m:t>𝑏</m:t>
                      </m:r>
                      <m:r>
                        <a:rPr lang="en-CA" sz="2400" i="1">
                          <a:latin typeface="Cambria Math"/>
                        </a:rPr>
                        <m:t>−</m:t>
                      </m:r>
                      <m:r>
                        <a:rPr lang="en-CA" sz="24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CA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i="1">
                          <a:latin typeface="Cambria Math"/>
                        </a:rPr>
                        <m:t>55</m:t>
                      </m:r>
                      <m:sSub>
                        <m:sSub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CA" sz="2400" i="1">
                          <a:latin typeface="Cambria Math"/>
                        </a:rPr>
                        <m:t>+</m:t>
                      </m:r>
                      <m:r>
                        <a:rPr lang="en-CA" sz="2400" i="1">
                          <a:latin typeface="Cambria Math"/>
                        </a:rPr>
                        <m:t>30</m:t>
                      </m:r>
                      <m:sSub>
                        <m:sSub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CA" sz="2400" i="1">
                          <a:latin typeface="Cambria Math"/>
                        </a:rPr>
                        <m:t>≤</m:t>
                      </m:r>
                      <m:r>
                        <a:rPr lang="en-CA" sz="2400" i="1">
                          <a:latin typeface="Cambria Math"/>
                        </a:rPr>
                        <m:t>𝑏</m:t>
                      </m:r>
                      <m:r>
                        <a:rPr lang="en-CA" sz="2400" i="1">
                          <a:latin typeface="Cambria Math"/>
                        </a:rPr>
                        <m:t>−</m:t>
                      </m:r>
                      <m:r>
                        <a:rPr lang="en-CA" sz="24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CA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i="1">
                          <a:latin typeface="Cambria Math"/>
                        </a:rPr>
                        <m:t> </m:t>
                      </m:r>
                      <m:r>
                        <a:rPr lang="en-CA" sz="2400" i="1">
                          <a:latin typeface="Cambria Math"/>
                        </a:rPr>
                        <m:t>63</m:t>
                      </m:r>
                      <m:sSub>
                        <m:sSub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CA" sz="2400" i="1">
                          <a:latin typeface="Cambria Math"/>
                        </a:rPr>
                        <m:t>+</m:t>
                      </m:r>
                      <m:r>
                        <a:rPr lang="en-CA" sz="2400" i="1">
                          <a:latin typeface="Cambria Math"/>
                        </a:rPr>
                        <m:t>30</m:t>
                      </m:r>
                      <m:sSub>
                        <m:sSub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CA" sz="2400" i="1">
                          <a:latin typeface="Cambria Math"/>
                        </a:rPr>
                        <m:t>≤</m:t>
                      </m:r>
                      <m:r>
                        <a:rPr lang="en-CA" sz="2400" i="1">
                          <a:latin typeface="Cambria Math"/>
                        </a:rPr>
                        <m:t>𝑏</m:t>
                      </m:r>
                      <m:r>
                        <a:rPr lang="en-CA" sz="2400" i="1">
                          <a:latin typeface="Cambria Math"/>
                        </a:rPr>
                        <m:t>−</m:t>
                      </m:r>
                      <m:r>
                        <a:rPr lang="en-CA" sz="24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CA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i="1">
                          <a:latin typeface="Cambria Math"/>
                        </a:rPr>
                        <m:t> </m:t>
                      </m:r>
                      <m:r>
                        <a:rPr lang="en-CA" sz="2400" i="1">
                          <a:latin typeface="Cambria Math"/>
                        </a:rPr>
                        <m:t>35</m:t>
                      </m:r>
                      <m:sSub>
                        <m:sSub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CA" sz="2400" i="1">
                          <a:latin typeface="Cambria Math"/>
                        </a:rPr>
                        <m:t>+</m:t>
                      </m:r>
                      <m:r>
                        <a:rPr lang="en-CA" sz="2400" i="1">
                          <a:latin typeface="Cambria Math"/>
                        </a:rPr>
                        <m:t>80</m:t>
                      </m:r>
                      <m:sSub>
                        <m:sSub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CA" sz="2400" i="1">
                          <a:latin typeface="Cambria Math"/>
                        </a:rPr>
                        <m:t>≤</m:t>
                      </m:r>
                      <m:r>
                        <a:rPr lang="en-CA" sz="2400" i="1">
                          <a:latin typeface="Cambria Math"/>
                        </a:rPr>
                        <m:t>𝑏</m:t>
                      </m:r>
                      <m:r>
                        <a:rPr lang="en-CA" sz="2400" i="1">
                          <a:latin typeface="Cambria Math"/>
                        </a:rPr>
                        <m:t>−</m:t>
                      </m:r>
                      <m:r>
                        <a:rPr lang="en-CA" sz="24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CA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i="1">
                          <a:latin typeface="Cambria Math"/>
                        </a:rPr>
                        <m:t>28</m:t>
                      </m:r>
                      <m:sSub>
                        <m:sSub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CA" sz="2400" i="1">
                          <a:latin typeface="Cambria Math"/>
                        </a:rPr>
                        <m:t>+</m:t>
                      </m:r>
                      <m:r>
                        <a:rPr lang="en-CA" sz="2400" i="1">
                          <a:latin typeface="Cambria Math"/>
                        </a:rPr>
                        <m:t>100</m:t>
                      </m:r>
                      <m:sSub>
                        <m:sSub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CA" sz="2400" i="1">
                          <a:latin typeface="Cambria Math"/>
                        </a:rPr>
                        <m:t>≤</m:t>
                      </m:r>
                      <m:r>
                        <a:rPr lang="en-CA" sz="2400" i="1">
                          <a:latin typeface="Cambria Math"/>
                        </a:rPr>
                        <m:t>𝑏</m:t>
                      </m:r>
                      <m:r>
                        <a:rPr lang="en-CA" sz="2400" i="1">
                          <a:latin typeface="Cambria Math"/>
                        </a:rPr>
                        <m:t>−</m:t>
                      </m:r>
                      <m:r>
                        <a:rPr lang="en-CA" sz="2400" i="1">
                          <a:latin typeface="Cambria Math"/>
                        </a:rPr>
                        <m:t>1</m:t>
                      </m:r>
                      <m:r>
                        <a:rPr lang="en-CA" sz="2400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CA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i="1">
                          <a:latin typeface="Cambria Math"/>
                        </a:rPr>
                        <m:t>140</m:t>
                      </m:r>
                      <m:sSub>
                        <m:sSub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CA" sz="2400" i="1">
                          <a:latin typeface="Cambria Math"/>
                        </a:rPr>
                        <m:t>+</m:t>
                      </m:r>
                      <m:r>
                        <a:rPr lang="en-CA" sz="2400" i="1">
                          <a:latin typeface="Cambria Math"/>
                        </a:rPr>
                        <m:t>30</m:t>
                      </m:r>
                      <m:sSub>
                        <m:sSub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CA" sz="2400" i="1">
                          <a:latin typeface="Cambria Math"/>
                        </a:rPr>
                        <m:t>≥</m:t>
                      </m:r>
                      <m:r>
                        <a:rPr lang="en-CA" sz="2400" i="1">
                          <a:latin typeface="Cambria Math"/>
                        </a:rPr>
                        <m:t>𝑏</m:t>
                      </m:r>
                      <m:r>
                        <a:rPr lang="en-CA" sz="2400" i="1">
                          <a:latin typeface="Cambria Math"/>
                        </a:rPr>
                        <m:t>+</m:t>
                      </m:r>
                      <m:r>
                        <a:rPr lang="en-CA" sz="2400" i="1">
                          <a:latin typeface="Cambria Math"/>
                        </a:rPr>
                        <m:t>1</m:t>
                      </m:r>
                      <m:r>
                        <a:rPr lang="en-CA" sz="2400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CA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i="1">
                          <a:latin typeface="Cambria Math"/>
                        </a:rPr>
                        <m:t>100</m:t>
                      </m:r>
                      <m:sSub>
                        <m:sSub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CA" sz="2400" i="1">
                          <a:latin typeface="Cambria Math"/>
                        </a:rPr>
                        <m:t>+</m:t>
                      </m:r>
                      <m:r>
                        <a:rPr lang="en-CA" sz="2400" i="1">
                          <a:latin typeface="Cambria Math"/>
                        </a:rPr>
                        <m:t>30</m:t>
                      </m:r>
                      <m:sSub>
                        <m:sSub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CA" sz="2400" i="1">
                          <a:latin typeface="Cambria Math"/>
                        </a:rPr>
                        <m:t>≥</m:t>
                      </m:r>
                      <m:r>
                        <a:rPr lang="en-CA" sz="2400" i="1">
                          <a:latin typeface="Cambria Math"/>
                        </a:rPr>
                        <m:t>𝑏</m:t>
                      </m:r>
                      <m:r>
                        <a:rPr lang="en-CA" sz="2400" i="1">
                          <a:latin typeface="Cambria Math"/>
                        </a:rPr>
                        <m:t>+</m:t>
                      </m:r>
                      <m:r>
                        <a:rPr lang="en-CA" sz="2400" i="1">
                          <a:latin typeface="Cambria Math"/>
                        </a:rPr>
                        <m:t>1</m:t>
                      </m:r>
                      <m:r>
                        <a:rPr lang="en-CA" sz="2400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CA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i="1">
                          <a:latin typeface="Cambria Math"/>
                        </a:rPr>
                        <m:t>  </m:t>
                      </m:r>
                      <m:r>
                        <a:rPr lang="en-CA" sz="2400" i="1">
                          <a:latin typeface="Cambria Math"/>
                        </a:rPr>
                        <m:t>95</m:t>
                      </m:r>
                      <m:sSub>
                        <m:sSub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CA" sz="2400" i="1">
                          <a:latin typeface="Cambria Math"/>
                        </a:rPr>
                        <m:t>+</m:t>
                      </m:r>
                      <m:r>
                        <a:rPr lang="en-CA" sz="2400" i="1">
                          <a:latin typeface="Cambria Math"/>
                        </a:rPr>
                        <m:t>90</m:t>
                      </m:r>
                      <m:sSub>
                        <m:sSub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CA" sz="2400" i="1">
                          <a:latin typeface="Cambria Math"/>
                        </a:rPr>
                        <m:t>≥</m:t>
                      </m:r>
                      <m:r>
                        <a:rPr lang="en-CA" sz="2400" i="1">
                          <a:latin typeface="Cambria Math"/>
                        </a:rPr>
                        <m:t>𝑏</m:t>
                      </m:r>
                      <m:r>
                        <a:rPr lang="en-CA" sz="2400" i="1">
                          <a:latin typeface="Cambria Math"/>
                        </a:rPr>
                        <m:t>+</m:t>
                      </m:r>
                      <m:r>
                        <a:rPr lang="en-CA" sz="2400" i="1">
                          <a:latin typeface="Cambria Math"/>
                        </a:rPr>
                        <m:t>1</m:t>
                      </m:r>
                      <m:r>
                        <a:rPr lang="en-CA" sz="2400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CA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i="1">
                          <a:latin typeface="Cambria Math"/>
                        </a:rPr>
                        <m:t>64</m:t>
                      </m:r>
                      <m:sSub>
                        <m:sSub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CA" sz="2400" i="1">
                          <a:latin typeface="Cambria Math"/>
                        </a:rPr>
                        <m:t>+</m:t>
                      </m:r>
                      <m:r>
                        <a:rPr lang="en-CA" sz="2400" i="1">
                          <a:latin typeface="Cambria Math"/>
                        </a:rPr>
                        <m:t>120</m:t>
                      </m:r>
                      <m:sSub>
                        <m:sSub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CA" sz="2400" i="1">
                          <a:latin typeface="Cambria Math"/>
                        </a:rPr>
                        <m:t>≥</m:t>
                      </m:r>
                      <m:r>
                        <a:rPr lang="en-CA" sz="2400" i="1">
                          <a:latin typeface="Cambria Math"/>
                        </a:rPr>
                        <m:t>𝑏</m:t>
                      </m:r>
                      <m:r>
                        <a:rPr lang="en-CA" sz="2400" i="1">
                          <a:latin typeface="Cambria Math"/>
                        </a:rPr>
                        <m:t>+</m:t>
                      </m:r>
                      <m:r>
                        <a:rPr lang="en-CA" sz="2400" i="1">
                          <a:latin typeface="Cambria Math"/>
                        </a:rPr>
                        <m:t>1</m:t>
                      </m:r>
                      <m:r>
                        <a:rPr lang="en-CA" sz="2400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CA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i="1">
                          <a:latin typeface="Cambria Math"/>
                        </a:rPr>
                        <m:t>  </m:t>
                      </m:r>
                      <m:r>
                        <a:rPr lang="en-CA" sz="2400" i="1">
                          <a:latin typeface="Cambria Math"/>
                        </a:rPr>
                        <m:t>63</m:t>
                      </m:r>
                      <m:sSub>
                        <m:sSub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CA" sz="2400" i="1">
                          <a:latin typeface="Cambria Math"/>
                        </a:rPr>
                        <m:t>+</m:t>
                      </m:r>
                      <m:r>
                        <a:rPr lang="en-CA" sz="2400" i="1">
                          <a:latin typeface="Cambria Math"/>
                        </a:rPr>
                        <m:t>150</m:t>
                      </m:r>
                      <m:sSub>
                        <m:sSub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CA" sz="2400" i="1">
                          <a:latin typeface="Cambria Math"/>
                        </a:rPr>
                        <m:t>≥</m:t>
                      </m:r>
                      <m:r>
                        <a:rPr lang="en-CA" sz="2400" i="1">
                          <a:latin typeface="Cambria Math"/>
                        </a:rPr>
                        <m:t>𝑏</m:t>
                      </m:r>
                      <m:r>
                        <a:rPr lang="en-CA" sz="2400" i="1">
                          <a:latin typeface="Cambria Math"/>
                        </a:rPr>
                        <m:t>+</m:t>
                      </m:r>
                      <m:r>
                        <a:rPr lang="en-CA" sz="2400" i="1">
                          <a:latin typeface="Cambria Math"/>
                        </a:rPr>
                        <m:t>1</m:t>
                      </m:r>
                      <m:r>
                        <a:rPr lang="en-CA" sz="2400" i="1">
                          <a:latin typeface="Cambria Math"/>
                        </a:rPr>
                        <m:t>   </m:t>
                      </m:r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2261949"/>
                <a:ext cx="4572000" cy="40626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41156" y="1716427"/>
                <a:ext cx="866168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在我们的示例中，任务是找到满足以下约束条件的 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/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altLang="zh-CN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altLang="zh-CN" sz="2400" dirty="0"/>
                  <a:t> </a:t>
                </a:r>
                <a:r>
                  <a:rPr lang="zh-CN" altLang="en-US" sz="2400" dirty="0"/>
                  <a:t>和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altLang="zh-CN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altLang="zh-CN" sz="2400" dirty="0"/>
                  <a:t> </a:t>
                </a:r>
                <a:r>
                  <a:rPr lang="zh-CN" altLang="en-US" sz="2400" dirty="0"/>
                  <a:t>以最小化             </a:t>
                </a:r>
                <a:endParaRPr lang="en-CA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56" y="1716427"/>
                <a:ext cx="8661689" cy="830997"/>
              </a:xfrm>
              <a:prstGeom prst="rect">
                <a:avLst/>
              </a:prstGeom>
              <a:blipFill>
                <a:blip r:embed="rId3"/>
                <a:stretch>
                  <a:fillRect l="-1127" t="-5882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4801064"/>
              </p:ext>
            </p:extLst>
          </p:nvPr>
        </p:nvGraphicFramePr>
        <p:xfrm>
          <a:off x="2903219" y="2075660"/>
          <a:ext cx="1224136" cy="471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9800" imgH="228600" progId="Equation.DSMT4">
                  <p:embed/>
                </p:oleObj>
              </mc:Choice>
              <mc:Fallback>
                <p:oleObj name="Equation" r:id="rId4" imgW="469800" imgH="22860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3219" y="2075660"/>
                        <a:ext cx="1224136" cy="4717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5733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773832"/>
            <a:ext cx="7772400" cy="1143000"/>
          </a:xfrm>
        </p:spPr>
        <p:txBody>
          <a:bodyPr/>
          <a:lstStyle/>
          <a:p>
            <a:r>
              <a:rPr lang="zh-CN" altLang="en-US" sz="3600" i="0" dirty="0"/>
              <a:t>一般问题（硬间隔）</a:t>
            </a:r>
            <a:endParaRPr lang="en-CA" sz="3600" i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11560" y="1916832"/>
                <a:ext cx="7772400" cy="4114800"/>
              </a:xfrm>
            </p:spPr>
            <p:txBody>
              <a:bodyPr/>
              <a:lstStyle/>
              <a:p>
                <a:r>
                  <a:rPr lang="zh-CN" altLang="en-US" sz="2400" dirty="0"/>
                  <a:t>目标函数为</a:t>
                </a:r>
                <a:endParaRPr lang="en-CA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CA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Sup>
                            <m:sSubSupPr>
                              <m:ctrlPr>
                                <a:rPr lang="en-CA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CA" dirty="0"/>
              </a:p>
              <a:p>
                <a:endParaRPr lang="en-CA" dirty="0"/>
              </a:p>
              <a:p>
                <a:r>
                  <a:rPr lang="zh-CN" altLang="en-US" sz="2400" dirty="0"/>
                  <a:t>我们针对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/>
                  <a:t> 和 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/>
                  <a:t> 的值最小化该式，并满足不存在违规的条件，即：</a:t>
                </a:r>
                <a:endParaRPr lang="en-CA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1560" y="1916832"/>
                <a:ext cx="7772400" cy="4114800"/>
              </a:xfrm>
              <a:blipFill>
                <a:blip r:embed="rId2"/>
                <a:stretch>
                  <a:fillRect t="-11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11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/>
              <p:cNvSpPr txBox="1"/>
              <p:nvPr/>
            </p:nvSpPr>
            <p:spPr>
              <a:xfrm>
                <a:off x="2267745" y="4862513"/>
                <a:ext cx="4896544" cy="105568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CA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CA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CA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CA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CA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CA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&gt;1</m:t>
                        </m:r>
                      </m:e>
                    </m:nary>
                    <m:r>
                      <m:rPr>
                        <m:nor/>
                      </m:rPr>
                      <a:rPr lang="en-CA" sz="24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良好</m:t>
                    </m:r>
                  </m:oMath>
                </a14:m>
                <a:r>
                  <a:rPr lang="zh-CN" altLang="en-US" sz="24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贷款</a:t>
                </a:r>
                <a:br>
                  <a:rPr lang="en-CA" sz="24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CA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CA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CA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CA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CA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CA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&lt;−1</m:t>
                        </m:r>
                      </m:e>
                    </m:nary>
                    <m:r>
                      <m:rPr>
                        <m:nor/>
                      </m:rPr>
                      <a:rPr lang="en-CA" sz="24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贷款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违约</a:t>
                </a:r>
                <a:endParaRPr lang="en-CA" sz="240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745" y="4862513"/>
                <a:ext cx="4896544" cy="1055687"/>
              </a:xfrm>
              <a:prstGeom prst="rect">
                <a:avLst/>
              </a:prstGeom>
              <a:blipFill>
                <a:blip r:embed="rId3"/>
                <a:stretch>
                  <a:fillRect l="-9589" t="-56069" b="-687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2298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4704"/>
            <a:ext cx="7772400" cy="1143000"/>
          </a:xfrm>
        </p:spPr>
        <p:txBody>
          <a:bodyPr/>
          <a:lstStyle/>
          <a:p>
            <a:r>
              <a:rPr lang="zh-CN" altLang="en-US" i="0" dirty="0"/>
              <a:t>关于软间隔的修改</a:t>
            </a:r>
            <a:endParaRPr lang="en-CA" i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12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28600" y="1907704"/>
                <a:ext cx="8280920" cy="31736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CA" dirty="0"/>
              </a:p>
              <a:p>
                <a:r>
                  <a:rPr lang="zh-CN" altLang="en-US" sz="2400" dirty="0"/>
                  <a:t>我们将一个观测值的违规程度，量化为硬间隔条件被违反的程度。我们最小化</a:t>
                </a:r>
                <a:endParaRPr lang="en-CA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CA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CA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sum</m:t>
                      </m:r>
                      <m:r>
                        <a:rPr lang="en-CA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of</m:t>
                      </m:r>
                      <m:r>
                        <a:rPr lang="en-CA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violations</m:t>
                      </m:r>
                      <m:r>
                        <a:rPr lang="en-CA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CA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Sup>
                            <m:sSubSupPr>
                              <m:ctrlPr>
                                <a:rPr lang="en-CA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CA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CA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CA" sz="2400" dirty="0"/>
              </a:p>
              <a:p>
                <a:r>
                  <a:rPr lang="zh-CN" altLang="en-US" sz="2400" dirty="0"/>
                  <a:t>改变</a:t>
                </a:r>
                <a:r>
                  <a:rPr lang="en-CA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CN" altLang="en-US" sz="2400" dirty="0"/>
                  <a:t>会改变路径宽度（即正则化）与违规程度之间的权衡。</a:t>
                </a:r>
              </a:p>
              <a:p>
                <a:r>
                  <a:rPr lang="zh-CN" altLang="en-US" sz="2400" dirty="0"/>
                  <a:t>随着</a:t>
                </a:r>
                <a:r>
                  <a:rPr lang="en-CA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CN" altLang="en-US" sz="2400" dirty="0"/>
                  <a:t>变小，路径变得更宽，但违规情况也更多。</a:t>
                </a:r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907704"/>
                <a:ext cx="8280920" cy="3173689"/>
              </a:xfrm>
              <a:prstGeom prst="rect">
                <a:avLst/>
              </a:prstGeom>
              <a:blipFill>
                <a:blip r:embed="rId2"/>
                <a:stretch>
                  <a:fillRect l="-1178" r="-14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7953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42914"/>
            <a:ext cx="7772400" cy="1143000"/>
          </a:xfrm>
        </p:spPr>
        <p:txBody>
          <a:bodyPr/>
          <a:lstStyle/>
          <a:p>
            <a:r>
              <a:rPr lang="zh-CN" altLang="en-US" i="0" dirty="0"/>
              <a:t>小规模信贷示例</a:t>
            </a:r>
            <a:endParaRPr lang="en-CA" i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13</a:t>
            </a:fld>
            <a:endParaRPr lang="en-CA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0882956"/>
              </p:ext>
            </p:extLst>
          </p:nvPr>
        </p:nvGraphicFramePr>
        <p:xfrm>
          <a:off x="755576" y="1916832"/>
          <a:ext cx="7200801" cy="387211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586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2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13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3953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信用评分</a:t>
                      </a:r>
                      <a:endParaRPr lang="en-CA" sz="20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调整后的信用评分</a:t>
                      </a:r>
                      <a:endParaRPr lang="en-CA" sz="20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年收入（千元）</a:t>
                      </a:r>
                      <a:endParaRPr lang="en-CA" sz="20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默认值</a:t>
                      </a:r>
                      <a:r>
                        <a:rPr lang="en-CA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=0; </a:t>
                      </a:r>
                      <a:r>
                        <a:rPr lang="zh-CN" alt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良好贷款</a:t>
                      </a:r>
                      <a:r>
                        <a:rPr lang="en-CA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=1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+mj-lt"/>
                        </a:rPr>
                        <a:t>660</a:t>
                      </a:r>
                      <a:endParaRPr lang="en-CA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 dirty="0">
                          <a:effectLst/>
                          <a:latin typeface="+mj-lt"/>
                        </a:rPr>
                        <a:t>40</a:t>
                      </a:r>
                      <a:endParaRPr lang="en-CA" sz="20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+mj-lt"/>
                        </a:rPr>
                        <a:t>30</a:t>
                      </a:r>
                      <a:endParaRPr lang="en-CA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+mj-lt"/>
                        </a:rPr>
                        <a:t>0</a:t>
                      </a:r>
                      <a:endParaRPr lang="en-CA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+mj-lt"/>
                        </a:rPr>
                        <a:t>650</a:t>
                      </a:r>
                      <a:endParaRPr lang="en-CA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 b="1" dirty="0">
                          <a:effectLst/>
                          <a:latin typeface="+mj-lt"/>
                          <a:ea typeface="+mn-ea"/>
                          <a:cs typeface="+mn-cs"/>
                        </a:rPr>
                        <a:t>140</a:t>
                      </a:r>
                      <a:endParaRPr lang="en-CA" sz="2000" b="1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+mj-lt"/>
                        </a:rPr>
                        <a:t>55</a:t>
                      </a:r>
                      <a:endParaRPr lang="en-CA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+mj-lt"/>
                        </a:rPr>
                        <a:t>0</a:t>
                      </a:r>
                      <a:endParaRPr lang="en-CA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+mj-lt"/>
                        </a:rPr>
                        <a:t>650</a:t>
                      </a:r>
                      <a:endParaRPr lang="en-CA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 dirty="0">
                          <a:effectLst/>
                          <a:latin typeface="+mj-lt"/>
                        </a:rPr>
                        <a:t>30</a:t>
                      </a:r>
                      <a:endParaRPr lang="en-CA" sz="20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+mj-lt"/>
                        </a:rPr>
                        <a:t>63</a:t>
                      </a:r>
                      <a:endParaRPr lang="en-CA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+mj-lt"/>
                        </a:rPr>
                        <a:t>0</a:t>
                      </a:r>
                      <a:endParaRPr lang="en-CA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+mj-lt"/>
                        </a:rPr>
                        <a:t>700</a:t>
                      </a:r>
                      <a:endParaRPr lang="en-CA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 dirty="0">
                          <a:effectLst/>
                          <a:latin typeface="+mj-lt"/>
                        </a:rPr>
                        <a:t>80</a:t>
                      </a:r>
                      <a:endParaRPr lang="en-CA" sz="20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 dirty="0">
                          <a:effectLst/>
                          <a:latin typeface="+mj-lt"/>
                        </a:rPr>
                        <a:t>35</a:t>
                      </a:r>
                      <a:endParaRPr lang="en-CA" sz="20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+mj-lt"/>
                        </a:rPr>
                        <a:t>0</a:t>
                      </a:r>
                      <a:endParaRPr lang="en-CA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+mj-lt"/>
                        </a:rPr>
                        <a:t>720</a:t>
                      </a:r>
                      <a:endParaRPr lang="en-CA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 dirty="0">
                          <a:effectLst/>
                          <a:latin typeface="+mj-lt"/>
                        </a:rPr>
                        <a:t>100</a:t>
                      </a:r>
                      <a:endParaRPr lang="en-CA" sz="20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+mj-lt"/>
                        </a:rPr>
                        <a:t>28</a:t>
                      </a:r>
                      <a:endParaRPr lang="en-CA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+mj-lt"/>
                        </a:rPr>
                        <a:t>0</a:t>
                      </a:r>
                      <a:endParaRPr lang="en-CA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+mj-lt"/>
                        </a:rPr>
                        <a:t>650</a:t>
                      </a:r>
                      <a:endParaRPr lang="en-CA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+mj-lt"/>
                        </a:rPr>
                        <a:t>30</a:t>
                      </a:r>
                      <a:endParaRPr lang="en-CA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 dirty="0">
                          <a:effectLst/>
                          <a:latin typeface="+mj-lt"/>
                        </a:rPr>
                        <a:t>140</a:t>
                      </a:r>
                      <a:endParaRPr lang="en-CA" sz="20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+mj-lt"/>
                        </a:rPr>
                        <a:t>1</a:t>
                      </a:r>
                      <a:endParaRPr lang="en-CA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+mj-lt"/>
                        </a:rPr>
                        <a:t>650</a:t>
                      </a:r>
                      <a:endParaRPr lang="en-CA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+mj-lt"/>
                        </a:rPr>
                        <a:t>30</a:t>
                      </a:r>
                      <a:endParaRPr lang="en-CA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 dirty="0">
                          <a:effectLst/>
                          <a:latin typeface="+mj-lt"/>
                        </a:rPr>
                        <a:t>100</a:t>
                      </a:r>
                      <a:endParaRPr lang="en-CA" sz="20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+mj-lt"/>
                        </a:rPr>
                        <a:t>1</a:t>
                      </a:r>
                      <a:endParaRPr lang="en-CA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+mj-lt"/>
                        </a:rPr>
                        <a:t>710</a:t>
                      </a:r>
                      <a:endParaRPr lang="en-CA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+mj-lt"/>
                        </a:rPr>
                        <a:t>90</a:t>
                      </a:r>
                      <a:endParaRPr lang="en-CA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 b="1" dirty="0">
                          <a:effectLst/>
                          <a:latin typeface="+mj-lt"/>
                          <a:ea typeface="+mn-ea"/>
                          <a:cs typeface="+mn-cs"/>
                        </a:rPr>
                        <a:t>60</a:t>
                      </a:r>
                      <a:endParaRPr lang="en-CA" sz="2000" b="1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+mj-lt"/>
                        </a:rPr>
                        <a:t>1</a:t>
                      </a:r>
                      <a:endParaRPr lang="en-CA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+mj-lt"/>
                        </a:rPr>
                        <a:t>740</a:t>
                      </a:r>
                      <a:endParaRPr lang="en-CA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+mj-lt"/>
                        </a:rPr>
                        <a:t>120</a:t>
                      </a:r>
                      <a:endParaRPr lang="en-CA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 dirty="0">
                          <a:effectLst/>
                          <a:latin typeface="+mj-lt"/>
                        </a:rPr>
                        <a:t>64</a:t>
                      </a:r>
                      <a:endParaRPr lang="en-CA" sz="20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 dirty="0">
                          <a:effectLst/>
                          <a:latin typeface="+mj-lt"/>
                        </a:rPr>
                        <a:t>1</a:t>
                      </a:r>
                      <a:endParaRPr lang="en-CA" sz="20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+mj-lt"/>
                        </a:rPr>
                        <a:t>770</a:t>
                      </a:r>
                      <a:endParaRPr lang="en-CA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+mj-lt"/>
                        </a:rPr>
                        <a:t>150</a:t>
                      </a:r>
                      <a:endParaRPr lang="en-CA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+mj-lt"/>
                        </a:rPr>
                        <a:t>63</a:t>
                      </a:r>
                      <a:endParaRPr lang="en-CA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2000" dirty="0">
                          <a:effectLst/>
                          <a:latin typeface="+mj-lt"/>
                        </a:rPr>
                        <a:t>1</a:t>
                      </a:r>
                      <a:endParaRPr lang="en-CA" sz="20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4920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C=</a:t>
            </a:r>
            <a:r>
              <a:rPr lang="en-CA" i="0" dirty="0"/>
              <a:t>0.001</a:t>
            </a:r>
            <a:r>
              <a:rPr lang="zh-CN" altLang="en-US" i="0" dirty="0"/>
              <a:t>时结果</a:t>
            </a:r>
            <a:endParaRPr lang="en-CA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14</a:t>
            </a:fld>
            <a:endParaRPr lang="en-CA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766" y="1975860"/>
            <a:ext cx="7165294" cy="404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689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i="0" dirty="0"/>
              <a:t>对示例数据进行支持向量机回归处理后的结果</a:t>
            </a:r>
            <a:endParaRPr lang="en-CA" i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15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8094372"/>
                  </p:ext>
                </p:extLst>
              </p:nvPr>
            </p:nvGraphicFramePr>
            <p:xfrm>
              <a:off x="323528" y="2230037"/>
              <a:ext cx="8280919" cy="3384713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123890">
                      <a:extLst>
                        <a:ext uri="{9D8B030D-6E8A-4147-A177-3AD203B41FA5}">
                          <a16:colId xmlns:a16="http://schemas.microsoft.com/office/drawing/2014/main" val="1365864059"/>
                        </a:ext>
                      </a:extLst>
                    </a:gridCol>
                    <a:gridCol w="996148">
                      <a:extLst>
                        <a:ext uri="{9D8B030D-6E8A-4147-A177-3AD203B41FA5}">
                          <a16:colId xmlns:a16="http://schemas.microsoft.com/office/drawing/2014/main" val="182578209"/>
                        </a:ext>
                      </a:extLst>
                    </a:gridCol>
                    <a:gridCol w="966848">
                      <a:extLst>
                        <a:ext uri="{9D8B030D-6E8A-4147-A177-3AD203B41FA5}">
                          <a16:colId xmlns:a16="http://schemas.microsoft.com/office/drawing/2014/main" val="4038599323"/>
                        </a:ext>
                      </a:extLst>
                    </a:gridCol>
                    <a:gridCol w="861374">
                      <a:extLst>
                        <a:ext uri="{9D8B030D-6E8A-4147-A177-3AD203B41FA5}">
                          <a16:colId xmlns:a16="http://schemas.microsoft.com/office/drawing/2014/main" val="569606443"/>
                        </a:ext>
                      </a:extLst>
                    </a:gridCol>
                    <a:gridCol w="1660637">
                      <a:extLst>
                        <a:ext uri="{9D8B030D-6E8A-4147-A177-3AD203B41FA5}">
                          <a16:colId xmlns:a16="http://schemas.microsoft.com/office/drawing/2014/main" val="2995407660"/>
                        </a:ext>
                      </a:extLst>
                    </a:gridCol>
                    <a:gridCol w="1336011">
                      <a:extLst>
                        <a:ext uri="{9D8B030D-6E8A-4147-A177-3AD203B41FA5}">
                          <a16:colId xmlns:a16="http://schemas.microsoft.com/office/drawing/2014/main" val="568345775"/>
                        </a:ext>
                      </a:extLst>
                    </a:gridCol>
                    <a:gridCol w="1336011">
                      <a:extLst>
                        <a:ext uri="{9D8B030D-6E8A-4147-A177-3AD203B41FA5}">
                          <a16:colId xmlns:a16="http://schemas.microsoft.com/office/drawing/2014/main" val="1245126321"/>
                        </a:ext>
                      </a:extLst>
                    </a:gridCol>
                  </a:tblGrid>
                  <a:tr h="551873"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i="1" dirty="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Arial" panose="020B0604020202020204" pitchFamily="34" charset="0"/>
                            </a:rPr>
                            <a:t>C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i="1" dirty="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Arial" panose="020B0604020202020204" pitchFamily="34" charset="0"/>
                            </a:rPr>
                            <a:t>w</a:t>
                          </a:r>
                          <a:r>
                            <a:rPr lang="en-CA" sz="2000" baseline="-25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i="1" dirty="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Arial" panose="020B0604020202020204" pitchFamily="34" charset="0"/>
                            </a:rPr>
                            <a:t>w</a:t>
                          </a:r>
                          <a:r>
                            <a:rPr lang="en-CA" sz="2000" baseline="-25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i="1" dirty="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Arial" panose="020B0604020202020204" pitchFamily="34" charset="0"/>
                            </a:rPr>
                            <a:t>b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altLang="en-US" sz="2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贷款被错误分类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altLang="en-US" sz="20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路径宽度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altLang="en-US" sz="20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违规</a:t>
                          </a: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CA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oMath>
                          </a14:m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716067130"/>
                      </a:ext>
                    </a:extLst>
                  </a:tr>
                  <a:tr h="551873"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0.01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0.054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0.022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5.05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10%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34.4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2.81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780122251"/>
                      </a:ext>
                    </a:extLst>
                  </a:tr>
                  <a:tr h="551873"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0.001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0.040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0.012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3.33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10%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48.2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3.31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9429933"/>
                      </a:ext>
                    </a:extLst>
                  </a:tr>
                  <a:tr h="551873"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0.0005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0.026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0.010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2.46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10%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70.6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4.79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35349050"/>
                      </a:ext>
                    </a:extLst>
                  </a:tr>
                  <a:tr h="551873"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0.0003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0.019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0.006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1.79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20%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102.2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5.79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09057091"/>
                      </a:ext>
                    </a:extLst>
                  </a:tr>
                  <a:tr h="551873"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0.0002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0.018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0.003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1.69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30%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106.6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5.91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81765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8094372"/>
                  </p:ext>
                </p:extLst>
              </p:nvPr>
            </p:nvGraphicFramePr>
            <p:xfrm>
              <a:off x="323528" y="2230037"/>
              <a:ext cx="8280919" cy="3384713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123890">
                      <a:extLst>
                        <a:ext uri="{9D8B030D-6E8A-4147-A177-3AD203B41FA5}">
                          <a16:colId xmlns:a16="http://schemas.microsoft.com/office/drawing/2014/main" val="1365864059"/>
                        </a:ext>
                      </a:extLst>
                    </a:gridCol>
                    <a:gridCol w="996148">
                      <a:extLst>
                        <a:ext uri="{9D8B030D-6E8A-4147-A177-3AD203B41FA5}">
                          <a16:colId xmlns:a16="http://schemas.microsoft.com/office/drawing/2014/main" val="182578209"/>
                        </a:ext>
                      </a:extLst>
                    </a:gridCol>
                    <a:gridCol w="966848">
                      <a:extLst>
                        <a:ext uri="{9D8B030D-6E8A-4147-A177-3AD203B41FA5}">
                          <a16:colId xmlns:a16="http://schemas.microsoft.com/office/drawing/2014/main" val="4038599323"/>
                        </a:ext>
                      </a:extLst>
                    </a:gridCol>
                    <a:gridCol w="861374">
                      <a:extLst>
                        <a:ext uri="{9D8B030D-6E8A-4147-A177-3AD203B41FA5}">
                          <a16:colId xmlns:a16="http://schemas.microsoft.com/office/drawing/2014/main" val="569606443"/>
                        </a:ext>
                      </a:extLst>
                    </a:gridCol>
                    <a:gridCol w="1660637">
                      <a:extLst>
                        <a:ext uri="{9D8B030D-6E8A-4147-A177-3AD203B41FA5}">
                          <a16:colId xmlns:a16="http://schemas.microsoft.com/office/drawing/2014/main" val="2995407660"/>
                        </a:ext>
                      </a:extLst>
                    </a:gridCol>
                    <a:gridCol w="1336011">
                      <a:extLst>
                        <a:ext uri="{9D8B030D-6E8A-4147-A177-3AD203B41FA5}">
                          <a16:colId xmlns:a16="http://schemas.microsoft.com/office/drawing/2014/main" val="568345775"/>
                        </a:ext>
                      </a:extLst>
                    </a:gridCol>
                    <a:gridCol w="1336011">
                      <a:extLst>
                        <a:ext uri="{9D8B030D-6E8A-4147-A177-3AD203B41FA5}">
                          <a16:colId xmlns:a16="http://schemas.microsoft.com/office/drawing/2014/main" val="1245126321"/>
                        </a:ext>
                      </a:extLst>
                    </a:gridCol>
                  </a:tblGrid>
                  <a:tr h="625348"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i="1" dirty="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Arial" panose="020B0604020202020204" pitchFamily="34" charset="0"/>
                            </a:rPr>
                            <a:t>C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i="1" dirty="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Arial" panose="020B0604020202020204" pitchFamily="34" charset="0"/>
                            </a:rPr>
                            <a:t>w</a:t>
                          </a:r>
                          <a:r>
                            <a:rPr lang="en-CA" sz="2000" baseline="-25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i="1" dirty="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Arial" panose="020B0604020202020204" pitchFamily="34" charset="0"/>
                            </a:rPr>
                            <a:t>w</a:t>
                          </a:r>
                          <a:r>
                            <a:rPr lang="en-CA" sz="2000" baseline="-25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i="1" dirty="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Arial" panose="020B0604020202020204" pitchFamily="34" charset="0"/>
                            </a:rPr>
                            <a:t>b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altLang="en-US" sz="2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贷款被错误分类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altLang="en-US" sz="20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路径宽度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21005" t="-84466" r="-913" b="-4427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6067130"/>
                      </a:ext>
                    </a:extLst>
                  </a:tr>
                  <a:tr h="551873"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0.01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0.054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0.022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5.05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10%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34.4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2.81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780122251"/>
                      </a:ext>
                    </a:extLst>
                  </a:tr>
                  <a:tr h="551873"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0.001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0.040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0.012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3.33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10%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48.2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3.31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9429933"/>
                      </a:ext>
                    </a:extLst>
                  </a:tr>
                  <a:tr h="551873"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0.0005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0.026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0.010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2.46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10%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70.6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4.79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35349050"/>
                      </a:ext>
                    </a:extLst>
                  </a:tr>
                  <a:tr h="551873"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0.0003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0.019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0.006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1.79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20%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102.2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5.79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09057091"/>
                      </a:ext>
                    </a:extLst>
                  </a:tr>
                  <a:tr h="551873"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0.0002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0.018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0.003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1.69</a:t>
                          </a:r>
                          <a:endParaRPr lang="en-CA" sz="2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30%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106.6</a:t>
                          </a:r>
                          <a:endParaRPr lang="en-CA" sz="20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56845" algn="ctr">
                            <a:lnSpc>
                              <a:spcPct val="106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CA" sz="20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5.91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81765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2690813" y="31384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0211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16</a:t>
            </a:fld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47650" y="871538"/>
            <a:ext cx="7772400" cy="857250"/>
          </a:xfrm>
        </p:spPr>
        <p:txBody>
          <a:bodyPr/>
          <a:lstStyle/>
          <a:p>
            <a:r>
              <a:rPr lang="zh-CN" altLang="en-US" sz="3600" i="0" dirty="0"/>
              <a:t>非线性分离</a:t>
            </a:r>
            <a:endParaRPr lang="en-CA" sz="3600" i="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844824"/>
            <a:ext cx="6845036" cy="366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47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i="0" dirty="0"/>
              <a:t>非线性分类</a:t>
            </a:r>
            <a:endParaRPr lang="en-CA" i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400" dirty="0"/>
                  <a:t>目标是创建新的特征，使得决策边界变为线性。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假设有一个特征（例如年龄），我们发现该特征的低值和高值往往导致一种结果，而中间值则导致另一种结果。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此时，我们可以构造一个新特征，形式为 </a:t>
                </a:r>
                <a14:m>
                  <m:oMath xmlns:m="http://schemas.openxmlformats.org/officeDocument/2006/math">
                    <m:d>
                      <m:dPr>
                        <m:endChr m:val="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400" dirty="0"/>
                  <a:t>，其中 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sz="2400" dirty="0"/>
                  <a:t> 是原始特征值，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/>
                  <a:t> 是该特征的均值。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185" r="-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9868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849512"/>
            <a:ext cx="7772400" cy="857250"/>
          </a:xfrm>
        </p:spPr>
        <p:txBody>
          <a:bodyPr/>
          <a:lstStyle/>
          <a:p>
            <a:r>
              <a:rPr lang="zh-CN" altLang="en-US" i="0" dirty="0"/>
              <a:t>构造新特征</a:t>
            </a:r>
            <a:endParaRPr lang="en-CA" i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988840"/>
            <a:ext cx="7772400" cy="3086100"/>
          </a:xfrm>
        </p:spPr>
        <p:txBody>
          <a:bodyPr/>
          <a:lstStyle/>
          <a:p>
            <a:r>
              <a:rPr lang="zh-CN" altLang="en-US" dirty="0"/>
              <a:t>我们可以将每个特征的幂次添加为新特征。</a:t>
            </a:r>
            <a:endParaRPr lang="en-US" altLang="zh-CN" dirty="0"/>
          </a:p>
          <a:p>
            <a:r>
              <a:rPr lang="zh-CN" altLang="en-US" dirty="0"/>
              <a:t>或者，可以选择特定的地标，并利用高斯径向基函数（一种相似度函数）来创建新特征。如果地标处的特征值为 </a:t>
            </a:r>
            <a:r>
              <a:rPr lang="en-CA" i="1" dirty="0"/>
              <a:t>ℓ</a:t>
            </a:r>
            <a:r>
              <a:rPr lang="en-CA" baseline="-25000" dirty="0"/>
              <a:t>1</a:t>
            </a:r>
            <a:r>
              <a:rPr lang="en-CA" dirty="0"/>
              <a:t>, </a:t>
            </a:r>
            <a:r>
              <a:rPr lang="en-CA" i="1" dirty="0"/>
              <a:t>ℓ</a:t>
            </a:r>
            <a:r>
              <a:rPr lang="en-CA" baseline="-25000" dirty="0"/>
              <a:t>2, </a:t>
            </a:r>
            <a:r>
              <a:rPr lang="en-CA" dirty="0"/>
              <a:t>……,</a:t>
            </a:r>
            <a:r>
              <a:rPr lang="en-CA" baseline="-25000" dirty="0"/>
              <a:t> </a:t>
            </a:r>
            <a:r>
              <a:rPr lang="en-CA" i="1" dirty="0"/>
              <a:t>ℓ</a:t>
            </a:r>
            <a:r>
              <a:rPr lang="en-CA" i="1" baseline="-25000" dirty="0"/>
              <a:t>m</a:t>
            </a:r>
            <a:r>
              <a:rPr lang="en-CA" dirty="0"/>
              <a:t>,</a:t>
            </a:r>
            <a:r>
              <a:rPr lang="zh-CN" altLang="en-US" dirty="0"/>
              <a:t>则新特征值的计算公式如下：</a:t>
            </a:r>
            <a:endParaRPr lang="en-CA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zh-CN" altLang="en-US" dirty="0"/>
              <a:t>随着参数 </a:t>
            </a:r>
            <a:r>
              <a:rPr lang="en-US" dirty="0">
                <a:latin typeface="Symbol" panose="05050102010706020507" pitchFamily="18" charset="2"/>
              </a:rPr>
              <a:t>g </a:t>
            </a:r>
            <a:r>
              <a:rPr lang="zh-CN" altLang="en-US" dirty="0"/>
              <a:t>增大，地标的影响范围减小，决策边界也会变得不那么平滑。</a:t>
            </a:r>
            <a:endParaRPr lang="en-US" dirty="0"/>
          </a:p>
          <a:p>
            <a:pPr marL="685800" lvl="2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18</a:t>
            </a:fld>
            <a:endParaRPr lang="en-CA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0157335"/>
              </p:ext>
            </p:extLst>
          </p:nvPr>
        </p:nvGraphicFramePr>
        <p:xfrm>
          <a:off x="2782887" y="3429000"/>
          <a:ext cx="2663825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09400" imgH="330120" progId="Equation.DSMT4">
                  <p:embed/>
                </p:oleObj>
              </mc:Choice>
              <mc:Fallback>
                <p:oleObj name="Equation" r:id="rId2" imgW="1409400" imgH="33012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82887" y="3429000"/>
                        <a:ext cx="2663825" cy="623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1328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2" y="930275"/>
            <a:ext cx="8286377" cy="1143000"/>
          </a:xfrm>
        </p:spPr>
        <p:txBody>
          <a:bodyPr/>
          <a:lstStyle/>
          <a:p>
            <a:r>
              <a:rPr lang="en-US" altLang="zh-CN" i="0" dirty="0"/>
              <a:t>SVM</a:t>
            </a:r>
            <a:r>
              <a:rPr lang="zh-CN" altLang="en-US" i="0" dirty="0"/>
              <a:t>回归：使用支持向量机预测连续变量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我们寻找一个具有一定宽度的通道，使其包含尽可能多的目标值。</a:t>
            </a:r>
            <a:endParaRPr lang="en-US" altLang="zh-CN" dirty="0"/>
          </a:p>
          <a:p>
            <a:r>
              <a:rPr lang="zh-CN" altLang="en-US" dirty="0"/>
              <a:t>如果某个目标值位于该通道内，则认为没有误差。</a:t>
            </a:r>
            <a:endParaRPr lang="en-US" altLang="zh-CN" dirty="0"/>
          </a:p>
          <a:p>
            <a:r>
              <a:rPr lang="zh-CN" altLang="en-US" dirty="0"/>
              <a:t>如果它位于通道外，则误差等于实际值与通道外边缘所预测的值之间的差值。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7965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i="0" dirty="0"/>
              <a:t>支持向量机回归路径：单一特征情形</a:t>
            </a:r>
            <a:endParaRPr lang="en-CA" sz="3600" i="0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073276"/>
            <a:ext cx="6192688" cy="37319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Arrow Connector 5"/>
          <p:cNvCxnSpPr/>
          <p:nvPr/>
        </p:nvCxnSpPr>
        <p:spPr bwMode="auto">
          <a:xfrm>
            <a:off x="2419533" y="3389967"/>
            <a:ext cx="0" cy="7920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7" name="Oval 6"/>
          <p:cNvSpPr/>
          <p:nvPr/>
        </p:nvSpPr>
        <p:spPr bwMode="auto">
          <a:xfrm>
            <a:off x="2342254" y="3281955"/>
            <a:ext cx="98754" cy="108012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7668" y="4124684"/>
            <a:ext cx="1566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观测误差</a:t>
            </a:r>
            <a:endParaRPr lang="en-CA" sz="2400" dirty="0"/>
          </a:p>
        </p:txBody>
      </p:sp>
      <p:cxnSp>
        <p:nvCxnSpPr>
          <p:cNvPr id="17" name="Straight Arrow Connector 16"/>
          <p:cNvCxnSpPr/>
          <p:nvPr/>
        </p:nvCxnSpPr>
        <p:spPr bwMode="auto">
          <a:xfrm flipV="1">
            <a:off x="1331640" y="3743493"/>
            <a:ext cx="1010614" cy="4385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8561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764704"/>
            <a:ext cx="7772400" cy="1143000"/>
          </a:xfrm>
        </p:spPr>
        <p:txBody>
          <a:bodyPr/>
          <a:lstStyle/>
          <a:p>
            <a:r>
              <a:rPr lang="zh-CN" altLang="en-US" i="0" dirty="0"/>
              <a:t>一般情况</a:t>
            </a:r>
            <a:endParaRPr lang="en-CA" i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1812925"/>
                <a:ext cx="8352928" cy="4114800"/>
              </a:xfrm>
            </p:spPr>
            <p:txBody>
              <a:bodyPr/>
              <a:lstStyle/>
              <a:p>
                <a:r>
                  <a:rPr lang="zh-CN" altLang="en-US" dirty="0"/>
                  <a:t>我们最小化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/>
                        </a:rPr>
                        <m:t>𝐶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A" i="1">
                              <a:latin typeface="Cambria Math"/>
                            </a:rPr>
                            <m:t>𝑖</m:t>
                          </m:r>
                          <m:r>
                            <a:rPr lang="en-CA" i="1">
                              <a:latin typeface="Cambria Math"/>
                            </a:rPr>
                            <m:t>=</m:t>
                          </m:r>
                          <m:r>
                            <a:rPr lang="en-CA" i="1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CA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CA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CA" i="1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A" i="1">
                              <a:latin typeface="Cambria Math"/>
                            </a:rPr>
                            <m:t>𝑗</m:t>
                          </m:r>
                          <m:r>
                            <a:rPr lang="en-CA" i="1">
                              <a:latin typeface="Cambria Math"/>
                            </a:rPr>
                            <m:t>=</m:t>
                          </m:r>
                          <m:r>
                            <a:rPr lang="en-CA" i="1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CA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sSubSup>
                            <m:sSubSup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i="1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CA" i="1">
                                  <a:latin typeface="Cambria Math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CA" i="1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r>
                  <a:rPr lang="en-US" dirty="0"/>
                  <a:t>    </a:t>
                </a:r>
                <a:r>
                  <a:rPr lang="zh-CN" altLang="en-US" dirty="0"/>
                  <a:t>其中</a:t>
                </a:r>
                <a:r>
                  <a:rPr lang="en-US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C</a:t>
                </a:r>
                <a:r>
                  <a:rPr lang="zh-CN" altLang="en-US" dirty="0"/>
                  <a:t>是超参数</a:t>
                </a:r>
                <a:endParaRPr lang="en-US" dirty="0"/>
              </a:p>
              <a:p>
                <a:r>
                  <a:rPr lang="en-US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z</a:t>
                </a:r>
                <a:r>
                  <a:rPr lang="en-US" i="1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</a:t>
                </a:r>
                <a:r>
                  <a:rPr lang="zh-CN" altLang="en-US" dirty="0"/>
                  <a:t>表示误差（若观测值位于通道内，则误差为零）。</a:t>
                </a:r>
              </a:p>
              <a:p>
                <a:r>
                  <a:rPr lang="zh-CN" altLang="en-US" dirty="0">
                    <a:effectLst/>
                  </a:rPr>
                  <a:t>第一项是为了减少通道外观测值的误差</a:t>
                </a:r>
                <a:endParaRPr lang="en-US" altLang="zh-CN" dirty="0">
                  <a:effectLst/>
                </a:endParaRPr>
              </a:p>
              <a:p>
                <a:r>
                  <a:rPr lang="zh-CN" altLang="en-US" dirty="0">
                    <a:effectLst/>
                  </a:rPr>
                  <a:t>第二项提供一定的正则化，避免出现绝对值过大的正 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或负</a:t>
                </a:r>
                <a:r>
                  <a:rPr lang="en-US" i="1" dirty="0">
                    <a:latin typeface="+mj-lt"/>
                  </a:rPr>
                  <a:t>w</a:t>
                </a:r>
                <a:endParaRPr lang="en-CA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1812925"/>
                <a:ext cx="8352928" cy="4114800"/>
              </a:xfrm>
              <a:blipFill>
                <a:blip r:embed="rId2"/>
                <a:stretch>
                  <a:fillRect t="-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9381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2" y="930275"/>
            <a:ext cx="8430394" cy="1143000"/>
          </a:xfrm>
        </p:spPr>
        <p:txBody>
          <a:bodyPr/>
          <a:lstStyle/>
          <a:p>
            <a:r>
              <a:rPr lang="zh-CN" altLang="en-US" i="0" dirty="0"/>
              <a:t>根据居住面积预测房价时训练集的结果</a:t>
            </a:r>
            <a:r>
              <a:rPr lang="en-US" dirty="0"/>
              <a:t>e=50,000</a:t>
            </a:r>
            <a:r>
              <a:rPr lang="zh-CN" altLang="en-US" dirty="0"/>
              <a:t>、</a:t>
            </a:r>
            <a:r>
              <a:rPr lang="en-US" dirty="0"/>
              <a:t>C=0.01</a:t>
            </a:r>
            <a:endParaRPr lang="en-CA" dirty="0"/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492896"/>
            <a:ext cx="6552728" cy="36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7090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2" y="930275"/>
            <a:ext cx="8358386" cy="1143000"/>
          </a:xfrm>
        </p:spPr>
        <p:txBody>
          <a:bodyPr/>
          <a:lstStyle/>
          <a:p>
            <a:r>
              <a:rPr lang="zh-CN" altLang="en-US" i="0" dirty="0"/>
              <a:t>根据居住面积预测房价时训练集的结果</a:t>
            </a:r>
            <a:r>
              <a:rPr lang="en-US" dirty="0"/>
              <a:t>e=100,000</a:t>
            </a:r>
            <a:r>
              <a:rPr lang="zh-CN" altLang="en-US" dirty="0"/>
              <a:t>、</a:t>
            </a:r>
            <a:r>
              <a:rPr lang="en-US" dirty="0"/>
              <a:t>C=0.1</a:t>
            </a:r>
            <a:endParaRPr lang="en-CA" dirty="0"/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7862" y="2182752"/>
            <a:ext cx="6488513" cy="362251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6293429"/>
      </p:ext>
    </p:extLst>
  </p:cSld>
  <p:clrMapOvr>
    <a:masterClrMapping/>
  </p:clrMapOvr>
</p:sld>
</file>

<file path=ppt/theme/theme1.xml><?xml version="1.0" encoding="utf-8"?>
<a:theme xmlns:a="http://schemas.openxmlformats.org/drawingml/2006/main" name="Global">
  <a:themeElements>
    <a:clrScheme name="Global 2">
      <a:dk1>
        <a:srgbClr val="000000"/>
      </a:dk1>
      <a:lt1>
        <a:srgbClr val="FFFFFF"/>
      </a:lt1>
      <a:dk2>
        <a:srgbClr val="CC6600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 2</Template>
  <TotalTime>2371</TotalTime>
  <Words>1127</Words>
  <Application>Microsoft Office PowerPoint</Application>
  <PresentationFormat>全屏显示(4:3)</PresentationFormat>
  <Paragraphs>243</Paragraphs>
  <Slides>23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Arial</vt:lpstr>
      <vt:lpstr>Calibri</vt:lpstr>
      <vt:lpstr>Cambria</vt:lpstr>
      <vt:lpstr>Cambria Math</vt:lpstr>
      <vt:lpstr>Symbol</vt:lpstr>
      <vt:lpstr>Tahoma</vt:lpstr>
      <vt:lpstr>Times New Roman</vt:lpstr>
      <vt:lpstr>Global</vt:lpstr>
      <vt:lpstr>Equation</vt:lpstr>
      <vt:lpstr>商用机器学习   </vt:lpstr>
      <vt:lpstr>一个简单的例子（我们通过从信用评分中减去620来进行近似数据标准化）</vt:lpstr>
      <vt:lpstr>线性可分（圆圈表示违约贷款，方块表示良好贷款）</vt:lpstr>
      <vt:lpstr>支持向量机方法（SVM方法）</vt:lpstr>
      <vt:lpstr>示例中的最佳路径</vt:lpstr>
      <vt:lpstr>分离超平面</vt:lpstr>
      <vt:lpstr>正则化</vt:lpstr>
      <vt:lpstr>一般情况下路径宽度计算</vt:lpstr>
      <vt:lpstr>路径中心方程推导</vt:lpstr>
      <vt:lpstr>具体问题求解</vt:lpstr>
      <vt:lpstr>一般问题（硬间隔）</vt:lpstr>
      <vt:lpstr>关于软间隔的修改</vt:lpstr>
      <vt:lpstr>小规模信贷示例</vt:lpstr>
      <vt:lpstr>C=0.001时结果</vt:lpstr>
      <vt:lpstr>对示例数据进行支持向量机回归处理后的结果</vt:lpstr>
      <vt:lpstr>非线性分离</vt:lpstr>
      <vt:lpstr>非线性分类</vt:lpstr>
      <vt:lpstr>构造新特征</vt:lpstr>
      <vt:lpstr>SVM回归：使用支持向量机预测连续变量</vt:lpstr>
      <vt:lpstr>支持向量机回归路径：单一特征情形</vt:lpstr>
      <vt:lpstr>一般情况</vt:lpstr>
      <vt:lpstr>根据居住面积预测房价时训练集的结果e=50,000、C=0.01</vt:lpstr>
      <vt:lpstr>根据居住面积预测房价时训练集的结果e=100,000、C=0.1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Supervised Learning: SVMs</dc:title>
  <dc:subject>Machine Learning in Business</dc:subject>
  <dc:creator>hull</dc:creator>
  <cp:keywords>Chapter 5</cp:keywords>
  <dc:description>Copyright 2019 by John C. Hull. All Rights Reserved. Published 2019.</dc:description>
  <cp:lastModifiedBy>慧 赵</cp:lastModifiedBy>
  <cp:revision>95</cp:revision>
  <cp:lastPrinted>2021-11-29T18:51:25Z</cp:lastPrinted>
  <dcterms:created xsi:type="dcterms:W3CDTF">2019-07-16T22:03:37Z</dcterms:created>
  <dcterms:modified xsi:type="dcterms:W3CDTF">2026-04-29T02:21:10Z</dcterms:modified>
</cp:coreProperties>
</file>