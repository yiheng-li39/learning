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 id="2147483677" r:id="rId3"/>
  </p:sldMasterIdLst>
  <p:notesMasterIdLst>
    <p:notesMasterId r:id="rId40"/>
  </p:notesMasterIdLst>
  <p:handoutMasterIdLst>
    <p:handoutMasterId r:id="rId41"/>
  </p:handoutMasterIdLst>
  <p:sldIdLst>
    <p:sldId id="256" r:id="rId4"/>
    <p:sldId id="258" r:id="rId5"/>
    <p:sldId id="269" r:id="rId6"/>
    <p:sldId id="259" r:id="rId7"/>
    <p:sldId id="313" r:id="rId8"/>
    <p:sldId id="260" r:id="rId9"/>
    <p:sldId id="312" r:id="rId10"/>
    <p:sldId id="261" r:id="rId11"/>
    <p:sldId id="304" r:id="rId12"/>
    <p:sldId id="314" r:id="rId13"/>
    <p:sldId id="306" r:id="rId14"/>
    <p:sldId id="272" r:id="rId15"/>
    <p:sldId id="271" r:id="rId16"/>
    <p:sldId id="307" r:id="rId17"/>
    <p:sldId id="308" r:id="rId18"/>
    <p:sldId id="309" r:id="rId19"/>
    <p:sldId id="310" r:id="rId20"/>
    <p:sldId id="311" r:id="rId21"/>
    <p:sldId id="264" r:id="rId22"/>
    <p:sldId id="315" r:id="rId23"/>
    <p:sldId id="284" r:id="rId24"/>
    <p:sldId id="283" r:id="rId25"/>
    <p:sldId id="288" r:id="rId26"/>
    <p:sldId id="316" r:id="rId27"/>
    <p:sldId id="285" r:id="rId28"/>
    <p:sldId id="286" r:id="rId29"/>
    <p:sldId id="287" r:id="rId30"/>
    <p:sldId id="265" r:id="rId31"/>
    <p:sldId id="294" r:id="rId32"/>
    <p:sldId id="295" r:id="rId33"/>
    <p:sldId id="296" r:id="rId34"/>
    <p:sldId id="298" r:id="rId35"/>
    <p:sldId id="299" r:id="rId36"/>
    <p:sldId id="300" r:id="rId37"/>
    <p:sldId id="301" r:id="rId38"/>
    <p:sldId id="302"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B2104C-5F86-4C2E-96A7-6B09E1925E21}" v="4" dt="2025-03-29T20:47:08.2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215" y="3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microsoft.com/office/2016/11/relationships/changesInfo" Target="changesInfos/changesInfo1.xml"/><Relationship Id="rId20" Type="http://schemas.openxmlformats.org/officeDocument/2006/relationships/slide" Target="slides/slide17.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y Chen" userId="f978b6c0472ffe45" providerId="LiveId" clId="{84B2104C-5F86-4C2E-96A7-6B09E1925E21}"/>
    <pc:docChg chg="undo redo custSel modSld modMainMaster">
      <pc:chgData name="Jacky Chen" userId="f978b6c0472ffe45" providerId="LiveId" clId="{84B2104C-5F86-4C2E-96A7-6B09E1925E21}" dt="2025-03-29T20:48:26.241" v="76"/>
      <pc:docMkLst>
        <pc:docMk/>
      </pc:docMkLst>
      <pc:sldChg chg="modSp mod">
        <pc:chgData name="Jacky Chen" userId="f978b6c0472ffe45" providerId="LiveId" clId="{84B2104C-5F86-4C2E-96A7-6B09E1925E21}" dt="2025-03-29T20:45:16.317" v="11"/>
        <pc:sldMkLst>
          <pc:docMk/>
          <pc:sldMk cId="2609102905" sldId="256"/>
        </pc:sldMkLst>
        <pc:spChg chg="mod">
          <ac:chgData name="Jacky Chen" userId="f978b6c0472ffe45" providerId="LiveId" clId="{84B2104C-5F86-4C2E-96A7-6B09E1925E21}" dt="2025-03-29T20:45:13.726" v="10" actId="20577"/>
          <ac:spMkLst>
            <pc:docMk/>
            <pc:sldMk cId="2609102905" sldId="256"/>
            <ac:spMk id="2" creationId="{00000000-0000-0000-0000-000000000000}"/>
          </ac:spMkLst>
        </pc:spChg>
        <pc:spChg chg="mod">
          <ac:chgData name="Jacky Chen" userId="f978b6c0472ffe45" providerId="LiveId" clId="{84B2104C-5F86-4C2E-96A7-6B09E1925E21}" dt="2025-03-29T20:45:16.317" v="11"/>
          <ac:spMkLst>
            <pc:docMk/>
            <pc:sldMk cId="2609102905" sldId="256"/>
            <ac:spMk id="4" creationId="{00000000-0000-0000-0000-000000000000}"/>
          </ac:spMkLst>
        </pc:spChg>
      </pc:sldChg>
      <pc:sldChg chg="modSp mod">
        <pc:chgData name="Jacky Chen" userId="f978b6c0472ffe45" providerId="LiveId" clId="{84B2104C-5F86-4C2E-96A7-6B09E1925E21}" dt="2025-03-29T20:45:19.616" v="12"/>
        <pc:sldMkLst>
          <pc:docMk/>
          <pc:sldMk cId="2182583775" sldId="258"/>
        </pc:sldMkLst>
        <pc:spChg chg="mod">
          <ac:chgData name="Jacky Chen" userId="f978b6c0472ffe45" providerId="LiveId" clId="{84B2104C-5F86-4C2E-96A7-6B09E1925E21}" dt="2025-03-29T20:45:19.616" v="12"/>
          <ac:spMkLst>
            <pc:docMk/>
            <pc:sldMk cId="2182583775" sldId="258"/>
            <ac:spMk id="4" creationId="{00000000-0000-0000-0000-000000000000}"/>
          </ac:spMkLst>
        </pc:spChg>
      </pc:sldChg>
      <pc:sldChg chg="modSp mod">
        <pc:chgData name="Jacky Chen" userId="f978b6c0472ffe45" providerId="LiveId" clId="{84B2104C-5F86-4C2E-96A7-6B09E1925E21}" dt="2025-03-29T20:45:24.087" v="14"/>
        <pc:sldMkLst>
          <pc:docMk/>
          <pc:sldMk cId="3668417877" sldId="259"/>
        </pc:sldMkLst>
        <pc:spChg chg="mod">
          <ac:chgData name="Jacky Chen" userId="f978b6c0472ffe45" providerId="LiveId" clId="{84B2104C-5F86-4C2E-96A7-6B09E1925E21}" dt="2025-03-29T20:45:24.087" v="14"/>
          <ac:spMkLst>
            <pc:docMk/>
            <pc:sldMk cId="3668417877" sldId="259"/>
            <ac:spMk id="4" creationId="{00000000-0000-0000-0000-000000000000}"/>
          </ac:spMkLst>
        </pc:spChg>
      </pc:sldChg>
      <pc:sldChg chg="modSp mod">
        <pc:chgData name="Jacky Chen" userId="f978b6c0472ffe45" providerId="LiveId" clId="{84B2104C-5F86-4C2E-96A7-6B09E1925E21}" dt="2025-03-29T20:45:26.891" v="15"/>
        <pc:sldMkLst>
          <pc:docMk/>
          <pc:sldMk cId="3715662901" sldId="260"/>
        </pc:sldMkLst>
        <pc:spChg chg="mod">
          <ac:chgData name="Jacky Chen" userId="f978b6c0472ffe45" providerId="LiveId" clId="{84B2104C-5F86-4C2E-96A7-6B09E1925E21}" dt="2025-03-29T20:45:26.891" v="15"/>
          <ac:spMkLst>
            <pc:docMk/>
            <pc:sldMk cId="3715662901" sldId="260"/>
            <ac:spMk id="4" creationId="{00000000-0000-0000-0000-000000000000}"/>
          </ac:spMkLst>
        </pc:spChg>
      </pc:sldChg>
      <pc:sldChg chg="modSp mod">
        <pc:chgData name="Jacky Chen" userId="f978b6c0472ffe45" providerId="LiveId" clId="{84B2104C-5F86-4C2E-96A7-6B09E1925E21}" dt="2025-03-29T20:45:31.417" v="17"/>
        <pc:sldMkLst>
          <pc:docMk/>
          <pc:sldMk cId="1077862083" sldId="261"/>
        </pc:sldMkLst>
        <pc:spChg chg="mod">
          <ac:chgData name="Jacky Chen" userId="f978b6c0472ffe45" providerId="LiveId" clId="{84B2104C-5F86-4C2E-96A7-6B09E1925E21}" dt="2025-03-29T20:45:31.417" v="17"/>
          <ac:spMkLst>
            <pc:docMk/>
            <pc:sldMk cId="1077862083" sldId="261"/>
            <ac:spMk id="3" creationId="{00000000-0000-0000-0000-000000000000}"/>
          </ac:spMkLst>
        </pc:spChg>
      </pc:sldChg>
      <pc:sldChg chg="modSp mod">
        <pc:chgData name="Jacky Chen" userId="f978b6c0472ffe45" providerId="LiveId" clId="{84B2104C-5F86-4C2E-96A7-6B09E1925E21}" dt="2025-03-29T20:46:03.540" v="27"/>
        <pc:sldMkLst>
          <pc:docMk/>
          <pc:sldMk cId="866170483" sldId="264"/>
        </pc:sldMkLst>
        <pc:spChg chg="mod">
          <ac:chgData name="Jacky Chen" userId="f978b6c0472ffe45" providerId="LiveId" clId="{84B2104C-5F86-4C2E-96A7-6B09E1925E21}" dt="2025-03-29T20:46:03.540" v="27"/>
          <ac:spMkLst>
            <pc:docMk/>
            <pc:sldMk cId="866170483" sldId="264"/>
            <ac:spMk id="4" creationId="{00000000-0000-0000-0000-000000000000}"/>
          </ac:spMkLst>
        </pc:spChg>
      </pc:sldChg>
      <pc:sldChg chg="modSp mod">
        <pc:chgData name="Jacky Chen" userId="f978b6c0472ffe45" providerId="LiveId" clId="{84B2104C-5F86-4C2E-96A7-6B09E1925E21}" dt="2025-03-29T20:46:28.094" v="35"/>
        <pc:sldMkLst>
          <pc:docMk/>
          <pc:sldMk cId="3703978739" sldId="265"/>
        </pc:sldMkLst>
        <pc:spChg chg="mod">
          <ac:chgData name="Jacky Chen" userId="f978b6c0472ffe45" providerId="LiveId" clId="{84B2104C-5F86-4C2E-96A7-6B09E1925E21}" dt="2025-03-29T20:46:28.094" v="35"/>
          <ac:spMkLst>
            <pc:docMk/>
            <pc:sldMk cId="3703978739" sldId="265"/>
            <ac:spMk id="4" creationId="{00000000-0000-0000-0000-000000000000}"/>
          </ac:spMkLst>
        </pc:spChg>
      </pc:sldChg>
      <pc:sldChg chg="modSp mod">
        <pc:chgData name="Jacky Chen" userId="f978b6c0472ffe45" providerId="LiveId" clId="{84B2104C-5F86-4C2E-96A7-6B09E1925E21}" dt="2025-03-29T20:45:21.988" v="13"/>
        <pc:sldMkLst>
          <pc:docMk/>
          <pc:sldMk cId="335225551" sldId="269"/>
        </pc:sldMkLst>
        <pc:spChg chg="mod">
          <ac:chgData name="Jacky Chen" userId="f978b6c0472ffe45" providerId="LiveId" clId="{84B2104C-5F86-4C2E-96A7-6B09E1925E21}" dt="2025-03-29T20:45:21.988" v="13"/>
          <ac:spMkLst>
            <pc:docMk/>
            <pc:sldMk cId="335225551" sldId="269"/>
            <ac:spMk id="4" creationId="{00000000-0000-0000-0000-000000000000}"/>
          </ac:spMkLst>
        </pc:spChg>
      </pc:sldChg>
      <pc:sldChg chg="modSp mod">
        <pc:chgData name="Jacky Chen" userId="f978b6c0472ffe45" providerId="LiveId" clId="{84B2104C-5F86-4C2E-96A7-6B09E1925E21}" dt="2025-03-29T20:45:44.968" v="21"/>
        <pc:sldMkLst>
          <pc:docMk/>
          <pc:sldMk cId="519388025" sldId="271"/>
        </pc:sldMkLst>
        <pc:spChg chg="mod">
          <ac:chgData name="Jacky Chen" userId="f978b6c0472ffe45" providerId="LiveId" clId="{84B2104C-5F86-4C2E-96A7-6B09E1925E21}" dt="2025-03-29T20:45:44.968" v="21"/>
          <ac:spMkLst>
            <pc:docMk/>
            <pc:sldMk cId="519388025" sldId="271"/>
            <ac:spMk id="4" creationId="{00000000-0000-0000-0000-000000000000}"/>
          </ac:spMkLst>
        </pc:spChg>
      </pc:sldChg>
      <pc:sldChg chg="modSp mod">
        <pc:chgData name="Jacky Chen" userId="f978b6c0472ffe45" providerId="LiveId" clId="{84B2104C-5F86-4C2E-96A7-6B09E1925E21}" dt="2025-03-29T20:45:41.711" v="20"/>
        <pc:sldMkLst>
          <pc:docMk/>
          <pc:sldMk cId="1258956716" sldId="272"/>
        </pc:sldMkLst>
        <pc:spChg chg="mod">
          <ac:chgData name="Jacky Chen" userId="f978b6c0472ffe45" providerId="LiveId" clId="{84B2104C-5F86-4C2E-96A7-6B09E1925E21}" dt="2025-03-29T20:45:41.711" v="20"/>
          <ac:spMkLst>
            <pc:docMk/>
            <pc:sldMk cId="1258956716" sldId="272"/>
            <ac:spMk id="4" creationId="{00000000-0000-0000-0000-000000000000}"/>
          </ac:spMkLst>
        </pc:spChg>
      </pc:sldChg>
      <pc:sldChg chg="modSp mod">
        <pc:chgData name="Jacky Chen" userId="f978b6c0472ffe45" providerId="LiveId" clId="{84B2104C-5F86-4C2E-96A7-6B09E1925E21}" dt="2025-03-29T20:46:10.895" v="29"/>
        <pc:sldMkLst>
          <pc:docMk/>
          <pc:sldMk cId="2037011553" sldId="283"/>
        </pc:sldMkLst>
        <pc:spChg chg="mod">
          <ac:chgData name="Jacky Chen" userId="f978b6c0472ffe45" providerId="LiveId" clId="{84B2104C-5F86-4C2E-96A7-6B09E1925E21}" dt="2025-03-29T20:46:10.895" v="29"/>
          <ac:spMkLst>
            <pc:docMk/>
            <pc:sldMk cId="2037011553" sldId="283"/>
            <ac:spMk id="4" creationId="{00000000-0000-0000-0000-000000000000}"/>
          </ac:spMkLst>
        </pc:spChg>
      </pc:sldChg>
      <pc:sldChg chg="modSp mod">
        <pc:chgData name="Jacky Chen" userId="f978b6c0472ffe45" providerId="LiveId" clId="{84B2104C-5F86-4C2E-96A7-6B09E1925E21}" dt="2025-03-29T20:46:08.691" v="28"/>
        <pc:sldMkLst>
          <pc:docMk/>
          <pc:sldMk cId="3533799853" sldId="284"/>
        </pc:sldMkLst>
        <pc:spChg chg="mod">
          <ac:chgData name="Jacky Chen" userId="f978b6c0472ffe45" providerId="LiveId" clId="{84B2104C-5F86-4C2E-96A7-6B09E1925E21}" dt="2025-03-29T20:46:08.691" v="28"/>
          <ac:spMkLst>
            <pc:docMk/>
            <pc:sldMk cId="3533799853" sldId="284"/>
            <ac:spMk id="4" creationId="{00000000-0000-0000-0000-000000000000}"/>
          </ac:spMkLst>
        </pc:spChg>
      </pc:sldChg>
      <pc:sldChg chg="modSp mod">
        <pc:chgData name="Jacky Chen" userId="f978b6c0472ffe45" providerId="LiveId" clId="{84B2104C-5F86-4C2E-96A7-6B09E1925E21}" dt="2025-03-29T20:46:19.140" v="32" actId="1076"/>
        <pc:sldMkLst>
          <pc:docMk/>
          <pc:sldMk cId="186705994" sldId="285"/>
        </pc:sldMkLst>
        <pc:spChg chg="mod">
          <ac:chgData name="Jacky Chen" userId="f978b6c0472ffe45" providerId="LiveId" clId="{84B2104C-5F86-4C2E-96A7-6B09E1925E21}" dt="2025-03-29T20:46:16.736" v="31"/>
          <ac:spMkLst>
            <pc:docMk/>
            <pc:sldMk cId="186705994" sldId="285"/>
            <ac:spMk id="4" creationId="{00000000-0000-0000-0000-000000000000}"/>
          </ac:spMkLst>
        </pc:spChg>
        <pc:picChg chg="mod">
          <ac:chgData name="Jacky Chen" userId="f978b6c0472ffe45" providerId="LiveId" clId="{84B2104C-5F86-4C2E-96A7-6B09E1925E21}" dt="2025-03-29T20:46:19.140" v="32" actId="1076"/>
          <ac:picMkLst>
            <pc:docMk/>
            <pc:sldMk cId="186705994" sldId="285"/>
            <ac:picMk id="6" creationId="{0C6E9E6D-B7F1-4643-AB20-C570D6330729}"/>
          </ac:picMkLst>
        </pc:picChg>
      </pc:sldChg>
      <pc:sldChg chg="modSp mod">
        <pc:chgData name="Jacky Chen" userId="f978b6c0472ffe45" providerId="LiveId" clId="{84B2104C-5F86-4C2E-96A7-6B09E1925E21}" dt="2025-03-29T20:46:22.047" v="33"/>
        <pc:sldMkLst>
          <pc:docMk/>
          <pc:sldMk cId="1276584664" sldId="286"/>
        </pc:sldMkLst>
        <pc:spChg chg="mod">
          <ac:chgData name="Jacky Chen" userId="f978b6c0472ffe45" providerId="LiveId" clId="{84B2104C-5F86-4C2E-96A7-6B09E1925E21}" dt="2025-03-29T20:46:22.047" v="33"/>
          <ac:spMkLst>
            <pc:docMk/>
            <pc:sldMk cId="1276584664" sldId="286"/>
            <ac:spMk id="4" creationId="{00000000-0000-0000-0000-000000000000}"/>
          </ac:spMkLst>
        </pc:spChg>
      </pc:sldChg>
      <pc:sldChg chg="modSp mod">
        <pc:chgData name="Jacky Chen" userId="f978b6c0472ffe45" providerId="LiveId" clId="{84B2104C-5F86-4C2E-96A7-6B09E1925E21}" dt="2025-03-29T20:46:24.720" v="34"/>
        <pc:sldMkLst>
          <pc:docMk/>
          <pc:sldMk cId="417948656" sldId="287"/>
        </pc:sldMkLst>
        <pc:spChg chg="mod">
          <ac:chgData name="Jacky Chen" userId="f978b6c0472ffe45" providerId="LiveId" clId="{84B2104C-5F86-4C2E-96A7-6B09E1925E21}" dt="2025-03-29T20:46:24.720" v="34"/>
          <ac:spMkLst>
            <pc:docMk/>
            <pc:sldMk cId="417948656" sldId="287"/>
            <ac:spMk id="4" creationId="{00000000-0000-0000-0000-000000000000}"/>
          </ac:spMkLst>
        </pc:spChg>
      </pc:sldChg>
      <pc:sldChg chg="modSp mod">
        <pc:chgData name="Jacky Chen" userId="f978b6c0472ffe45" providerId="LiveId" clId="{84B2104C-5F86-4C2E-96A7-6B09E1925E21}" dt="2025-03-29T20:46:14.591" v="30"/>
        <pc:sldMkLst>
          <pc:docMk/>
          <pc:sldMk cId="2395991798" sldId="288"/>
        </pc:sldMkLst>
        <pc:spChg chg="mod">
          <ac:chgData name="Jacky Chen" userId="f978b6c0472ffe45" providerId="LiveId" clId="{84B2104C-5F86-4C2E-96A7-6B09E1925E21}" dt="2025-03-29T20:46:14.591" v="30"/>
          <ac:spMkLst>
            <pc:docMk/>
            <pc:sldMk cId="2395991798" sldId="288"/>
            <ac:spMk id="4" creationId="{00000000-0000-0000-0000-000000000000}"/>
          </ac:spMkLst>
        </pc:spChg>
      </pc:sldChg>
      <pc:sldChg chg="modSp mod">
        <pc:chgData name="Jacky Chen" userId="f978b6c0472ffe45" providerId="LiveId" clId="{84B2104C-5F86-4C2E-96A7-6B09E1925E21}" dt="2025-03-29T20:46:30.626" v="36"/>
        <pc:sldMkLst>
          <pc:docMk/>
          <pc:sldMk cId="1840551867" sldId="294"/>
        </pc:sldMkLst>
        <pc:spChg chg="mod">
          <ac:chgData name="Jacky Chen" userId="f978b6c0472ffe45" providerId="LiveId" clId="{84B2104C-5F86-4C2E-96A7-6B09E1925E21}" dt="2025-03-29T20:46:30.626" v="36"/>
          <ac:spMkLst>
            <pc:docMk/>
            <pc:sldMk cId="1840551867" sldId="294"/>
            <ac:spMk id="4" creationId="{00000000-0000-0000-0000-000000000000}"/>
          </ac:spMkLst>
        </pc:spChg>
      </pc:sldChg>
      <pc:sldChg chg="modSp mod">
        <pc:chgData name="Jacky Chen" userId="f978b6c0472ffe45" providerId="LiveId" clId="{84B2104C-5F86-4C2E-96A7-6B09E1925E21}" dt="2025-03-29T20:46:32.787" v="37"/>
        <pc:sldMkLst>
          <pc:docMk/>
          <pc:sldMk cId="2533443146" sldId="295"/>
        </pc:sldMkLst>
        <pc:spChg chg="mod">
          <ac:chgData name="Jacky Chen" userId="f978b6c0472ffe45" providerId="LiveId" clId="{84B2104C-5F86-4C2E-96A7-6B09E1925E21}" dt="2025-03-29T20:46:32.787" v="37"/>
          <ac:spMkLst>
            <pc:docMk/>
            <pc:sldMk cId="2533443146" sldId="295"/>
            <ac:spMk id="4" creationId="{00000000-0000-0000-0000-000000000000}"/>
          </ac:spMkLst>
        </pc:spChg>
      </pc:sldChg>
      <pc:sldChg chg="modSp mod">
        <pc:chgData name="Jacky Chen" userId="f978b6c0472ffe45" providerId="LiveId" clId="{84B2104C-5F86-4C2E-96A7-6B09E1925E21}" dt="2025-03-29T20:46:34.918" v="38"/>
        <pc:sldMkLst>
          <pc:docMk/>
          <pc:sldMk cId="3419151640" sldId="296"/>
        </pc:sldMkLst>
        <pc:spChg chg="mod">
          <ac:chgData name="Jacky Chen" userId="f978b6c0472ffe45" providerId="LiveId" clId="{84B2104C-5F86-4C2E-96A7-6B09E1925E21}" dt="2025-03-29T20:46:34.918" v="38"/>
          <ac:spMkLst>
            <pc:docMk/>
            <pc:sldMk cId="3419151640" sldId="296"/>
            <ac:spMk id="4" creationId="{00000000-0000-0000-0000-000000000000}"/>
          </ac:spMkLst>
        </pc:spChg>
      </pc:sldChg>
      <pc:sldChg chg="modSp mod">
        <pc:chgData name="Jacky Chen" userId="f978b6c0472ffe45" providerId="LiveId" clId="{84B2104C-5F86-4C2E-96A7-6B09E1925E21}" dt="2025-03-29T20:46:43.302" v="46" actId="20577"/>
        <pc:sldMkLst>
          <pc:docMk/>
          <pc:sldMk cId="4005273983" sldId="298"/>
        </pc:sldMkLst>
        <pc:spChg chg="mod">
          <ac:chgData name="Jacky Chen" userId="f978b6c0472ffe45" providerId="LiveId" clId="{84B2104C-5F86-4C2E-96A7-6B09E1925E21}" dt="2025-03-29T20:46:43.302" v="46" actId="20577"/>
          <ac:spMkLst>
            <pc:docMk/>
            <pc:sldMk cId="4005273983" sldId="298"/>
            <ac:spMk id="4" creationId="{00000000-0000-0000-0000-000000000000}"/>
          </ac:spMkLst>
        </pc:spChg>
      </pc:sldChg>
      <pc:sldChg chg="modSp mod">
        <pc:chgData name="Jacky Chen" userId="f978b6c0472ffe45" providerId="LiveId" clId="{84B2104C-5F86-4C2E-96A7-6B09E1925E21}" dt="2025-03-29T20:46:57.218" v="51"/>
        <pc:sldMkLst>
          <pc:docMk/>
          <pc:sldMk cId="440761177" sldId="299"/>
        </pc:sldMkLst>
        <pc:spChg chg="mod">
          <ac:chgData name="Jacky Chen" userId="f978b6c0472ffe45" providerId="LiveId" clId="{84B2104C-5F86-4C2E-96A7-6B09E1925E21}" dt="2025-03-29T20:46:57.218" v="51"/>
          <ac:spMkLst>
            <pc:docMk/>
            <pc:sldMk cId="440761177" sldId="299"/>
            <ac:spMk id="4" creationId="{00000000-0000-0000-0000-000000000000}"/>
          </ac:spMkLst>
        </pc:spChg>
      </pc:sldChg>
      <pc:sldChg chg="modSp mod">
        <pc:chgData name="Jacky Chen" userId="f978b6c0472ffe45" providerId="LiveId" clId="{84B2104C-5F86-4C2E-96A7-6B09E1925E21}" dt="2025-03-29T20:47:08.183" v="54" actId="14100"/>
        <pc:sldMkLst>
          <pc:docMk/>
          <pc:sldMk cId="371236485" sldId="300"/>
        </pc:sldMkLst>
        <pc:spChg chg="mod">
          <ac:chgData name="Jacky Chen" userId="f978b6c0472ffe45" providerId="LiveId" clId="{84B2104C-5F86-4C2E-96A7-6B09E1925E21}" dt="2025-03-29T20:47:05.262" v="53"/>
          <ac:spMkLst>
            <pc:docMk/>
            <pc:sldMk cId="371236485" sldId="300"/>
            <ac:spMk id="4" creationId="{00000000-0000-0000-0000-000000000000}"/>
          </ac:spMkLst>
        </pc:spChg>
        <pc:graphicFrameChg chg="mod">
          <ac:chgData name="Jacky Chen" userId="f978b6c0472ffe45" providerId="LiveId" clId="{84B2104C-5F86-4C2E-96A7-6B09E1925E21}" dt="2025-03-29T20:47:08.183" v="54" actId="14100"/>
          <ac:graphicFrameMkLst>
            <pc:docMk/>
            <pc:sldMk cId="371236485" sldId="300"/>
            <ac:graphicFrameMk id="8" creationId="{00000000-0000-0000-0000-000000000000}"/>
          </ac:graphicFrameMkLst>
        </pc:graphicFrameChg>
      </pc:sldChg>
      <pc:sldChg chg="modSp mod">
        <pc:chgData name="Jacky Chen" userId="f978b6c0472ffe45" providerId="LiveId" clId="{84B2104C-5F86-4C2E-96A7-6B09E1925E21}" dt="2025-03-29T20:47:14.523" v="55"/>
        <pc:sldMkLst>
          <pc:docMk/>
          <pc:sldMk cId="2298098401" sldId="301"/>
        </pc:sldMkLst>
        <pc:spChg chg="mod">
          <ac:chgData name="Jacky Chen" userId="f978b6c0472ffe45" providerId="LiveId" clId="{84B2104C-5F86-4C2E-96A7-6B09E1925E21}" dt="2025-03-29T20:47:14.523" v="55"/>
          <ac:spMkLst>
            <pc:docMk/>
            <pc:sldMk cId="2298098401" sldId="301"/>
            <ac:spMk id="4" creationId="{00000000-0000-0000-0000-000000000000}"/>
          </ac:spMkLst>
        </pc:spChg>
      </pc:sldChg>
      <pc:sldChg chg="modSp mod">
        <pc:chgData name="Jacky Chen" userId="f978b6c0472ffe45" providerId="LiveId" clId="{84B2104C-5F86-4C2E-96A7-6B09E1925E21}" dt="2025-03-29T20:47:17.639" v="56"/>
        <pc:sldMkLst>
          <pc:docMk/>
          <pc:sldMk cId="427685950" sldId="302"/>
        </pc:sldMkLst>
        <pc:spChg chg="mod">
          <ac:chgData name="Jacky Chen" userId="f978b6c0472ffe45" providerId="LiveId" clId="{84B2104C-5F86-4C2E-96A7-6B09E1925E21}" dt="2025-03-29T20:47:17.639" v="56"/>
          <ac:spMkLst>
            <pc:docMk/>
            <pc:sldMk cId="427685950" sldId="302"/>
            <ac:spMk id="4" creationId="{00000000-0000-0000-0000-000000000000}"/>
          </ac:spMkLst>
        </pc:spChg>
      </pc:sldChg>
      <pc:sldChg chg="modSp mod">
        <pc:chgData name="Jacky Chen" userId="f978b6c0472ffe45" providerId="LiveId" clId="{84B2104C-5F86-4C2E-96A7-6B09E1925E21}" dt="2025-03-29T20:45:33.724" v="18"/>
        <pc:sldMkLst>
          <pc:docMk/>
          <pc:sldMk cId="2553528029" sldId="304"/>
        </pc:sldMkLst>
        <pc:spChg chg="mod">
          <ac:chgData name="Jacky Chen" userId="f978b6c0472ffe45" providerId="LiveId" clId="{84B2104C-5F86-4C2E-96A7-6B09E1925E21}" dt="2025-03-29T20:45:33.724" v="18"/>
          <ac:spMkLst>
            <pc:docMk/>
            <pc:sldMk cId="2553528029" sldId="304"/>
            <ac:spMk id="4" creationId="{00000000-0000-0000-0000-000000000000}"/>
          </ac:spMkLst>
        </pc:spChg>
      </pc:sldChg>
      <pc:sldChg chg="modSp mod">
        <pc:chgData name="Jacky Chen" userId="f978b6c0472ffe45" providerId="LiveId" clId="{84B2104C-5F86-4C2E-96A7-6B09E1925E21}" dt="2025-03-29T20:45:39.142" v="19"/>
        <pc:sldMkLst>
          <pc:docMk/>
          <pc:sldMk cId="2650110771" sldId="306"/>
        </pc:sldMkLst>
        <pc:spChg chg="mod">
          <ac:chgData name="Jacky Chen" userId="f978b6c0472ffe45" providerId="LiveId" clId="{84B2104C-5F86-4C2E-96A7-6B09E1925E21}" dt="2025-03-29T20:45:39.142" v="19"/>
          <ac:spMkLst>
            <pc:docMk/>
            <pc:sldMk cId="2650110771" sldId="306"/>
            <ac:spMk id="4" creationId="{00000000-0000-0000-0000-000000000000}"/>
          </ac:spMkLst>
        </pc:spChg>
      </pc:sldChg>
      <pc:sldChg chg="modSp mod">
        <pc:chgData name="Jacky Chen" userId="f978b6c0472ffe45" providerId="LiveId" clId="{84B2104C-5F86-4C2E-96A7-6B09E1925E21}" dt="2025-03-29T20:45:50.026" v="22"/>
        <pc:sldMkLst>
          <pc:docMk/>
          <pc:sldMk cId="3133254394" sldId="307"/>
        </pc:sldMkLst>
        <pc:spChg chg="mod">
          <ac:chgData name="Jacky Chen" userId="f978b6c0472ffe45" providerId="LiveId" clId="{84B2104C-5F86-4C2E-96A7-6B09E1925E21}" dt="2025-03-29T20:45:50.026" v="22"/>
          <ac:spMkLst>
            <pc:docMk/>
            <pc:sldMk cId="3133254394" sldId="307"/>
            <ac:spMk id="4" creationId="{00000000-0000-0000-0000-000000000000}"/>
          </ac:spMkLst>
        </pc:spChg>
      </pc:sldChg>
      <pc:sldChg chg="modSp mod">
        <pc:chgData name="Jacky Chen" userId="f978b6c0472ffe45" providerId="LiveId" clId="{84B2104C-5F86-4C2E-96A7-6B09E1925E21}" dt="2025-03-29T20:45:52.514" v="23"/>
        <pc:sldMkLst>
          <pc:docMk/>
          <pc:sldMk cId="3434850952" sldId="308"/>
        </pc:sldMkLst>
        <pc:spChg chg="mod">
          <ac:chgData name="Jacky Chen" userId="f978b6c0472ffe45" providerId="LiveId" clId="{84B2104C-5F86-4C2E-96A7-6B09E1925E21}" dt="2025-03-29T20:45:52.514" v="23"/>
          <ac:spMkLst>
            <pc:docMk/>
            <pc:sldMk cId="3434850952" sldId="308"/>
            <ac:spMk id="2" creationId="{00000000-0000-0000-0000-000000000000}"/>
          </ac:spMkLst>
        </pc:spChg>
      </pc:sldChg>
      <pc:sldChg chg="modSp mod">
        <pc:chgData name="Jacky Chen" userId="f978b6c0472ffe45" providerId="LiveId" clId="{84B2104C-5F86-4C2E-96A7-6B09E1925E21}" dt="2025-03-29T20:45:56.449" v="24"/>
        <pc:sldMkLst>
          <pc:docMk/>
          <pc:sldMk cId="835761159" sldId="309"/>
        </pc:sldMkLst>
        <pc:spChg chg="mod">
          <ac:chgData name="Jacky Chen" userId="f978b6c0472ffe45" providerId="LiveId" clId="{84B2104C-5F86-4C2E-96A7-6B09E1925E21}" dt="2025-03-29T20:45:56.449" v="24"/>
          <ac:spMkLst>
            <pc:docMk/>
            <pc:sldMk cId="835761159" sldId="309"/>
            <ac:spMk id="4" creationId="{00000000-0000-0000-0000-000000000000}"/>
          </ac:spMkLst>
        </pc:spChg>
      </pc:sldChg>
      <pc:sldChg chg="modSp mod">
        <pc:chgData name="Jacky Chen" userId="f978b6c0472ffe45" providerId="LiveId" clId="{84B2104C-5F86-4C2E-96A7-6B09E1925E21}" dt="2025-03-29T20:45:58.860" v="25"/>
        <pc:sldMkLst>
          <pc:docMk/>
          <pc:sldMk cId="2056053498" sldId="310"/>
        </pc:sldMkLst>
        <pc:spChg chg="mod">
          <ac:chgData name="Jacky Chen" userId="f978b6c0472ffe45" providerId="LiveId" clId="{84B2104C-5F86-4C2E-96A7-6B09E1925E21}" dt="2025-03-29T20:45:58.860" v="25"/>
          <ac:spMkLst>
            <pc:docMk/>
            <pc:sldMk cId="2056053498" sldId="310"/>
            <ac:spMk id="4" creationId="{00000000-0000-0000-0000-000000000000}"/>
          </ac:spMkLst>
        </pc:spChg>
      </pc:sldChg>
      <pc:sldChg chg="modSp mod">
        <pc:chgData name="Jacky Chen" userId="f978b6c0472ffe45" providerId="LiveId" clId="{84B2104C-5F86-4C2E-96A7-6B09E1925E21}" dt="2025-03-29T20:46:01.435" v="26"/>
        <pc:sldMkLst>
          <pc:docMk/>
          <pc:sldMk cId="628950288" sldId="311"/>
        </pc:sldMkLst>
        <pc:spChg chg="mod">
          <ac:chgData name="Jacky Chen" userId="f978b6c0472ffe45" providerId="LiveId" clId="{84B2104C-5F86-4C2E-96A7-6B09E1925E21}" dt="2025-03-29T20:46:01.435" v="26"/>
          <ac:spMkLst>
            <pc:docMk/>
            <pc:sldMk cId="628950288" sldId="311"/>
            <ac:spMk id="4" creationId="{00000000-0000-0000-0000-000000000000}"/>
          </ac:spMkLst>
        </pc:spChg>
      </pc:sldChg>
      <pc:sldChg chg="modSp mod">
        <pc:chgData name="Jacky Chen" userId="f978b6c0472ffe45" providerId="LiveId" clId="{84B2104C-5F86-4C2E-96A7-6B09E1925E21}" dt="2025-03-29T20:45:29.363" v="16"/>
        <pc:sldMkLst>
          <pc:docMk/>
          <pc:sldMk cId="2874207874" sldId="312"/>
        </pc:sldMkLst>
        <pc:spChg chg="mod">
          <ac:chgData name="Jacky Chen" userId="f978b6c0472ffe45" providerId="LiveId" clId="{84B2104C-5F86-4C2E-96A7-6B09E1925E21}" dt="2025-03-29T20:45:29.363" v="16"/>
          <ac:spMkLst>
            <pc:docMk/>
            <pc:sldMk cId="2874207874" sldId="312"/>
            <ac:spMk id="2" creationId="{129032BC-5EDA-4888-AFA0-6713A37B7D21}"/>
          </ac:spMkLst>
        </pc:spChg>
      </pc:sldChg>
      <pc:sldMasterChg chg="modSp mod modSldLayout">
        <pc:chgData name="Jacky Chen" userId="f978b6c0472ffe45" providerId="LiveId" clId="{84B2104C-5F86-4C2E-96A7-6B09E1925E21}" dt="2025-03-29T20:48:12.598" v="71"/>
        <pc:sldMasterMkLst>
          <pc:docMk/>
          <pc:sldMasterMk cId="709381724" sldId="2147483660"/>
        </pc:sldMasterMkLst>
        <pc:spChg chg="mod">
          <ac:chgData name="Jacky Chen" userId="f978b6c0472ffe45" providerId="LiveId" clId="{84B2104C-5F86-4C2E-96A7-6B09E1925E21}" dt="2025-03-29T20:47:27.174" v="57"/>
          <ac:spMkLst>
            <pc:docMk/>
            <pc:sldMasterMk cId="709381724" sldId="2147483660"/>
            <ac:spMk id="4101" creationId="{00000000-0000-0000-0000-000000000000}"/>
          </ac:spMkLst>
        </pc:spChg>
        <pc:sldLayoutChg chg="modSp mod">
          <pc:chgData name="Jacky Chen" userId="f978b6c0472ffe45" providerId="LiveId" clId="{84B2104C-5F86-4C2E-96A7-6B09E1925E21}" dt="2025-03-29T20:47:29.562" v="58"/>
          <pc:sldLayoutMkLst>
            <pc:docMk/>
            <pc:sldMasterMk cId="709381724" sldId="2147483660"/>
            <pc:sldLayoutMk cId="3899206336" sldId="2147483661"/>
          </pc:sldLayoutMkLst>
          <pc:spChg chg="mod">
            <ac:chgData name="Jacky Chen" userId="f978b6c0472ffe45" providerId="LiveId" clId="{84B2104C-5F86-4C2E-96A7-6B09E1925E21}" dt="2025-03-29T20:47:29.562" v="58"/>
            <ac:spMkLst>
              <pc:docMk/>
              <pc:sldMasterMk cId="709381724" sldId="2147483660"/>
              <pc:sldLayoutMk cId="3899206336" sldId="2147483661"/>
              <ac:spMk id="95" creationId="{00000000-0000-0000-0000-000000000000}"/>
            </ac:spMkLst>
          </pc:spChg>
        </pc:sldLayoutChg>
        <pc:sldLayoutChg chg="modSp mod">
          <pc:chgData name="Jacky Chen" userId="f978b6c0472ffe45" providerId="LiveId" clId="{84B2104C-5F86-4C2E-96A7-6B09E1925E21}" dt="2025-03-29T20:47:32.148" v="59"/>
          <pc:sldLayoutMkLst>
            <pc:docMk/>
            <pc:sldMasterMk cId="709381724" sldId="2147483660"/>
            <pc:sldLayoutMk cId="3004633851" sldId="2147483662"/>
          </pc:sldLayoutMkLst>
          <pc:spChg chg="mod">
            <ac:chgData name="Jacky Chen" userId="f978b6c0472ffe45" providerId="LiveId" clId="{84B2104C-5F86-4C2E-96A7-6B09E1925E21}" dt="2025-03-29T20:47:32.148" v="59"/>
            <ac:spMkLst>
              <pc:docMk/>
              <pc:sldMasterMk cId="709381724" sldId="2147483660"/>
              <pc:sldLayoutMk cId="3004633851" sldId="2147483662"/>
              <ac:spMk id="5" creationId="{00000000-0000-0000-0000-000000000000}"/>
            </ac:spMkLst>
          </pc:spChg>
        </pc:sldLayoutChg>
        <pc:sldLayoutChg chg="modSp mod">
          <pc:chgData name="Jacky Chen" userId="f978b6c0472ffe45" providerId="LiveId" clId="{84B2104C-5F86-4C2E-96A7-6B09E1925E21}" dt="2025-03-29T20:47:35.629" v="60"/>
          <pc:sldLayoutMkLst>
            <pc:docMk/>
            <pc:sldMasterMk cId="709381724" sldId="2147483660"/>
            <pc:sldLayoutMk cId="3856398817" sldId="2147483663"/>
          </pc:sldLayoutMkLst>
          <pc:spChg chg="mod">
            <ac:chgData name="Jacky Chen" userId="f978b6c0472ffe45" providerId="LiveId" clId="{84B2104C-5F86-4C2E-96A7-6B09E1925E21}" dt="2025-03-29T20:47:35.629" v="60"/>
            <ac:spMkLst>
              <pc:docMk/>
              <pc:sldMasterMk cId="709381724" sldId="2147483660"/>
              <pc:sldLayoutMk cId="3856398817" sldId="2147483663"/>
              <ac:spMk id="5" creationId="{00000000-0000-0000-0000-000000000000}"/>
            </ac:spMkLst>
          </pc:spChg>
        </pc:sldLayoutChg>
        <pc:sldLayoutChg chg="modSp mod">
          <pc:chgData name="Jacky Chen" userId="f978b6c0472ffe45" providerId="LiveId" clId="{84B2104C-5F86-4C2E-96A7-6B09E1925E21}" dt="2025-03-29T20:47:40.143" v="61"/>
          <pc:sldLayoutMkLst>
            <pc:docMk/>
            <pc:sldMasterMk cId="709381724" sldId="2147483660"/>
            <pc:sldLayoutMk cId="2702590749" sldId="2147483664"/>
          </pc:sldLayoutMkLst>
          <pc:spChg chg="mod">
            <ac:chgData name="Jacky Chen" userId="f978b6c0472ffe45" providerId="LiveId" clId="{84B2104C-5F86-4C2E-96A7-6B09E1925E21}" dt="2025-03-29T20:47:40.143" v="61"/>
            <ac:spMkLst>
              <pc:docMk/>
              <pc:sldMasterMk cId="709381724" sldId="2147483660"/>
              <pc:sldLayoutMk cId="2702590749" sldId="2147483664"/>
              <ac:spMk id="6" creationId="{00000000-0000-0000-0000-000000000000}"/>
            </ac:spMkLst>
          </pc:spChg>
        </pc:sldLayoutChg>
        <pc:sldLayoutChg chg="modSp mod">
          <pc:chgData name="Jacky Chen" userId="f978b6c0472ffe45" providerId="LiveId" clId="{84B2104C-5F86-4C2E-96A7-6B09E1925E21}" dt="2025-03-29T20:47:43.239" v="62"/>
          <pc:sldLayoutMkLst>
            <pc:docMk/>
            <pc:sldMasterMk cId="709381724" sldId="2147483660"/>
            <pc:sldLayoutMk cId="76695219" sldId="2147483665"/>
          </pc:sldLayoutMkLst>
          <pc:spChg chg="mod">
            <ac:chgData name="Jacky Chen" userId="f978b6c0472ffe45" providerId="LiveId" clId="{84B2104C-5F86-4C2E-96A7-6B09E1925E21}" dt="2025-03-29T20:47:43.239" v="62"/>
            <ac:spMkLst>
              <pc:docMk/>
              <pc:sldMasterMk cId="709381724" sldId="2147483660"/>
              <pc:sldLayoutMk cId="76695219" sldId="2147483665"/>
              <ac:spMk id="8" creationId="{00000000-0000-0000-0000-000000000000}"/>
            </ac:spMkLst>
          </pc:spChg>
        </pc:sldLayoutChg>
        <pc:sldLayoutChg chg="modSp mod">
          <pc:chgData name="Jacky Chen" userId="f978b6c0472ffe45" providerId="LiveId" clId="{84B2104C-5F86-4C2E-96A7-6B09E1925E21}" dt="2025-03-29T20:47:45.491" v="63"/>
          <pc:sldLayoutMkLst>
            <pc:docMk/>
            <pc:sldMasterMk cId="709381724" sldId="2147483660"/>
            <pc:sldLayoutMk cId="1909410950" sldId="2147483666"/>
          </pc:sldLayoutMkLst>
          <pc:spChg chg="mod">
            <ac:chgData name="Jacky Chen" userId="f978b6c0472ffe45" providerId="LiveId" clId="{84B2104C-5F86-4C2E-96A7-6B09E1925E21}" dt="2025-03-29T20:47:45.491" v="63"/>
            <ac:spMkLst>
              <pc:docMk/>
              <pc:sldMasterMk cId="709381724" sldId="2147483660"/>
              <pc:sldLayoutMk cId="1909410950" sldId="2147483666"/>
              <ac:spMk id="4" creationId="{00000000-0000-0000-0000-000000000000}"/>
            </ac:spMkLst>
          </pc:spChg>
        </pc:sldLayoutChg>
        <pc:sldLayoutChg chg="modSp mod">
          <pc:chgData name="Jacky Chen" userId="f978b6c0472ffe45" providerId="LiveId" clId="{84B2104C-5F86-4C2E-96A7-6B09E1925E21}" dt="2025-03-29T20:47:47.769" v="64"/>
          <pc:sldLayoutMkLst>
            <pc:docMk/>
            <pc:sldMasterMk cId="709381724" sldId="2147483660"/>
            <pc:sldLayoutMk cId="401681852" sldId="2147483667"/>
          </pc:sldLayoutMkLst>
          <pc:spChg chg="mod">
            <ac:chgData name="Jacky Chen" userId="f978b6c0472ffe45" providerId="LiveId" clId="{84B2104C-5F86-4C2E-96A7-6B09E1925E21}" dt="2025-03-29T20:47:47.769" v="64"/>
            <ac:spMkLst>
              <pc:docMk/>
              <pc:sldMasterMk cId="709381724" sldId="2147483660"/>
              <pc:sldLayoutMk cId="401681852" sldId="2147483667"/>
              <ac:spMk id="3" creationId="{00000000-0000-0000-0000-000000000000}"/>
            </ac:spMkLst>
          </pc:spChg>
        </pc:sldLayoutChg>
        <pc:sldLayoutChg chg="modSp mod">
          <pc:chgData name="Jacky Chen" userId="f978b6c0472ffe45" providerId="LiveId" clId="{84B2104C-5F86-4C2E-96A7-6B09E1925E21}" dt="2025-03-29T20:47:50.623" v="65"/>
          <pc:sldLayoutMkLst>
            <pc:docMk/>
            <pc:sldMasterMk cId="709381724" sldId="2147483660"/>
            <pc:sldLayoutMk cId="4079828694" sldId="2147483668"/>
          </pc:sldLayoutMkLst>
          <pc:spChg chg="mod">
            <ac:chgData name="Jacky Chen" userId="f978b6c0472ffe45" providerId="LiveId" clId="{84B2104C-5F86-4C2E-96A7-6B09E1925E21}" dt="2025-03-29T20:47:50.623" v="65"/>
            <ac:spMkLst>
              <pc:docMk/>
              <pc:sldMasterMk cId="709381724" sldId="2147483660"/>
              <pc:sldLayoutMk cId="4079828694" sldId="2147483668"/>
              <ac:spMk id="6" creationId="{00000000-0000-0000-0000-000000000000}"/>
            </ac:spMkLst>
          </pc:spChg>
        </pc:sldLayoutChg>
        <pc:sldLayoutChg chg="modSp mod">
          <pc:chgData name="Jacky Chen" userId="f978b6c0472ffe45" providerId="LiveId" clId="{84B2104C-5F86-4C2E-96A7-6B09E1925E21}" dt="2025-03-29T20:47:52.930" v="66"/>
          <pc:sldLayoutMkLst>
            <pc:docMk/>
            <pc:sldMasterMk cId="709381724" sldId="2147483660"/>
            <pc:sldLayoutMk cId="3245219293" sldId="2147483669"/>
          </pc:sldLayoutMkLst>
          <pc:spChg chg="mod">
            <ac:chgData name="Jacky Chen" userId="f978b6c0472ffe45" providerId="LiveId" clId="{84B2104C-5F86-4C2E-96A7-6B09E1925E21}" dt="2025-03-29T20:47:52.930" v="66"/>
            <ac:spMkLst>
              <pc:docMk/>
              <pc:sldMasterMk cId="709381724" sldId="2147483660"/>
              <pc:sldLayoutMk cId="3245219293" sldId="2147483669"/>
              <ac:spMk id="6" creationId="{00000000-0000-0000-0000-000000000000}"/>
            </ac:spMkLst>
          </pc:spChg>
        </pc:sldLayoutChg>
        <pc:sldLayoutChg chg="modSp mod">
          <pc:chgData name="Jacky Chen" userId="f978b6c0472ffe45" providerId="LiveId" clId="{84B2104C-5F86-4C2E-96A7-6B09E1925E21}" dt="2025-03-29T20:47:55.376" v="67"/>
          <pc:sldLayoutMkLst>
            <pc:docMk/>
            <pc:sldMasterMk cId="709381724" sldId="2147483660"/>
            <pc:sldLayoutMk cId="3502955401" sldId="2147483670"/>
          </pc:sldLayoutMkLst>
          <pc:spChg chg="mod">
            <ac:chgData name="Jacky Chen" userId="f978b6c0472ffe45" providerId="LiveId" clId="{84B2104C-5F86-4C2E-96A7-6B09E1925E21}" dt="2025-03-29T20:47:55.376" v="67"/>
            <ac:spMkLst>
              <pc:docMk/>
              <pc:sldMasterMk cId="709381724" sldId="2147483660"/>
              <pc:sldLayoutMk cId="3502955401" sldId="2147483670"/>
              <ac:spMk id="5" creationId="{00000000-0000-0000-0000-000000000000}"/>
            </ac:spMkLst>
          </pc:spChg>
        </pc:sldLayoutChg>
        <pc:sldLayoutChg chg="modSp mod">
          <pc:chgData name="Jacky Chen" userId="f978b6c0472ffe45" providerId="LiveId" clId="{84B2104C-5F86-4C2E-96A7-6B09E1925E21}" dt="2025-03-29T20:47:58.852" v="68"/>
          <pc:sldLayoutMkLst>
            <pc:docMk/>
            <pc:sldMasterMk cId="709381724" sldId="2147483660"/>
            <pc:sldLayoutMk cId="3110756422" sldId="2147483671"/>
          </pc:sldLayoutMkLst>
          <pc:spChg chg="mod">
            <ac:chgData name="Jacky Chen" userId="f978b6c0472ffe45" providerId="LiveId" clId="{84B2104C-5F86-4C2E-96A7-6B09E1925E21}" dt="2025-03-29T20:47:58.852" v="68"/>
            <ac:spMkLst>
              <pc:docMk/>
              <pc:sldMasterMk cId="709381724" sldId="2147483660"/>
              <pc:sldLayoutMk cId="3110756422" sldId="2147483671"/>
              <ac:spMk id="5" creationId="{00000000-0000-0000-0000-000000000000}"/>
            </ac:spMkLst>
          </pc:spChg>
        </pc:sldLayoutChg>
        <pc:sldLayoutChg chg="modSp mod">
          <pc:chgData name="Jacky Chen" userId="f978b6c0472ffe45" providerId="LiveId" clId="{84B2104C-5F86-4C2E-96A7-6B09E1925E21}" dt="2025-03-29T20:48:01.862" v="69"/>
          <pc:sldLayoutMkLst>
            <pc:docMk/>
            <pc:sldMasterMk cId="709381724" sldId="2147483660"/>
            <pc:sldLayoutMk cId="125513657" sldId="2147483672"/>
          </pc:sldLayoutMkLst>
          <pc:spChg chg="mod">
            <ac:chgData name="Jacky Chen" userId="f978b6c0472ffe45" providerId="LiveId" clId="{84B2104C-5F86-4C2E-96A7-6B09E1925E21}" dt="2025-03-29T20:48:01.862" v="69"/>
            <ac:spMkLst>
              <pc:docMk/>
              <pc:sldMasterMk cId="709381724" sldId="2147483660"/>
              <pc:sldLayoutMk cId="125513657" sldId="2147483672"/>
              <ac:spMk id="6" creationId="{00000000-0000-0000-0000-000000000000}"/>
            </ac:spMkLst>
          </pc:spChg>
        </pc:sldLayoutChg>
        <pc:sldLayoutChg chg="modSp mod">
          <pc:chgData name="Jacky Chen" userId="f978b6c0472ffe45" providerId="LiveId" clId="{84B2104C-5F86-4C2E-96A7-6B09E1925E21}" dt="2025-03-29T20:48:05.145" v="70"/>
          <pc:sldLayoutMkLst>
            <pc:docMk/>
            <pc:sldMasterMk cId="709381724" sldId="2147483660"/>
            <pc:sldLayoutMk cId="3181141856" sldId="2147483673"/>
          </pc:sldLayoutMkLst>
          <pc:spChg chg="mod">
            <ac:chgData name="Jacky Chen" userId="f978b6c0472ffe45" providerId="LiveId" clId="{84B2104C-5F86-4C2E-96A7-6B09E1925E21}" dt="2025-03-29T20:48:05.145" v="70"/>
            <ac:spMkLst>
              <pc:docMk/>
              <pc:sldMasterMk cId="709381724" sldId="2147483660"/>
              <pc:sldLayoutMk cId="3181141856" sldId="2147483673"/>
              <ac:spMk id="7" creationId="{00000000-0000-0000-0000-000000000000}"/>
            </ac:spMkLst>
          </pc:spChg>
        </pc:sldLayoutChg>
        <pc:sldLayoutChg chg="modSp mod">
          <pc:chgData name="Jacky Chen" userId="f978b6c0472ffe45" providerId="LiveId" clId="{84B2104C-5F86-4C2E-96A7-6B09E1925E21}" dt="2025-03-29T20:48:12.598" v="71"/>
          <pc:sldLayoutMkLst>
            <pc:docMk/>
            <pc:sldMasterMk cId="709381724" sldId="2147483660"/>
            <pc:sldLayoutMk cId="2005514273" sldId="2147483674"/>
          </pc:sldLayoutMkLst>
          <pc:spChg chg="mod">
            <ac:chgData name="Jacky Chen" userId="f978b6c0472ffe45" providerId="LiveId" clId="{84B2104C-5F86-4C2E-96A7-6B09E1925E21}" dt="2025-03-29T20:48:12.598" v="71"/>
            <ac:spMkLst>
              <pc:docMk/>
              <pc:sldMasterMk cId="709381724" sldId="2147483660"/>
              <pc:sldLayoutMk cId="2005514273" sldId="2147483674"/>
              <ac:spMk id="5" creationId="{00000000-0000-0000-0000-000000000000}"/>
            </ac:spMkLst>
          </pc:spChg>
        </pc:sldLayoutChg>
      </pc:sldMasterChg>
      <pc:sldMasterChg chg="modSp mod modSldLayout">
        <pc:chgData name="Jacky Chen" userId="f978b6c0472ffe45" providerId="LiveId" clId="{84B2104C-5F86-4C2E-96A7-6B09E1925E21}" dt="2025-03-29T20:48:17.988" v="73"/>
        <pc:sldMasterMkLst>
          <pc:docMk/>
          <pc:sldMasterMk cId="709381724" sldId="2147483675"/>
        </pc:sldMasterMkLst>
        <pc:spChg chg="mod">
          <ac:chgData name="Jacky Chen" userId="f978b6c0472ffe45" providerId="LiveId" clId="{84B2104C-5F86-4C2E-96A7-6B09E1925E21}" dt="2025-03-29T20:48:15.394" v="72"/>
          <ac:spMkLst>
            <pc:docMk/>
            <pc:sldMasterMk cId="709381724" sldId="2147483675"/>
            <ac:spMk id="4101" creationId="{00000000-0000-0000-0000-000000000000}"/>
          </ac:spMkLst>
        </pc:spChg>
        <pc:sldLayoutChg chg="modSp mod">
          <pc:chgData name="Jacky Chen" userId="f978b6c0472ffe45" providerId="LiveId" clId="{84B2104C-5F86-4C2E-96A7-6B09E1925E21}" dt="2025-03-29T20:48:17.988" v="73"/>
          <pc:sldLayoutMkLst>
            <pc:docMk/>
            <pc:sldMasterMk cId="709381724" sldId="2147483675"/>
            <pc:sldLayoutMk cId="3004633851" sldId="2147483676"/>
          </pc:sldLayoutMkLst>
          <pc:spChg chg="mod">
            <ac:chgData name="Jacky Chen" userId="f978b6c0472ffe45" providerId="LiveId" clId="{84B2104C-5F86-4C2E-96A7-6B09E1925E21}" dt="2025-03-29T20:48:17.988" v="73"/>
            <ac:spMkLst>
              <pc:docMk/>
              <pc:sldMasterMk cId="709381724" sldId="2147483675"/>
              <pc:sldLayoutMk cId="3004633851" sldId="2147483676"/>
              <ac:spMk id="5" creationId="{00000000-0000-0000-0000-000000000000}"/>
            </ac:spMkLst>
          </pc:spChg>
        </pc:sldLayoutChg>
      </pc:sldMasterChg>
      <pc:sldMasterChg chg="modSp mod modSldLayout">
        <pc:chgData name="Jacky Chen" userId="f978b6c0472ffe45" providerId="LiveId" clId="{84B2104C-5F86-4C2E-96A7-6B09E1925E21}" dt="2025-03-29T20:48:26.241" v="76"/>
        <pc:sldMasterMkLst>
          <pc:docMk/>
          <pc:sldMasterMk cId="709381724" sldId="2147483677"/>
        </pc:sldMasterMkLst>
        <pc:spChg chg="mod">
          <ac:chgData name="Jacky Chen" userId="f978b6c0472ffe45" providerId="LiveId" clId="{84B2104C-5F86-4C2E-96A7-6B09E1925E21}" dt="2025-03-29T20:48:20.067" v="74"/>
          <ac:spMkLst>
            <pc:docMk/>
            <pc:sldMasterMk cId="709381724" sldId="2147483677"/>
            <ac:spMk id="4101" creationId="{00000000-0000-0000-0000-000000000000}"/>
          </ac:spMkLst>
        </pc:spChg>
        <pc:sldLayoutChg chg="modSp mod">
          <pc:chgData name="Jacky Chen" userId="f978b6c0472ffe45" providerId="LiveId" clId="{84B2104C-5F86-4C2E-96A7-6B09E1925E21}" dt="2025-03-29T20:48:26.241" v="76"/>
          <pc:sldLayoutMkLst>
            <pc:docMk/>
            <pc:sldMasterMk cId="709381724" sldId="2147483677"/>
            <pc:sldLayoutMk cId="3004633851" sldId="2147483678"/>
          </pc:sldLayoutMkLst>
          <pc:spChg chg="mod">
            <ac:chgData name="Jacky Chen" userId="f978b6c0472ffe45" providerId="LiveId" clId="{84B2104C-5F86-4C2E-96A7-6B09E1925E21}" dt="2025-03-29T20:48:26.241" v="76"/>
            <ac:spMkLst>
              <pc:docMk/>
              <pc:sldMasterMk cId="709381724" sldId="2147483677"/>
              <pc:sldLayoutMk cId="3004633851" sldId="2147483678"/>
              <ac:spMk id="5" creationId="{00000000-0000-0000-0000-000000000000}"/>
            </ac:spMkLst>
          </pc:spChg>
        </pc:sldLayoutChg>
        <pc:sldLayoutChg chg="modSp mod">
          <pc:chgData name="Jacky Chen" userId="f978b6c0472ffe45" providerId="LiveId" clId="{84B2104C-5F86-4C2E-96A7-6B09E1925E21}" dt="2025-03-29T20:48:24.107" v="75"/>
          <pc:sldLayoutMkLst>
            <pc:docMk/>
            <pc:sldMasterMk cId="709381724" sldId="2147483677"/>
            <pc:sldLayoutMk cId="1909410950" sldId="2147483679"/>
          </pc:sldLayoutMkLst>
          <pc:spChg chg="mod">
            <ac:chgData name="Jacky Chen" userId="f978b6c0472ffe45" providerId="LiveId" clId="{84B2104C-5F86-4C2E-96A7-6B09E1925E21}" dt="2025-03-29T20:48:24.107" v="75"/>
            <ac:spMkLst>
              <pc:docMk/>
              <pc:sldMasterMk cId="709381724" sldId="2147483677"/>
              <pc:sldLayoutMk cId="1909410950" sldId="2147483679"/>
              <ac:spMk id="4" creationId="{00000000-0000-0000-0000-000000000000}"/>
            </ac:spMkLst>
          </pc:spChg>
        </pc:sldLayoutChg>
      </pc:sldMasterChg>
    </pc:docChg>
  </pc:docChgLst>
  <pc:docChgLst>
    <pc:chgData name="John Hull" userId="b3f65f64fa01e6a6" providerId="LiveId" clId="{5C5CF9B5-4DA2-43E7-B1A1-EEEC5E388FEF}"/>
    <pc:docChg chg="undo custSel addSld delSld modSld sldOrd addMainMaster">
      <pc:chgData name="John Hull" userId="b3f65f64fa01e6a6" providerId="LiveId" clId="{5C5CF9B5-4DA2-43E7-B1A1-EEEC5E388FEF}" dt="2021-05-28T00:49:48.829" v="341" actId="2711"/>
      <pc:docMkLst>
        <pc:docMk/>
      </pc:docMkLst>
      <pc:sldChg chg="modSp mod">
        <pc:chgData name="John Hull" userId="b3f65f64fa01e6a6" providerId="LiveId" clId="{5C5CF9B5-4DA2-43E7-B1A1-EEEC5E388FEF}" dt="2021-05-28T00:09:51.778" v="183" actId="20577"/>
        <pc:sldMkLst>
          <pc:docMk/>
          <pc:sldMk cId="2609102905" sldId="256"/>
        </pc:sldMkLst>
      </pc:sldChg>
      <pc:sldChg chg="modSp">
        <pc:chgData name="John Hull" userId="b3f65f64fa01e6a6" providerId="LiveId" clId="{5C5CF9B5-4DA2-43E7-B1A1-EEEC5E388FEF}" dt="2021-05-27T23:13:38.436" v="28" actId="1036"/>
        <pc:sldMkLst>
          <pc:docMk/>
          <pc:sldMk cId="2182583775" sldId="258"/>
        </pc:sldMkLst>
      </pc:sldChg>
      <pc:sldChg chg="addSp delSp modSp mod ord">
        <pc:chgData name="John Hull" userId="b3f65f64fa01e6a6" providerId="LiveId" clId="{5C5CF9B5-4DA2-43E7-B1A1-EEEC5E388FEF}" dt="2021-05-27T23:21:09.728" v="58" actId="1036"/>
        <pc:sldMkLst>
          <pc:docMk/>
          <pc:sldMk cId="3668417877" sldId="259"/>
        </pc:sldMkLst>
      </pc:sldChg>
      <pc:sldChg chg="delSp modSp mod ord">
        <pc:chgData name="John Hull" userId="b3f65f64fa01e6a6" providerId="LiveId" clId="{5C5CF9B5-4DA2-43E7-B1A1-EEEC5E388FEF}" dt="2021-05-27T23:37:43.661" v="149" actId="20577"/>
        <pc:sldMkLst>
          <pc:docMk/>
          <pc:sldMk cId="3715662901" sldId="260"/>
        </pc:sldMkLst>
      </pc:sldChg>
      <pc:sldChg chg="modSp mod ord">
        <pc:chgData name="John Hull" userId="b3f65f64fa01e6a6" providerId="LiveId" clId="{5C5CF9B5-4DA2-43E7-B1A1-EEEC5E388FEF}" dt="2021-05-27T23:37:14.048" v="147" actId="20577"/>
        <pc:sldMkLst>
          <pc:docMk/>
          <pc:sldMk cId="1077862083" sldId="261"/>
        </pc:sldMkLst>
      </pc:sldChg>
      <pc:sldChg chg="del">
        <pc:chgData name="John Hull" userId="b3f65f64fa01e6a6" providerId="LiveId" clId="{5C5CF9B5-4DA2-43E7-B1A1-EEEC5E388FEF}" dt="2021-05-27T22:35:08.971" v="22" actId="47"/>
        <pc:sldMkLst>
          <pc:docMk/>
          <pc:sldMk cId="1898120614" sldId="262"/>
        </pc:sldMkLst>
      </pc:sldChg>
      <pc:sldChg chg="del">
        <pc:chgData name="John Hull" userId="b3f65f64fa01e6a6" providerId="LiveId" clId="{5C5CF9B5-4DA2-43E7-B1A1-EEEC5E388FEF}" dt="2021-05-27T22:30:56.029" v="9" actId="47"/>
        <pc:sldMkLst>
          <pc:docMk/>
          <pc:sldMk cId="3687102351" sldId="270"/>
        </pc:sldMkLst>
      </pc:sldChg>
      <pc:sldChg chg="del">
        <pc:chgData name="John Hull" userId="b3f65f64fa01e6a6" providerId="LiveId" clId="{5C5CF9B5-4DA2-43E7-B1A1-EEEC5E388FEF}" dt="2021-05-27T22:35:41.077" v="23" actId="47"/>
        <pc:sldMkLst>
          <pc:docMk/>
          <pc:sldMk cId="3101149471" sldId="273"/>
        </pc:sldMkLst>
      </pc:sldChg>
      <pc:sldChg chg="del">
        <pc:chgData name="John Hull" userId="b3f65f64fa01e6a6" providerId="LiveId" clId="{5C5CF9B5-4DA2-43E7-B1A1-EEEC5E388FEF}" dt="2021-05-27T22:35:44.143" v="24" actId="47"/>
        <pc:sldMkLst>
          <pc:docMk/>
          <pc:sldMk cId="3717905581" sldId="274"/>
        </pc:sldMkLst>
      </pc:sldChg>
      <pc:sldChg chg="del">
        <pc:chgData name="John Hull" userId="b3f65f64fa01e6a6" providerId="LiveId" clId="{5C5CF9B5-4DA2-43E7-B1A1-EEEC5E388FEF}" dt="2021-05-27T22:35:44.780" v="25" actId="47"/>
        <pc:sldMkLst>
          <pc:docMk/>
          <pc:sldMk cId="2193847790" sldId="275"/>
        </pc:sldMkLst>
      </pc:sldChg>
      <pc:sldChg chg="del">
        <pc:chgData name="John Hull" userId="b3f65f64fa01e6a6" providerId="LiveId" clId="{5C5CF9B5-4DA2-43E7-B1A1-EEEC5E388FEF}" dt="2021-05-27T22:35:45.259" v="26" actId="47"/>
        <pc:sldMkLst>
          <pc:docMk/>
          <pc:sldMk cId="3155046264" sldId="276"/>
        </pc:sldMkLst>
      </pc:sldChg>
      <pc:sldChg chg="modSp mod">
        <pc:chgData name="John Hull" userId="b3f65f64fa01e6a6" providerId="LiveId" clId="{5C5CF9B5-4DA2-43E7-B1A1-EEEC5E388FEF}" dt="2021-05-27T23:43:37.020" v="172" actId="20577"/>
        <pc:sldMkLst>
          <pc:docMk/>
          <pc:sldMk cId="1276584664" sldId="286"/>
        </pc:sldMkLst>
      </pc:sldChg>
      <pc:sldChg chg="new del">
        <pc:chgData name="John Hull" userId="b3f65f64fa01e6a6" providerId="LiveId" clId="{5C5CF9B5-4DA2-43E7-B1A1-EEEC5E388FEF}" dt="2021-05-27T22:36:41.861" v="27" actId="47"/>
        <pc:sldMkLst>
          <pc:docMk/>
          <pc:sldMk cId="2647052331" sldId="303"/>
        </pc:sldMkLst>
      </pc:sldChg>
      <pc:sldChg chg="modSp add mod">
        <pc:chgData name="John Hull" userId="b3f65f64fa01e6a6" providerId="LiveId" clId="{5C5CF9B5-4DA2-43E7-B1A1-EEEC5E388FEF}" dt="2021-05-28T00:49:48.829" v="341" actId="2711"/>
        <pc:sldMkLst>
          <pc:docMk/>
          <pc:sldMk cId="2553528029" sldId="304"/>
        </pc:sldMkLst>
      </pc:sldChg>
      <pc:sldChg chg="add del">
        <pc:chgData name="John Hull" userId="b3f65f64fa01e6a6" providerId="LiveId" clId="{5C5CF9B5-4DA2-43E7-B1A1-EEEC5E388FEF}" dt="2021-05-27T22:31:18.931" v="10" actId="47"/>
        <pc:sldMkLst>
          <pc:docMk/>
          <pc:sldMk cId="80779883" sldId="305"/>
        </pc:sldMkLst>
      </pc:sldChg>
      <pc:sldChg chg="add">
        <pc:chgData name="John Hull" userId="b3f65f64fa01e6a6" providerId="LiveId" clId="{5C5CF9B5-4DA2-43E7-B1A1-EEEC5E388FEF}" dt="2021-05-27T22:30:19.317" v="7"/>
        <pc:sldMkLst>
          <pc:docMk/>
          <pc:sldMk cId="2650110771" sldId="306"/>
        </pc:sldMkLst>
      </pc:sldChg>
      <pc:sldChg chg="add">
        <pc:chgData name="John Hull" userId="b3f65f64fa01e6a6" providerId="LiveId" clId="{5C5CF9B5-4DA2-43E7-B1A1-EEEC5E388FEF}" dt="2021-05-27T22:34:09.233" v="13"/>
        <pc:sldMkLst>
          <pc:docMk/>
          <pc:sldMk cId="3133254394" sldId="307"/>
        </pc:sldMkLst>
      </pc:sldChg>
      <pc:sldChg chg="add">
        <pc:chgData name="John Hull" userId="b3f65f64fa01e6a6" providerId="LiveId" clId="{5C5CF9B5-4DA2-43E7-B1A1-EEEC5E388FEF}" dt="2021-05-27T22:34:10.368" v="15"/>
        <pc:sldMkLst>
          <pc:docMk/>
          <pc:sldMk cId="3434850952" sldId="308"/>
        </pc:sldMkLst>
      </pc:sldChg>
      <pc:sldChg chg="add">
        <pc:chgData name="John Hull" userId="b3f65f64fa01e6a6" providerId="LiveId" clId="{5C5CF9B5-4DA2-43E7-B1A1-EEEC5E388FEF}" dt="2021-05-27T22:34:17.159" v="17"/>
        <pc:sldMkLst>
          <pc:docMk/>
          <pc:sldMk cId="835761159" sldId="309"/>
        </pc:sldMkLst>
      </pc:sldChg>
      <pc:sldChg chg="add">
        <pc:chgData name="John Hull" userId="b3f65f64fa01e6a6" providerId="LiveId" clId="{5C5CF9B5-4DA2-43E7-B1A1-EEEC5E388FEF}" dt="2021-05-27T22:34:20.119" v="19"/>
        <pc:sldMkLst>
          <pc:docMk/>
          <pc:sldMk cId="2056053498" sldId="310"/>
        </pc:sldMkLst>
      </pc:sldChg>
      <pc:sldChg chg="add">
        <pc:chgData name="John Hull" userId="b3f65f64fa01e6a6" providerId="LiveId" clId="{5C5CF9B5-4DA2-43E7-B1A1-EEEC5E388FEF}" dt="2021-05-27T22:34:22.861" v="21"/>
        <pc:sldMkLst>
          <pc:docMk/>
          <pc:sldMk cId="628950288" sldId="311"/>
        </pc:sldMkLst>
      </pc:sldChg>
      <pc:sldChg chg="addSp delSp modSp new mod modClrScheme chgLayout">
        <pc:chgData name="John Hull" userId="b3f65f64fa01e6a6" providerId="LiveId" clId="{5C5CF9B5-4DA2-43E7-B1A1-EEEC5E388FEF}" dt="2021-05-27T23:32:31.297" v="142" actId="20577"/>
        <pc:sldMkLst>
          <pc:docMk/>
          <pc:sldMk cId="2874207874" sldId="312"/>
        </pc:sldMkLst>
      </pc:sldChg>
      <pc:sldMasterChg chg="add addSldLayout">
        <pc:chgData name="John Hull" userId="b3f65f64fa01e6a6" providerId="LiveId" clId="{5C5CF9B5-4DA2-43E7-B1A1-EEEC5E388FEF}" dt="2021-05-27T22:34:10.368" v="14" actId="27028"/>
        <pc:sldMasterMkLst>
          <pc:docMk/>
          <pc:sldMasterMk cId="709381724" sldId="2147483677"/>
        </pc:sldMasterMkLst>
        <pc:sldLayoutChg chg="add">
          <pc:chgData name="John Hull" userId="b3f65f64fa01e6a6" providerId="LiveId" clId="{5C5CF9B5-4DA2-43E7-B1A1-EEEC5E388FEF}" dt="2021-05-27T22:29:47.152" v="2" actId="27028"/>
          <pc:sldLayoutMkLst>
            <pc:docMk/>
            <pc:sldMasterMk cId="709381724" sldId="2147483677"/>
            <pc:sldLayoutMk cId="3004633851" sldId="2147483678"/>
          </pc:sldLayoutMkLst>
        </pc:sldLayoutChg>
        <pc:sldLayoutChg chg="add">
          <pc:chgData name="John Hull" userId="b3f65f64fa01e6a6" providerId="LiveId" clId="{5C5CF9B5-4DA2-43E7-B1A1-EEEC5E388FEF}" dt="2021-05-27T22:34:10.368" v="14" actId="27028"/>
          <pc:sldLayoutMkLst>
            <pc:docMk/>
            <pc:sldMasterMk cId="709381724" sldId="2147483677"/>
            <pc:sldLayoutMk cId="1909410950" sldId="2147483679"/>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hull\Documents\Misc\MLBook\Chapter%206\Figure6-5.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357810282063E-3"/>
          <c:y val="0"/>
          <c:w val="0.93888888888888888"/>
          <c:h val="0.89814814814814814"/>
        </c:manualLayout>
      </c:layout>
      <c:scatterChart>
        <c:scatterStyle val="smoothMarker"/>
        <c:varyColors val="0"/>
        <c:ser>
          <c:idx val="0"/>
          <c:order val="0"/>
          <c:spPr>
            <a:ln w="12700" cap="rnd">
              <a:solidFill>
                <a:schemeClr val="tx1"/>
              </a:solidFill>
              <a:round/>
            </a:ln>
            <a:effectLst/>
          </c:spPr>
          <c:marker>
            <c:symbol val="none"/>
          </c:marker>
          <c:xVal>
            <c:numRef>
              <c:f>Sheet1!$F$7:$F$16</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Sheet1!$G$7:$G$16</c:f>
              <c:numCache>
                <c:formatCode>General</c:formatCode>
                <c:ptCount val="10"/>
                <c:pt idx="0">
                  <c:v>10</c:v>
                </c:pt>
                <c:pt idx="1">
                  <c:v>8</c:v>
                </c:pt>
                <c:pt idx="2">
                  <c:v>7.3</c:v>
                </c:pt>
                <c:pt idx="3">
                  <c:v>6.5</c:v>
                </c:pt>
                <c:pt idx="4">
                  <c:v>7.25</c:v>
                </c:pt>
                <c:pt idx="5">
                  <c:v>7.25</c:v>
                </c:pt>
                <c:pt idx="6">
                  <c:v>6.5</c:v>
                </c:pt>
                <c:pt idx="7">
                  <c:v>5.5</c:v>
                </c:pt>
                <c:pt idx="8">
                  <c:v>7</c:v>
                </c:pt>
                <c:pt idx="9">
                  <c:v>9</c:v>
                </c:pt>
              </c:numCache>
            </c:numRef>
          </c:yVal>
          <c:smooth val="1"/>
          <c:extLst>
            <c:ext xmlns:c16="http://schemas.microsoft.com/office/drawing/2014/chart" uri="{C3380CC4-5D6E-409C-BE32-E72D297353CC}">
              <c16:uniqueId val="{00000000-F253-4AD5-87DE-6E1D261603DD}"/>
            </c:ext>
          </c:extLst>
        </c:ser>
        <c:dLbls>
          <c:showLegendKey val="0"/>
          <c:showVal val="0"/>
          <c:showCatName val="0"/>
          <c:showSerName val="0"/>
          <c:showPercent val="0"/>
          <c:showBubbleSize val="0"/>
        </c:dLbls>
        <c:axId val="1182919855"/>
        <c:axId val="1182924015"/>
      </c:scatterChart>
      <c:valAx>
        <c:axId val="1182919855"/>
        <c:scaling>
          <c:orientation val="minMax"/>
        </c:scaling>
        <c:delete val="0"/>
        <c:axPos val="b"/>
        <c:numFmt formatCode="General" sourceLinked="1"/>
        <c:majorTickMark val="none"/>
        <c:minorTickMark val="none"/>
        <c:tickLblPos val="none"/>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2924015"/>
        <c:crosses val="autoZero"/>
        <c:crossBetween val="midCat"/>
      </c:valAx>
      <c:valAx>
        <c:axId val="1182924015"/>
        <c:scaling>
          <c:orientation val="minMax"/>
          <c:max val="14"/>
        </c:scaling>
        <c:delete val="0"/>
        <c:axPos val="l"/>
        <c:numFmt formatCode="General" sourceLinked="1"/>
        <c:majorTickMark val="none"/>
        <c:minorTickMark val="none"/>
        <c:tickLblPos val="none"/>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2919855"/>
        <c:crosses val="autoZero"/>
        <c:crossBetween val="midCat"/>
      </c:valAx>
      <c:spPr>
        <a:noFill/>
        <a:ln>
          <a:noFill/>
        </a:ln>
        <a:effectLst/>
      </c:spPr>
    </c:plotArea>
    <c:plotVisOnly val="1"/>
    <c:dispBlanksAs val="gap"/>
    <c:showDLblsOverMax val="0"/>
  </c:chart>
  <c:spPr>
    <a:solidFill>
      <a:schemeClr val="bg1"/>
    </a:solidFill>
    <a:ln w="12700" cap="flat" cmpd="sng" algn="ctr">
      <a:no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0.03548</cdr:x>
      <cdr:y>0</cdr:y>
    </cdr:from>
    <cdr:to>
      <cdr:x>0.17314</cdr:x>
      <cdr:y>0.1039</cdr:y>
    </cdr:to>
    <cdr:sp macro="" textlink="">
      <cdr:nvSpPr>
        <cdr:cNvPr id="2" name="TextBox 1"/>
        <cdr:cNvSpPr txBox="1"/>
      </cdr:nvSpPr>
      <cdr:spPr>
        <a:xfrm xmlns:a="http://schemas.openxmlformats.org/drawingml/2006/main">
          <a:off x="212726" y="0"/>
          <a:ext cx="825390" cy="35163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800" b="1" dirty="0" err="1">
              <a:latin typeface="Cambria" panose="02040503050406030204" pitchFamily="18" charset="0"/>
              <a:ea typeface="Cambria" panose="02040503050406030204" pitchFamily="18" charset="0"/>
            </a:rPr>
            <a:t>mse</a:t>
          </a:r>
          <a:endParaRPr lang="en-CA" sz="1800" b="1" dirty="0">
            <a:latin typeface="Cambria" panose="02040503050406030204" pitchFamily="18" charset="0"/>
            <a:ea typeface="Cambria" panose="02040503050406030204" pitchFamily="18" charset="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740BA7-0C94-42A9-A40D-CE0B49A532BE}" type="datetimeFigureOut">
              <a:rPr lang="en-CA" smtClean="0"/>
              <a:t>2026-06-09</a:t>
            </a:fld>
            <a:endParaRPr lang="en-CA"/>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A8E3C4-0F96-46A3-86E1-8EDC9D4BF058}" type="slidenum">
              <a:rPr lang="en-CA" smtClean="0"/>
              <a:t>‹#›</a:t>
            </a:fld>
            <a:endParaRPr lang="en-CA"/>
          </a:p>
        </p:txBody>
      </p:sp>
    </p:spTree>
    <p:extLst>
      <p:ext uri="{BB962C8B-B14F-4D97-AF65-F5344CB8AC3E}">
        <p14:creationId xmlns:p14="http://schemas.microsoft.com/office/powerpoint/2010/main" val="1208982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9BE6C6-E13E-4AA6-B3DE-1B7348933221}" type="datetimeFigureOut">
              <a:rPr lang="en-CA" smtClean="0"/>
              <a:t>2026-06-09</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E2A24-94B3-4CFC-9703-EECBE5CCBD91}" type="slidenum">
              <a:rPr lang="en-CA" smtClean="0"/>
              <a:t>‹#›</a:t>
            </a:fld>
            <a:endParaRPr lang="en-CA"/>
          </a:p>
        </p:txBody>
      </p:sp>
    </p:spTree>
    <p:extLst>
      <p:ext uri="{BB962C8B-B14F-4D97-AF65-F5344CB8AC3E}">
        <p14:creationId xmlns:p14="http://schemas.microsoft.com/office/powerpoint/2010/main" val="26499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51E2A24-94B3-4CFC-9703-EECBE5CCBD91}" type="slidenum">
              <a:rPr lang="en-CA" smtClean="0"/>
              <a:t>4</a:t>
            </a:fld>
            <a:endParaRPr lang="en-CA"/>
          </a:p>
        </p:txBody>
      </p:sp>
    </p:spTree>
    <p:extLst>
      <p:ext uri="{BB962C8B-B14F-4D97-AF65-F5344CB8AC3E}">
        <p14:creationId xmlns:p14="http://schemas.microsoft.com/office/powerpoint/2010/main" val="2234293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a:t>
            </a:r>
          </a:p>
        </p:txBody>
      </p:sp>
      <p:sp>
        <p:nvSpPr>
          <p:cNvPr id="4" name="Slide Number Placeholder 3"/>
          <p:cNvSpPr>
            <a:spLocks noGrp="1"/>
          </p:cNvSpPr>
          <p:nvPr>
            <p:ph type="sldNum" sz="quarter" idx="5"/>
          </p:nvPr>
        </p:nvSpPr>
        <p:spPr/>
        <p:txBody>
          <a:bodyPr/>
          <a:lstStyle/>
          <a:p>
            <a:fld id="{551E2A24-94B3-4CFC-9703-EECBE5CCBD91}" type="slidenum">
              <a:rPr lang="en-CA" smtClean="0"/>
              <a:t>9</a:t>
            </a:fld>
            <a:endParaRPr lang="en-CA"/>
          </a:p>
        </p:txBody>
      </p:sp>
    </p:spTree>
    <p:extLst>
      <p:ext uri="{BB962C8B-B14F-4D97-AF65-F5344CB8AC3E}">
        <p14:creationId xmlns:p14="http://schemas.microsoft.com/office/powerpoint/2010/main" val="100663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F4F8B-5869-8569-9E3F-89ED48011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E6F2D-192F-B804-10CD-E9E9F572F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ECC98-13D1-30F0-883B-780AC432B7E1}"/>
              </a:ext>
            </a:extLst>
          </p:cNvPr>
          <p:cNvSpPr>
            <a:spLocks noGrp="1"/>
          </p:cNvSpPr>
          <p:nvPr>
            <p:ph type="body" idx="1"/>
          </p:nvPr>
        </p:nvSpPr>
        <p:spPr/>
        <p:txBody>
          <a:bodyPr/>
          <a:lstStyle/>
          <a:p>
            <a:r>
              <a:rPr lang="en-CA" dirty="0"/>
              <a:t>Y=</a:t>
            </a:r>
          </a:p>
        </p:txBody>
      </p:sp>
      <p:sp>
        <p:nvSpPr>
          <p:cNvPr id="4" name="Slide Number Placeholder 3">
            <a:extLst>
              <a:ext uri="{FF2B5EF4-FFF2-40B4-BE49-F238E27FC236}">
                <a16:creationId xmlns:a16="http://schemas.microsoft.com/office/drawing/2014/main" id="{EFFF4E64-BD7E-8CA0-21A6-AAFED47500B8}"/>
              </a:ext>
            </a:extLst>
          </p:cNvPr>
          <p:cNvSpPr>
            <a:spLocks noGrp="1"/>
          </p:cNvSpPr>
          <p:nvPr>
            <p:ph type="sldNum" sz="quarter" idx="5"/>
          </p:nvPr>
        </p:nvSpPr>
        <p:spPr/>
        <p:txBody>
          <a:bodyPr/>
          <a:lstStyle/>
          <a:p>
            <a:fld id="{551E2A24-94B3-4CFC-9703-EECBE5CCBD91}" type="slidenum">
              <a:rPr lang="en-CA" smtClean="0"/>
              <a:t>10</a:t>
            </a:fld>
            <a:endParaRPr lang="en-CA"/>
          </a:p>
        </p:txBody>
      </p:sp>
    </p:spTree>
    <p:extLst>
      <p:ext uri="{BB962C8B-B14F-4D97-AF65-F5344CB8AC3E}">
        <p14:creationId xmlns:p14="http://schemas.microsoft.com/office/powerpoint/2010/main" val="1485190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51E2A24-94B3-4CFC-9703-EECBE5CCBD91}" type="slidenum">
              <a:rPr lang="en-CA" smtClean="0"/>
              <a:t>34</a:t>
            </a:fld>
            <a:endParaRPr lang="en-CA"/>
          </a:p>
        </p:txBody>
      </p:sp>
    </p:spTree>
    <p:extLst>
      <p:ext uri="{BB962C8B-B14F-4D97-AF65-F5344CB8AC3E}">
        <p14:creationId xmlns:p14="http://schemas.microsoft.com/office/powerpoint/2010/main" val="3101892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51E2A24-94B3-4CFC-9703-EECBE5CCBD91}" type="slidenum">
              <a:rPr lang="en-CA" smtClean="0"/>
              <a:t>35</a:t>
            </a:fld>
            <a:endParaRPr lang="en-CA"/>
          </a:p>
        </p:txBody>
      </p:sp>
    </p:spTree>
    <p:extLst>
      <p:ext uri="{BB962C8B-B14F-4D97-AF65-F5344CB8AC3E}">
        <p14:creationId xmlns:p14="http://schemas.microsoft.com/office/powerpoint/2010/main" val="24862196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2F5250E6-EE53-4E4F-9540-E6B937FD0796}" type="datetime1">
              <a:rPr lang="en-CA" smtClean="0"/>
              <a:t>2026-06-09</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4009107F-CAFC-4ED8-B0CC-892FA1468B26}" type="datetime1">
              <a:rPr lang="en-CA" smtClean="0"/>
              <a:t>2026-06-09</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BFC3478B-272E-4929-84A7-3AFC361E94A9}" type="datetime1">
              <a:rPr lang="en-CA" smtClean="0"/>
              <a:t>2026-06-09</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55564F23-8149-499F-85FE-B8A4BBB17B1E}" type="datetime1">
              <a:rPr lang="en-CA" smtClean="0"/>
              <a:t>2026-06-09</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A2A74F36-0A01-4E96-BAD3-51D2ADC828EB}" type="datetime1">
              <a:rPr lang="en-CA" smtClean="0"/>
              <a:t>2026-06-09</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9"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411B7529-17D4-4837-B7F0-77A886EADFEF}" type="datetime1">
              <a:rPr lang="en-CA" smtClean="0"/>
              <a:t>2026-06-09</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3DC0C3BE-4720-419C-BE74-5E57C53352CB}" type="datetime1">
              <a:rPr lang="en-CA" smtClean="0"/>
              <a:t>2026-06-09</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4"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F9FFACB4-92CF-40D1-92B8-FEDF49E236D4}" type="datetime1">
              <a:rPr lang="en-CA" smtClean="0"/>
              <a:t>2026-06-09</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735D26CD-5B37-4C9B-A390-2C8B17B8872B}" type="datetime1">
              <a:rPr lang="en-CA" smtClean="0"/>
              <a:t>2026-06-09</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622DB551-8208-4481-B3C5-AA9671833C43}" type="datetime1">
              <a:rPr lang="en-CA" smtClean="0"/>
              <a:t>2026-06-09</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89C3B72-740F-4AE3-85D5-F14CF36AD94E}" type="datetime1">
              <a:rPr lang="en-CA" smtClean="0"/>
              <a:t>2026-06-09</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E40435C3-2BC1-4457-AA16-E3579C0F68D3}" type="datetime1">
              <a:rPr lang="en-CA" smtClean="0"/>
              <a:t>2026-06-09</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4E8721AA-0C45-465E-BDF4-BA66AEC417D6}" type="datetime1">
              <a:rPr lang="en-CA" smtClean="0"/>
              <a:t>2026-06-09</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8"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D0900AA-DADF-4A97-BF51-300103683E69}" type="datetime1">
              <a:rPr lang="en-CA" smtClean="0"/>
              <a:t>2026-06-09</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979D778-5668-409F-BE61-8F31D5437AFC}"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29B0F05A-26DF-4C28-8F3B-77BD8EEE0469}" type="datetime1">
              <a:rPr lang="en-CA" smtClean="0"/>
              <a:t>2026-06-09</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8883A5AF-F61B-4467-A02A-28B1A1C1C395}" type="datetime1">
              <a:rPr lang="en-CA" smtClean="0"/>
              <a:t>2026-06-09</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3138F3BD-0A8B-4772-9D13-F6B8FB43C6C2}" type="datetime1">
              <a:rPr lang="en-CA" smtClean="0"/>
              <a:t>2026-06-09</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02E5204D-DB52-425F-A989-682BFD41FFE4}" type="datetime1">
              <a:rPr lang="en-CA" smtClean="0"/>
              <a:t>2026-06-09</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2D693972-D76E-45F1-89FD-CB1FC3444A0D}" type="datetime1">
              <a:rPr lang="en-CA" smtClean="0"/>
              <a:t>2026-06-09</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76" r:id="rId1"/>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4"/>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5"/>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98908BBE-0463-4F59-B0EF-EE37B4D400A9}" type="datetime1">
              <a:rPr lang="en-CA" smtClean="0"/>
              <a:t>2026-06-09</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79" r:id="rId1"/>
    <p:sldLayoutId id="2147483678" r:id="rId2"/>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5"/>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6"/>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9.emf"/><Relationship Id="rId5" Type="http://schemas.openxmlformats.org/officeDocument/2006/relationships/package" Target="../embeddings/Microsoft_Word_Document.docx"/><Relationship Id="rId4" Type="http://schemas.openxmlformats.org/officeDocument/2006/relationships/image" Target="../media/image18.emf"/></Relationships>
</file>

<file path=ppt/slides/_rels/slide3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35696" y="4149080"/>
            <a:ext cx="4896544" cy="1295400"/>
          </a:xfrm>
        </p:spPr>
        <p:txBody>
          <a:bodyPr>
            <a:noAutofit/>
          </a:bodyPr>
          <a:lstStyle/>
          <a:p>
            <a:r>
              <a:rPr lang="zh-CN" altLang="en-US" sz="3200" dirty="0"/>
              <a:t>监督学习：神经网络</a:t>
            </a:r>
            <a:endParaRPr lang="en-US" sz="3200" dirty="0"/>
          </a:p>
        </p:txBody>
      </p:sp>
      <p:sp>
        <p:nvSpPr>
          <p:cNvPr id="5" name="Slide Number Placeholder 4"/>
          <p:cNvSpPr>
            <a:spLocks noGrp="1"/>
          </p:cNvSpPr>
          <p:nvPr>
            <p:ph type="sldNum" sz="quarter" idx="12"/>
          </p:nvPr>
        </p:nvSpPr>
        <p:spPr/>
        <p:txBody>
          <a:bodyPr/>
          <a:lstStyle/>
          <a:p>
            <a:fld id="{F979D778-5668-409F-BE61-8F31D5437AFC}" type="slidenum">
              <a:rPr lang="en-CA" smtClean="0"/>
              <a:t>1</a:t>
            </a:fld>
            <a:endParaRPr lang="en-CA"/>
          </a:p>
        </p:txBody>
      </p:sp>
      <p:sp>
        <p:nvSpPr>
          <p:cNvPr id="6" name="Title 1">
            <a:extLst>
              <a:ext uri="{FF2B5EF4-FFF2-40B4-BE49-F238E27FC236}">
                <a16:creationId xmlns:a16="http://schemas.microsoft.com/office/drawing/2014/main" id="{FB017A9C-D792-5A22-A3CE-7DE45739E4A8}"/>
              </a:ext>
            </a:extLst>
          </p:cNvPr>
          <p:cNvSpPr>
            <a:spLocks noGrp="1"/>
          </p:cNvSpPr>
          <p:nvPr>
            <p:ph type="ctrTitle"/>
          </p:nvPr>
        </p:nvSpPr>
        <p:spPr>
          <a:xfrm>
            <a:off x="1828800" y="1858888"/>
            <a:ext cx="5983560" cy="2362200"/>
          </a:xfrm>
        </p:spPr>
        <p:txBody>
          <a:bodyPr/>
          <a:lstStyle/>
          <a:p>
            <a:r>
              <a:rPr lang="zh-CN" altLang="en-US" sz="3600" i="0" dirty="0"/>
              <a:t>商用机器学习</a:t>
            </a:r>
            <a:br>
              <a:rPr lang="en-US" dirty="0"/>
            </a:br>
            <a:r>
              <a:rPr lang="en-US" dirty="0"/>
              <a:t>  </a:t>
            </a:r>
            <a:endParaRPr lang="en-CA" dirty="0"/>
          </a:p>
        </p:txBody>
      </p:sp>
    </p:spTree>
    <p:extLst>
      <p:ext uri="{BB962C8B-B14F-4D97-AF65-F5344CB8AC3E}">
        <p14:creationId xmlns:p14="http://schemas.microsoft.com/office/powerpoint/2010/main" val="260910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简单的人工神经网络</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t>2</a:t>
            </a:fld>
            <a:endParaRPr lang="en-CA"/>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3106035"/>
            <a:ext cx="7772400" cy="2806024"/>
          </a:xfrm>
          <a:prstGeom prst="rect">
            <a:avLst/>
          </a:prstGeom>
          <a:noFill/>
          <a:ln>
            <a:noFill/>
          </a:ln>
        </p:spPr>
      </p:pic>
      <p:sp>
        <p:nvSpPr>
          <p:cNvPr id="3" name="文本框 2">
            <a:extLst>
              <a:ext uri="{FF2B5EF4-FFF2-40B4-BE49-F238E27FC236}">
                <a16:creationId xmlns:a16="http://schemas.microsoft.com/office/drawing/2014/main" id="{F8A48843-CE0C-B130-AE8B-424B1EB9F53F}"/>
              </a:ext>
            </a:extLst>
          </p:cNvPr>
          <p:cNvSpPr txBox="1"/>
          <p:nvPr/>
        </p:nvSpPr>
        <p:spPr>
          <a:xfrm>
            <a:off x="395536" y="1916832"/>
            <a:ext cx="8208912" cy="830997"/>
          </a:xfrm>
          <a:prstGeom prst="rect">
            <a:avLst/>
          </a:prstGeom>
          <a:noFill/>
        </p:spPr>
        <p:txBody>
          <a:bodyPr wrap="square" rtlCol="0">
            <a:spAutoFit/>
          </a:bodyPr>
          <a:lstStyle/>
          <a:p>
            <a:r>
              <a:rPr lang="zh-CN" altLang="en-US" sz="2400" dirty="0"/>
              <a:t>人工神经网络是一类功能强大的机器学习算法，通过一个由函数组成的网络来学习目标变量与特征之间的关系。</a:t>
            </a:r>
          </a:p>
        </p:txBody>
      </p:sp>
    </p:spTree>
    <p:extLst>
      <p:ext uri="{BB962C8B-B14F-4D97-AF65-F5344CB8AC3E}">
        <p14:creationId xmlns:p14="http://schemas.microsoft.com/office/powerpoint/2010/main" val="2182583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29816"/>
            <a:ext cx="7772400" cy="1143000"/>
          </a:xfrm>
        </p:spPr>
        <p:txBody>
          <a:bodyPr/>
          <a:lstStyle/>
          <a:p>
            <a:r>
              <a:rPr lang="zh-CN" altLang="en-US" i="0" dirty="0"/>
              <a:t>激活函数</a:t>
            </a:r>
            <a:endParaRPr lang="en-CA" i="0" dirty="0"/>
          </a:p>
        </p:txBody>
      </p:sp>
      <p:sp>
        <p:nvSpPr>
          <p:cNvPr id="3" name="Content Placeholder 2"/>
          <p:cNvSpPr>
            <a:spLocks noGrp="1"/>
          </p:cNvSpPr>
          <p:nvPr>
            <p:ph idx="1"/>
          </p:nvPr>
        </p:nvSpPr>
        <p:spPr>
          <a:xfrm>
            <a:off x="467544" y="1556792"/>
            <a:ext cx="7772400" cy="4114800"/>
          </a:xfrm>
        </p:spPr>
        <p:txBody>
          <a:bodyPr/>
          <a:lstStyle/>
          <a:p>
            <a:r>
              <a:rPr lang="en-US" sz="2800" i="1" dirty="0">
                <a:latin typeface="+mj-lt"/>
              </a:rPr>
              <a:t>H</a:t>
            </a:r>
            <a:r>
              <a:rPr lang="zh-CN" altLang="en-US" sz="2800" dirty="0"/>
              <a:t>与特征没有直接关联</a:t>
            </a:r>
            <a:endParaRPr lang="en-US" altLang="zh-CN" sz="2800" dirty="0"/>
          </a:p>
          <a:p>
            <a:endParaRPr lang="en-US" altLang="zh-CN" sz="2800" dirty="0"/>
          </a:p>
          <a:p>
            <a:r>
              <a:rPr lang="zh-CN" altLang="en-US" sz="2800" dirty="0"/>
              <a:t>存在一个带有神经元的隐藏层</a:t>
            </a:r>
            <a:endParaRPr lang="en-US" altLang="zh-CN" sz="2800" dirty="0"/>
          </a:p>
          <a:p>
            <a:endParaRPr lang="en-US" altLang="zh-CN" sz="2800" i="1" dirty="0">
              <a:latin typeface="+mj-lt"/>
            </a:endParaRPr>
          </a:p>
          <a:p>
            <a:r>
              <a:rPr lang="en-US" altLang="zh-CN" sz="2800" i="1" dirty="0">
                <a:latin typeface="+mj-lt"/>
              </a:rPr>
              <a:t>H</a:t>
            </a:r>
            <a:r>
              <a:rPr lang="en-US" altLang="zh-CN" sz="2800" dirty="0"/>
              <a:t> </a:t>
            </a:r>
            <a:r>
              <a:rPr lang="zh-CN" altLang="en-US" sz="2800" dirty="0"/>
              <a:t>与</a:t>
            </a:r>
            <a:r>
              <a:rPr lang="en-US" altLang="zh-CN" sz="2800" i="1" dirty="0" err="1">
                <a:latin typeface="Cambria" panose="02040503050406030204" pitchFamily="18" charset="0"/>
              </a:rPr>
              <a:t>V</a:t>
            </a:r>
            <a:r>
              <a:rPr lang="en-US" altLang="zh-CN" sz="2800" i="1" baseline="-25000" dirty="0" err="1">
                <a:latin typeface="Cambria" panose="02040503050406030204" pitchFamily="18" charset="0"/>
              </a:rPr>
              <a:t>k</a:t>
            </a:r>
            <a:r>
              <a:rPr lang="zh-CN" altLang="en-US" sz="2800" dirty="0"/>
              <a:t>有关</a:t>
            </a:r>
            <a:endParaRPr lang="en-US" altLang="zh-CN" sz="2800" dirty="0"/>
          </a:p>
          <a:p>
            <a:endParaRPr lang="en-US" altLang="zh-CN" sz="2800" i="1" dirty="0">
              <a:latin typeface="Cambria" panose="02040503050406030204" pitchFamily="18" charset="0"/>
            </a:endParaRPr>
          </a:p>
          <a:p>
            <a:r>
              <a:rPr lang="en-US" altLang="zh-CN" sz="2800" i="1" dirty="0" err="1">
                <a:latin typeface="Cambria" panose="02040503050406030204" pitchFamily="18" charset="0"/>
              </a:rPr>
              <a:t>V</a:t>
            </a:r>
            <a:r>
              <a:rPr lang="en-US" altLang="zh-CN" sz="2800" i="1" baseline="-25000" dirty="0" err="1">
                <a:latin typeface="Cambria" panose="02040503050406030204" pitchFamily="18" charset="0"/>
              </a:rPr>
              <a:t>k</a:t>
            </a:r>
            <a:r>
              <a:rPr lang="zh-CN" altLang="en-US" sz="2800" dirty="0"/>
              <a:t>与特征相关</a:t>
            </a:r>
            <a:endParaRPr lang="en-US" altLang="zh-CN" sz="2800" dirty="0"/>
          </a:p>
          <a:p>
            <a:endParaRPr lang="en-US" altLang="zh-CN" sz="2800" dirty="0"/>
          </a:p>
          <a:p>
            <a:r>
              <a:rPr lang="zh-CN" altLang="en-US" sz="2800" dirty="0"/>
              <a:t>激活函数定义了这些关系</a:t>
            </a:r>
            <a:endParaRPr lang="en-US" sz="2800" dirty="0"/>
          </a:p>
          <a:p>
            <a:pPr marL="0" indent="0">
              <a:buNone/>
            </a:pP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3</a:t>
            </a:fld>
            <a:endParaRPr lang="en-CA"/>
          </a:p>
        </p:txBody>
      </p:sp>
    </p:spTree>
    <p:extLst>
      <p:ext uri="{BB962C8B-B14F-4D97-AF65-F5344CB8AC3E}">
        <p14:creationId xmlns:p14="http://schemas.microsoft.com/office/powerpoint/2010/main" val="335225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激活函数</a:t>
            </a:r>
            <a:endParaRPr lang="en-CA" i="0" dirty="0"/>
          </a:p>
        </p:txBody>
      </p:sp>
      <p:sp>
        <p:nvSpPr>
          <p:cNvPr id="3" name="Content Placeholder 2"/>
          <p:cNvSpPr>
            <a:spLocks noGrp="1"/>
          </p:cNvSpPr>
          <p:nvPr>
            <p:ph idx="1"/>
          </p:nvPr>
        </p:nvSpPr>
        <p:spPr/>
        <p:txBody>
          <a:bodyPr/>
          <a:lstStyle/>
          <a:p>
            <a:pPr marL="0" indent="0">
              <a:buNone/>
            </a:pPr>
            <a:endParaRPr lang="en-CA" dirty="0"/>
          </a:p>
          <a:p>
            <a:pPr marL="0" indent="0">
              <a:buNone/>
            </a:pP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4</a:t>
            </a:fld>
            <a:endParaRPr lang="en-CA"/>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69A4338-5FDC-7EAA-BAC2-06C14E2A4560}"/>
                  </a:ext>
                </a:extLst>
              </p:cNvPr>
              <p:cNvSpPr txBox="1"/>
              <p:nvPr/>
            </p:nvSpPr>
            <p:spPr>
              <a:xfrm>
                <a:off x="467544" y="1996463"/>
                <a:ext cx="8208912" cy="1846659"/>
              </a:xfrm>
              <a:prstGeom prst="rect">
                <a:avLst/>
              </a:prstGeom>
              <a:noFill/>
            </p:spPr>
            <p:txBody>
              <a:bodyPr wrap="square">
                <a:spAutoFit/>
              </a:bodyPr>
              <a:lstStyle/>
              <a:p>
                <a:pPr algn="ctr"/>
                <a14:m>
                  <m:oMath xmlns:m="http://schemas.openxmlformats.org/officeDocument/2006/math">
                    <m:sSub>
                      <m:sSubPr>
                        <m:ctrlPr>
                          <a:rPr lang="en-US" altLang="zh-CN" sz="2400" i="1" smtClean="0">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𝑉</m:t>
                        </m:r>
                      </m:e>
                      <m:sub>
                        <m:r>
                          <a:rPr lang="en-US" altLang="zh-CN" sz="2400" i="1">
                            <a:solidFill>
                              <a:srgbClr val="000000"/>
                            </a:solidFill>
                            <a:latin typeface="Cambria Math" panose="02040503050406030204" pitchFamily="18" charset="0"/>
                          </a:rPr>
                          <m:t>𝑘</m:t>
                        </m:r>
                      </m:sub>
                    </m:sSub>
                    <m:r>
                      <a:rPr lang="en-US" altLang="zh-CN" sz="2400" b="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𝑓</m:t>
                    </m:r>
                    <m:r>
                      <a:rPr lang="en-US" altLang="zh-CN" sz="2400" b="0" i="1" smtClean="0">
                        <a:solidFill>
                          <a:srgbClr val="000000"/>
                        </a:solidFill>
                        <a:latin typeface="Cambria Math" panose="02040503050406030204" pitchFamily="18" charset="0"/>
                      </a:rPr>
                      <m:t>(</m:t>
                    </m:r>
                    <m:sSub>
                      <m:sSubPr>
                        <m:ctrlPr>
                          <a:rPr lang="en-US" altLang="zh-CN" sz="2400" b="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𝑎</m:t>
                        </m:r>
                      </m:e>
                      <m:sub>
                        <m:r>
                          <a:rPr lang="en-US" altLang="zh-CN" sz="2400" b="0" i="1" smtClean="0">
                            <a:solidFill>
                              <a:srgbClr val="000000"/>
                            </a:solidFill>
                            <a:latin typeface="Cambria Math" panose="02040503050406030204" pitchFamily="18" charset="0"/>
                          </a:rPr>
                          <m:t>𝑘</m:t>
                        </m:r>
                      </m:sub>
                    </m:sSub>
                    <m:r>
                      <a:rPr lang="en-US" altLang="zh-CN" sz="2400" b="0" i="1" smtClean="0">
                        <a:solidFill>
                          <a:srgbClr val="000000"/>
                        </a:solidFill>
                        <a:latin typeface="Cambria Math" panose="02040503050406030204" pitchFamily="18" charset="0"/>
                      </a:rPr>
                      <m:t>+</m:t>
                    </m:r>
                    <m:sSub>
                      <m:sSubPr>
                        <m:ctrlPr>
                          <a:rPr lang="en-US" altLang="zh-CN" sz="2400" b="0" i="1" smtClean="0">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𝑤</m:t>
                        </m:r>
                      </m:e>
                      <m:sub>
                        <m:r>
                          <a:rPr lang="en-US" altLang="zh-CN" sz="2400" b="0" i="1" smtClean="0">
                            <a:solidFill>
                              <a:srgbClr val="000000"/>
                            </a:solidFill>
                            <a:latin typeface="Cambria Math" panose="02040503050406030204" pitchFamily="18" charset="0"/>
                          </a:rPr>
                          <m:t>1</m:t>
                        </m:r>
                        <m:r>
                          <a:rPr lang="en-US" altLang="zh-CN" sz="2400" b="0" i="1" smtClean="0">
                            <a:solidFill>
                              <a:srgbClr val="000000"/>
                            </a:solidFill>
                            <a:latin typeface="Cambria Math" panose="02040503050406030204" pitchFamily="18" charset="0"/>
                          </a:rPr>
                          <m:t>𝑘</m:t>
                        </m:r>
                      </m:sub>
                    </m:sSub>
                    <m:sSub>
                      <m:sSubPr>
                        <m:ctrlPr>
                          <a:rPr lang="en-US" altLang="zh-CN" sz="2400" b="0" i="1" smtClean="0">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1</m:t>
                        </m:r>
                      </m:sub>
                    </m:sSub>
                  </m:oMath>
                </a14:m>
                <a:r>
                  <a:rPr lang="en-US" altLang="zh-CN" sz="2400" dirty="0"/>
                  <a:t>+</a:t>
                </a:r>
                <a:r>
                  <a:rPr lang="en-US" altLang="zh-CN" sz="2400" dirty="0">
                    <a:solidFill>
                      <a:srgbClr val="000000"/>
                    </a:solidFill>
                  </a:rPr>
                  <a:t> </a:t>
                </a:r>
                <a14:m>
                  <m:oMath xmlns:m="http://schemas.openxmlformats.org/officeDocument/2006/math">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𝑤</m:t>
                        </m:r>
                      </m:e>
                      <m:sub>
                        <m:r>
                          <a:rPr lang="en-US" altLang="zh-CN" sz="2400" b="0" i="1" smtClean="0">
                            <a:solidFill>
                              <a:srgbClr val="000000"/>
                            </a:solidFill>
                            <a:latin typeface="Cambria Math" panose="02040503050406030204" pitchFamily="18" charset="0"/>
                          </a:rPr>
                          <m:t>2</m:t>
                        </m:r>
                        <m:r>
                          <a:rPr lang="en-US" altLang="zh-CN" sz="2400" i="1">
                            <a:solidFill>
                              <a:srgbClr val="000000"/>
                            </a:solidFill>
                            <a:latin typeface="Cambria Math" panose="02040503050406030204" pitchFamily="18" charset="0"/>
                          </a:rPr>
                          <m:t>𝑘</m:t>
                        </m:r>
                      </m:sub>
                    </m:sSub>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𝑥</m:t>
                        </m:r>
                      </m:e>
                      <m:sub>
                        <m:r>
                          <a:rPr lang="en-US" altLang="zh-CN" sz="2400" b="0" i="1" smtClean="0">
                            <a:solidFill>
                              <a:srgbClr val="000000"/>
                            </a:solidFill>
                            <a:latin typeface="Cambria Math" panose="02040503050406030204" pitchFamily="18" charset="0"/>
                          </a:rPr>
                          <m:t>2</m:t>
                        </m:r>
                      </m:sub>
                    </m:sSub>
                    <m:r>
                      <a:rPr lang="en-US" altLang="zh-CN" sz="2400" b="0" i="1" smtClean="0">
                        <a:solidFill>
                          <a:srgbClr val="000000"/>
                        </a:solidFill>
                        <a:latin typeface="Cambria Math" panose="02040503050406030204" pitchFamily="18" charset="0"/>
                      </a:rPr>
                      <m:t>),</m:t>
                    </m:r>
                  </m:oMath>
                </a14:m>
                <a:endParaRPr lang="en-US" altLang="zh-CN" sz="2400" b="0" i="1" dirty="0">
                  <a:solidFill>
                    <a:srgbClr val="0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400" b="0" i="1" smtClean="0">
                          <a:solidFill>
                            <a:srgbClr val="000000"/>
                          </a:solidFill>
                          <a:latin typeface="Cambria Math" panose="02040503050406030204" pitchFamily="18" charset="0"/>
                        </a:rPr>
                        <m:t>𝐻</m:t>
                      </m:r>
                      <m:r>
                        <a:rPr lang="en-US" altLang="zh-CN" sz="2400" b="0" i="1" smtClean="0">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𝑓</m:t>
                      </m:r>
                      <m:r>
                        <a:rPr lang="en-US" altLang="zh-CN"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𝑐</m:t>
                      </m:r>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𝑢</m:t>
                          </m:r>
                        </m:e>
                        <m:sub>
                          <m:r>
                            <a:rPr lang="en-US" altLang="zh-CN" sz="2400" i="1">
                              <a:solidFill>
                                <a:srgbClr val="000000"/>
                              </a:solidFill>
                              <a:latin typeface="Cambria Math" panose="02040503050406030204" pitchFamily="18" charset="0"/>
                            </a:rPr>
                            <m:t>1</m:t>
                          </m:r>
                        </m:sub>
                      </m:sSub>
                      <m:sSub>
                        <m:sSubPr>
                          <m:ctrlPr>
                            <a:rPr lang="en-US" altLang="zh-CN" sz="2400" i="1">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𝑉</m:t>
                          </m:r>
                        </m:e>
                        <m:sub>
                          <m:r>
                            <a:rPr lang="en-US" altLang="zh-CN" sz="2400" i="1">
                              <a:solidFill>
                                <a:srgbClr val="000000"/>
                              </a:solidFill>
                              <a:latin typeface="Cambria Math" panose="02040503050406030204" pitchFamily="18" charset="0"/>
                            </a:rPr>
                            <m:t>1</m:t>
                          </m:r>
                        </m:sub>
                      </m:sSub>
                      <m:r>
                        <m:rPr>
                          <m:nor/>
                        </m:rPr>
                        <a:rPr lang="en-US" altLang="zh-CN" sz="2400" dirty="0"/>
                        <m:t>+</m:t>
                      </m:r>
                      <m:r>
                        <m:rPr>
                          <m:nor/>
                        </m:rPr>
                        <a:rPr lang="en-US" altLang="zh-CN" sz="2400" dirty="0">
                          <a:solidFill>
                            <a:srgbClr val="000000"/>
                          </a:solidFill>
                        </a:rPr>
                        <m:t> </m:t>
                      </m:r>
                      <m:sSub>
                        <m:sSubPr>
                          <m:ctrlPr>
                            <a:rPr lang="en-US" altLang="zh-CN" sz="2400" i="1">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𝑢</m:t>
                          </m:r>
                        </m:e>
                        <m:sub>
                          <m:r>
                            <a:rPr lang="en-US" altLang="zh-CN" sz="2400" i="1">
                              <a:solidFill>
                                <a:srgbClr val="000000"/>
                              </a:solidFill>
                              <a:latin typeface="Cambria Math" panose="02040503050406030204" pitchFamily="18" charset="0"/>
                            </a:rPr>
                            <m:t>2</m:t>
                          </m:r>
                        </m:sub>
                      </m:sSub>
                      <m:sSub>
                        <m:sSubPr>
                          <m:ctrlPr>
                            <a:rPr lang="en-US" altLang="zh-CN" sz="2400" i="1">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𝑉</m:t>
                          </m:r>
                        </m:e>
                        <m:sub>
                          <m:r>
                            <a:rPr lang="en-US" altLang="zh-CN" sz="2400" i="1">
                              <a:solidFill>
                                <a:srgbClr val="000000"/>
                              </a:solidFill>
                              <a:latin typeface="Cambria Math" panose="02040503050406030204" pitchFamily="18" charset="0"/>
                            </a:rPr>
                            <m:t>2</m:t>
                          </m:r>
                        </m:sub>
                      </m:sSub>
                      <m:r>
                        <a:rPr lang="en-US" altLang="zh-CN" sz="2400" b="0" i="1" smtClean="0">
                          <a:solidFill>
                            <a:srgbClr val="000000"/>
                          </a:solidFill>
                          <a:latin typeface="Cambria Math" panose="02040503050406030204" pitchFamily="18" charset="0"/>
                        </a:rPr>
                        <m:t>+</m:t>
                      </m:r>
                      <m:sSub>
                        <m:sSubPr>
                          <m:ctrlPr>
                            <a:rPr lang="en-US" altLang="zh-CN" sz="2400" b="0" i="1" smtClean="0">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𝑢</m:t>
                          </m:r>
                        </m:e>
                        <m:sub>
                          <m:r>
                            <a:rPr lang="en-US" altLang="zh-CN" sz="2400" b="0" i="1" smtClean="0">
                              <a:solidFill>
                                <a:srgbClr val="000000"/>
                              </a:solidFill>
                              <a:latin typeface="Cambria Math" panose="02040503050406030204" pitchFamily="18" charset="0"/>
                            </a:rPr>
                            <m:t>3</m:t>
                          </m:r>
                        </m:sub>
                      </m:sSub>
                      <m:sSub>
                        <m:sSubPr>
                          <m:ctrlPr>
                            <a:rPr lang="en-US" altLang="zh-CN" sz="2400" b="0" i="1" smtClean="0">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𝑉</m:t>
                          </m:r>
                        </m:e>
                        <m:sub>
                          <m:r>
                            <a:rPr lang="en-US" altLang="zh-CN" sz="2400" b="0" i="1" smtClean="0">
                              <a:solidFill>
                                <a:srgbClr val="000000"/>
                              </a:solidFill>
                              <a:latin typeface="Cambria Math" panose="02040503050406030204" pitchFamily="18" charset="0"/>
                            </a:rPr>
                            <m:t>3</m:t>
                          </m:r>
                        </m:sub>
                      </m:sSub>
                      <m:r>
                        <a:rPr lang="en-US" altLang="zh-CN" sz="2400" i="1">
                          <a:solidFill>
                            <a:srgbClr val="000000"/>
                          </a:solidFill>
                          <a:latin typeface="Cambria Math" panose="02040503050406030204" pitchFamily="18" charset="0"/>
                        </a:rPr>
                        <m:t>),</m:t>
                      </m:r>
                    </m:oMath>
                  </m:oMathPara>
                </a14:m>
                <a:endParaRPr lang="en-US" altLang="zh-CN" sz="2400" b="0" dirty="0">
                  <a:solidFill>
                    <a:srgbClr val="000000"/>
                  </a:solidFill>
                </a:endParaRPr>
              </a:p>
              <a:p>
                <a:endParaRPr lang="en-US" altLang="zh-CN" sz="2400" dirty="0">
                  <a:solidFill>
                    <a:srgbClr val="000000"/>
                  </a:solidFill>
                </a:endParaRPr>
              </a:p>
              <a:p>
                <a:r>
                  <a:rPr lang="zh-CN" altLang="en-US" sz="2400" b="0" dirty="0">
                    <a:solidFill>
                      <a:srgbClr val="000000"/>
                    </a:solidFill>
                  </a:rPr>
                  <a:t>其中</a:t>
                </a:r>
                <a14:m>
                  <m:oMath xmlns:m="http://schemas.openxmlformats.org/officeDocument/2006/math">
                    <m:r>
                      <a:rPr lang="en-US" altLang="zh-CN" sz="2400" i="1">
                        <a:solidFill>
                          <a:srgbClr val="000000"/>
                        </a:solidFill>
                        <a:latin typeface="Cambria Math" panose="02040503050406030204" pitchFamily="18" charset="0"/>
                      </a:rPr>
                      <m:t>𝑐</m:t>
                    </m:r>
                    <m:r>
                      <a:rPr lang="zh-CN" altLang="en-US" sz="2400" i="1" smtClean="0">
                        <a:solidFill>
                          <a:srgbClr val="000000"/>
                        </a:solidFill>
                        <a:latin typeface="Cambria Math" panose="02040503050406030204" pitchFamily="18" charset="0"/>
                      </a:rPr>
                      <m:t>和</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𝑎</m:t>
                        </m:r>
                      </m:e>
                      <m:sub>
                        <m:r>
                          <a:rPr lang="en-US" altLang="zh-CN" sz="2400" i="1">
                            <a:solidFill>
                              <a:srgbClr val="000000"/>
                            </a:solidFill>
                            <a:latin typeface="Cambria Math" panose="02040503050406030204" pitchFamily="18" charset="0"/>
                          </a:rPr>
                          <m:t>𝑘</m:t>
                        </m:r>
                      </m:sub>
                    </m:sSub>
                    <m:r>
                      <a:rPr lang="zh-CN" altLang="en-US" sz="2400" i="1" smtClean="0">
                        <a:solidFill>
                          <a:srgbClr val="000000"/>
                        </a:solidFill>
                        <a:latin typeface="Cambria Math" panose="02040503050406030204" pitchFamily="18" charset="0"/>
                      </a:rPr>
                      <m:t>为</m:t>
                    </m:r>
                  </m:oMath>
                </a14:m>
                <a:r>
                  <a:rPr lang="zh-CN" altLang="en-US" sz="2400" b="0" dirty="0">
                    <a:solidFill>
                      <a:srgbClr val="000000"/>
                    </a:solidFill>
                  </a:rPr>
                  <a:t>偏置，</a:t>
                </a:r>
                <a:r>
                  <a:rPr lang="en-US" altLang="zh-CN" sz="2400" dirty="0">
                    <a:solidFill>
                      <a:srgbClr val="000000"/>
                    </a:solidFill>
                  </a:rPr>
                  <a:t> </a:t>
                </a:r>
                <a14:m>
                  <m:oMath xmlns:m="http://schemas.openxmlformats.org/officeDocument/2006/math">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𝑤</m:t>
                        </m:r>
                      </m:e>
                      <m:sub>
                        <m:r>
                          <a:rPr lang="en-US" altLang="zh-CN" sz="2400" b="0" i="1" smtClean="0">
                            <a:solidFill>
                              <a:srgbClr val="000000"/>
                            </a:solidFill>
                            <a:latin typeface="Cambria Math" panose="02040503050406030204" pitchFamily="18" charset="0"/>
                          </a:rPr>
                          <m:t>𝑖</m:t>
                        </m:r>
                        <m:r>
                          <a:rPr lang="en-US" altLang="zh-CN" sz="2400" i="1">
                            <a:solidFill>
                              <a:srgbClr val="000000"/>
                            </a:solidFill>
                            <a:latin typeface="Cambria Math" panose="02040503050406030204" pitchFamily="18" charset="0"/>
                          </a:rPr>
                          <m:t>𝑘</m:t>
                        </m:r>
                      </m:sub>
                    </m:sSub>
                    <m:r>
                      <a:rPr lang="zh-CN" altLang="en-US" sz="2400" i="1" smtClean="0">
                        <a:solidFill>
                          <a:srgbClr val="000000"/>
                        </a:solidFill>
                        <a:latin typeface="Cambria Math" panose="02040503050406030204" pitchFamily="18" charset="0"/>
                      </a:rPr>
                      <m:t>和</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𝑢</m:t>
                        </m:r>
                      </m:e>
                      <m:sub>
                        <m:r>
                          <a:rPr lang="en-US" altLang="zh-CN" sz="2400" b="0" i="1" smtClean="0">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为</m:t>
                    </m:r>
                  </m:oMath>
                </a14:m>
                <a:r>
                  <a:rPr lang="zh-CN" altLang="en-US" sz="2400" b="0" dirty="0">
                    <a:solidFill>
                      <a:srgbClr val="000000"/>
                    </a:solidFill>
                  </a:rPr>
                  <a:t>权重。</a:t>
                </a:r>
                <a:endParaRPr lang="en-US" altLang="zh-CN" sz="2400" b="0" dirty="0">
                  <a:solidFill>
                    <a:srgbClr val="000000"/>
                  </a:solidFill>
                </a:endParaRPr>
              </a:p>
              <a:p>
                <a:endParaRPr lang="zh-CN" altLang="en-US" dirty="0"/>
              </a:p>
            </p:txBody>
          </p:sp>
        </mc:Choice>
        <mc:Fallback xmlns="">
          <p:sp>
            <p:nvSpPr>
              <p:cNvPr id="9" name="文本框 8">
                <a:extLst>
                  <a:ext uri="{FF2B5EF4-FFF2-40B4-BE49-F238E27FC236}">
                    <a16:creationId xmlns:a16="http://schemas.microsoft.com/office/drawing/2014/main" id="{569A4338-5FDC-7EAA-BAC2-06C14E2A4560}"/>
                  </a:ext>
                </a:extLst>
              </p:cNvPr>
              <p:cNvSpPr txBox="1">
                <a:spLocks noRot="1" noChangeAspect="1" noMove="1" noResize="1" noEditPoints="1" noAdjustHandles="1" noChangeArrowheads="1" noChangeShapeType="1" noTextEdit="1"/>
              </p:cNvSpPr>
              <p:nvPr/>
            </p:nvSpPr>
            <p:spPr>
              <a:xfrm>
                <a:off x="467544" y="1996463"/>
                <a:ext cx="8208912" cy="1846659"/>
              </a:xfrm>
              <a:prstGeom prst="rect">
                <a:avLst/>
              </a:prstGeom>
              <a:blipFill>
                <a:blip r:embed="rId3"/>
                <a:stretch>
                  <a:fillRect l="-1189" t="-29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41003FD-86F2-4FF9-F95A-B67A93D7548A}"/>
                  </a:ext>
                </a:extLst>
              </p:cNvPr>
              <p:cNvSpPr txBox="1"/>
              <p:nvPr/>
            </p:nvSpPr>
            <p:spPr>
              <a:xfrm>
                <a:off x="395536" y="4190970"/>
                <a:ext cx="7956375" cy="1723870"/>
              </a:xfrm>
              <a:prstGeom prst="rect">
                <a:avLst/>
              </a:prstGeom>
              <a:noFill/>
            </p:spPr>
            <p:txBody>
              <a:bodyPr wrap="square">
                <a:spAutoFit/>
              </a:bodyPr>
              <a:lstStyle/>
              <a:p>
                <a:pPr marL="0" indent="0">
                  <a:buNone/>
                </a:pPr>
                <a:r>
                  <a:rPr lang="zh-CN" altLang="en-US" sz="2400" dirty="0"/>
                  <a:t>激活函数</a:t>
                </a:r>
                <a:endParaRPr lang="en-US" altLang="zh-CN" sz="2400" dirty="0"/>
              </a:p>
              <a:p>
                <a:pPr marL="0" indent="0">
                  <a:buNone/>
                </a:pPr>
                <a:endParaRPr lang="en-US" altLang="zh-CN" sz="2400" dirty="0"/>
              </a:p>
              <a:p>
                <a:pPr marL="342900" indent="-342900">
                  <a:buFont typeface="Wingdings" panose="05000000000000000000" pitchFamily="2" charset="2"/>
                  <a:buChar char="Ø"/>
                </a:pPr>
                <a:r>
                  <a:rPr lang="zh-CN" altLang="en-US" sz="2400" dirty="0"/>
                  <a:t>线性</a:t>
                </a:r>
                <a:r>
                  <a:rPr lang="en-US" altLang="zh-CN" sz="2400" dirty="0"/>
                  <a:t>:                 </a:t>
                </a:r>
                <a:r>
                  <a:rPr lang="en-US" altLang="zh-CN" sz="2400" i="1" dirty="0">
                    <a:latin typeface="Cambria" panose="02040503050406030204" pitchFamily="18" charset="0"/>
                    <a:ea typeface="Cambria" panose="02040503050406030204" pitchFamily="18" charset="0"/>
                  </a:rPr>
                  <a:t>f(y) = y</a:t>
                </a:r>
              </a:p>
              <a:p>
                <a:pPr marL="342900" indent="-342900">
                  <a:buFont typeface="Wingdings" panose="05000000000000000000" pitchFamily="2" charset="2"/>
                  <a:buChar char="Ø"/>
                </a:pPr>
                <a:r>
                  <a:rPr lang="en-US" altLang="zh-CN" sz="2400" dirty="0"/>
                  <a:t>Sigmoid:           </a:t>
                </a:r>
                <a14:m>
                  <m:oMath xmlns:m="http://schemas.openxmlformats.org/officeDocument/2006/math">
                    <m:r>
                      <a:rPr lang="en-US" altLang="zh-CN" sz="2400" i="1">
                        <a:latin typeface="Cambria Math"/>
                      </a:rPr>
                      <m:t>𝑓</m:t>
                    </m:r>
                    <m:d>
                      <m:dPr>
                        <m:ctrlPr>
                          <a:rPr lang="en-US" altLang="zh-CN" sz="2400" i="1">
                            <a:latin typeface="Cambria Math" panose="02040503050406030204" pitchFamily="18" charset="0"/>
                          </a:rPr>
                        </m:ctrlPr>
                      </m:dPr>
                      <m:e>
                        <m:r>
                          <a:rPr lang="en-US" altLang="zh-CN" sz="2400" i="1">
                            <a:latin typeface="Cambria Math"/>
                          </a:rPr>
                          <m:t>𝑦</m:t>
                        </m:r>
                      </m:e>
                    </m:d>
                    <m:r>
                      <a:rPr lang="en-US" altLang="zh-CN" sz="2400" i="1">
                        <a:latin typeface="Cambria Math"/>
                      </a:rPr>
                      <m:t>=</m:t>
                    </m:r>
                    <m:f>
                      <m:fPr>
                        <m:ctrlPr>
                          <a:rPr lang="en-US" altLang="zh-CN" sz="2400" i="1">
                            <a:latin typeface="Cambria Math" panose="02040503050406030204" pitchFamily="18" charset="0"/>
                          </a:rPr>
                        </m:ctrlPr>
                      </m:fPr>
                      <m:num>
                        <m:r>
                          <a:rPr lang="en-US" altLang="zh-CN" sz="2400" i="1">
                            <a:latin typeface="Cambria Math"/>
                          </a:rPr>
                          <m:t>1</m:t>
                        </m:r>
                      </m:num>
                      <m:den>
                        <m:r>
                          <a:rPr lang="en-US" altLang="zh-CN" sz="2400" i="1">
                            <a:latin typeface="Cambria Math"/>
                          </a:rPr>
                          <m:t>1+</m:t>
                        </m:r>
                        <m:sSup>
                          <m:sSupPr>
                            <m:ctrlPr>
                              <a:rPr lang="en-US" altLang="zh-CN" sz="2400" i="1">
                                <a:latin typeface="Cambria Math" panose="02040503050406030204" pitchFamily="18" charset="0"/>
                              </a:rPr>
                            </m:ctrlPr>
                          </m:sSupPr>
                          <m:e>
                            <m:r>
                              <a:rPr lang="en-US" altLang="zh-CN" sz="2400" i="1">
                                <a:latin typeface="Cambria Math"/>
                              </a:rPr>
                              <m:t>𝑒</m:t>
                            </m:r>
                          </m:e>
                          <m:sup>
                            <m:r>
                              <a:rPr lang="en-US" altLang="zh-CN" sz="2400" i="1">
                                <a:latin typeface="Cambria Math"/>
                              </a:rPr>
                              <m:t>−</m:t>
                            </m:r>
                            <m:r>
                              <a:rPr lang="en-US" altLang="zh-CN" sz="2400" i="1">
                                <a:latin typeface="Cambria Math"/>
                              </a:rPr>
                              <m:t>𝑦</m:t>
                            </m:r>
                          </m:sup>
                        </m:sSup>
                      </m:den>
                    </m:f>
                  </m:oMath>
                </a14:m>
                <a:r>
                  <a:rPr lang="en-US" altLang="zh-CN" sz="2400" dirty="0"/>
                  <a:t> (</a:t>
                </a:r>
                <a:r>
                  <a:rPr lang="zh-CN" altLang="en-US" sz="2400" dirty="0"/>
                  <a:t>输出值在 </a:t>
                </a:r>
                <a:r>
                  <a:rPr lang="en-US" altLang="zh-CN" sz="2400" dirty="0"/>
                  <a:t>0 </a:t>
                </a:r>
                <a:r>
                  <a:rPr lang="zh-CN" altLang="en-US" sz="2400" dirty="0"/>
                  <a:t>和 </a:t>
                </a:r>
                <a:r>
                  <a:rPr lang="en-US" altLang="zh-CN" sz="2400" dirty="0"/>
                  <a:t>1 </a:t>
                </a:r>
                <a:r>
                  <a:rPr lang="zh-CN" altLang="en-US" sz="2400" dirty="0"/>
                  <a:t>之间）</a:t>
                </a:r>
                <a:endParaRPr lang="en-US" altLang="zh-CN" sz="2400" dirty="0"/>
              </a:p>
            </p:txBody>
          </p:sp>
        </mc:Choice>
        <mc:Fallback xmlns="">
          <p:sp>
            <p:nvSpPr>
              <p:cNvPr id="11" name="文本框 10">
                <a:extLst>
                  <a:ext uri="{FF2B5EF4-FFF2-40B4-BE49-F238E27FC236}">
                    <a16:creationId xmlns:a16="http://schemas.microsoft.com/office/drawing/2014/main" id="{941003FD-86F2-4FF9-F95A-B67A93D7548A}"/>
                  </a:ext>
                </a:extLst>
              </p:cNvPr>
              <p:cNvSpPr txBox="1">
                <a:spLocks noRot="1" noChangeAspect="1" noMove="1" noResize="1" noEditPoints="1" noAdjustHandles="1" noChangeArrowheads="1" noChangeShapeType="1" noTextEdit="1"/>
              </p:cNvSpPr>
              <p:nvPr/>
            </p:nvSpPr>
            <p:spPr>
              <a:xfrm>
                <a:off x="395536" y="4190970"/>
                <a:ext cx="7956375" cy="1723870"/>
              </a:xfrm>
              <a:prstGeom prst="rect">
                <a:avLst/>
              </a:prstGeom>
              <a:blipFill>
                <a:blip r:embed="rId4"/>
                <a:stretch>
                  <a:fillRect l="-1226" t="-2827" b="-24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8417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35A1F-74E0-C438-E048-FBEC17360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509A7-0A89-C75B-E40C-2F079EACC18D}"/>
              </a:ext>
            </a:extLst>
          </p:cNvPr>
          <p:cNvSpPr>
            <a:spLocks noGrp="1"/>
          </p:cNvSpPr>
          <p:nvPr>
            <p:ph type="title"/>
          </p:nvPr>
        </p:nvSpPr>
        <p:spPr/>
        <p:txBody>
          <a:bodyPr/>
          <a:lstStyle/>
          <a:p>
            <a:r>
              <a:rPr lang="zh-CN" altLang="en-US" i="0" dirty="0"/>
              <a:t>房价示例的一组可能的方程（</a:t>
            </a:r>
            <a:r>
              <a:rPr lang="en-CA" i="0" dirty="0"/>
              <a:t>13</a:t>
            </a:r>
            <a:r>
              <a:rPr lang="zh-CN" altLang="en-US" i="0" dirty="0"/>
              <a:t>个参数）</a:t>
            </a:r>
            <a:endParaRPr lang="en-CA" i="0" dirty="0"/>
          </a:p>
        </p:txBody>
      </p:sp>
      <p:sp>
        <p:nvSpPr>
          <p:cNvPr id="3" name="Content Placeholder 2">
            <a:extLst>
              <a:ext uri="{FF2B5EF4-FFF2-40B4-BE49-F238E27FC236}">
                <a16:creationId xmlns:a16="http://schemas.microsoft.com/office/drawing/2014/main" id="{2405707E-CE37-D5BC-B393-E3130AC54D09}"/>
              </a:ext>
            </a:extLst>
          </p:cNvPr>
          <p:cNvSpPr>
            <a:spLocks noGrp="1"/>
          </p:cNvSpPr>
          <p:nvPr>
            <p:ph idx="1"/>
          </p:nvPr>
        </p:nvSpPr>
        <p:spPr/>
        <p:txBody>
          <a:bodyPr/>
          <a:lstStyle/>
          <a:p>
            <a:pPr marL="0" indent="0">
              <a:buNone/>
            </a:pPr>
            <a:endParaRPr lang="en-CA" dirty="0"/>
          </a:p>
          <a:p>
            <a:pPr marL="0" indent="0">
              <a:buNone/>
            </a:pPr>
            <a:endParaRPr lang="en-CA" dirty="0"/>
          </a:p>
        </p:txBody>
      </p:sp>
      <p:sp>
        <p:nvSpPr>
          <p:cNvPr id="5" name="Slide Number Placeholder 4">
            <a:extLst>
              <a:ext uri="{FF2B5EF4-FFF2-40B4-BE49-F238E27FC236}">
                <a16:creationId xmlns:a16="http://schemas.microsoft.com/office/drawing/2014/main" id="{05AE43C6-6EE7-7B66-00F5-5D6260ADE991}"/>
              </a:ext>
            </a:extLst>
          </p:cNvPr>
          <p:cNvSpPr>
            <a:spLocks noGrp="1"/>
          </p:cNvSpPr>
          <p:nvPr>
            <p:ph type="sldNum" sz="quarter" idx="12"/>
          </p:nvPr>
        </p:nvSpPr>
        <p:spPr/>
        <p:txBody>
          <a:bodyPr/>
          <a:lstStyle/>
          <a:p>
            <a:fld id="{2E8C09BE-1715-42CA-A91A-E7B0E09A3015}" type="slidenum">
              <a:rPr lang="en-CA" smtClean="0"/>
              <a:t>5</a:t>
            </a:fld>
            <a:endParaRPr lang="en-CA"/>
          </a:p>
        </p:txBody>
      </p:sp>
      <p:graphicFrame>
        <p:nvGraphicFramePr>
          <p:cNvPr id="6" name="Object 5">
            <a:extLst>
              <a:ext uri="{FF2B5EF4-FFF2-40B4-BE49-F238E27FC236}">
                <a16:creationId xmlns:a16="http://schemas.microsoft.com/office/drawing/2014/main" id="{57A03CCE-F264-43D9-4CA1-8D5F86349ABB}"/>
              </a:ext>
            </a:extLst>
          </p:cNvPr>
          <p:cNvGraphicFramePr>
            <a:graphicFrameLocks noChangeAspect="1"/>
          </p:cNvGraphicFramePr>
          <p:nvPr/>
        </p:nvGraphicFramePr>
        <p:xfrm>
          <a:off x="2009775" y="1987897"/>
          <a:ext cx="4575175" cy="3889375"/>
        </p:xfrm>
        <a:graphic>
          <a:graphicData uri="http://schemas.openxmlformats.org/presentationml/2006/ole">
            <mc:AlternateContent xmlns:mc="http://schemas.openxmlformats.org/markup-compatibility/2006">
              <mc:Choice xmlns:v="urn:schemas-microsoft-com:vml" Requires="v">
                <p:oleObj name="Equation" r:id="rId2" imgW="1892160" imgH="1434960" progId="Equation.DSMT4">
                  <p:embed/>
                </p:oleObj>
              </mc:Choice>
              <mc:Fallback>
                <p:oleObj name="Equation" r:id="rId2" imgW="1892160" imgH="1434960" progId="Equation.DSMT4">
                  <p:embed/>
                  <p:pic>
                    <p:nvPicPr>
                      <p:cNvPr id="6" name="Object 5"/>
                      <p:cNvPicPr/>
                      <p:nvPr/>
                    </p:nvPicPr>
                    <p:blipFill>
                      <a:blip r:embed="rId3"/>
                      <a:stretch>
                        <a:fillRect/>
                      </a:stretch>
                    </p:blipFill>
                    <p:spPr>
                      <a:xfrm>
                        <a:off x="2009775" y="1987897"/>
                        <a:ext cx="4575175" cy="3889375"/>
                      </a:xfrm>
                      <a:prstGeom prst="rect">
                        <a:avLst/>
                      </a:prstGeom>
                    </p:spPr>
                  </p:pic>
                </p:oleObj>
              </mc:Fallback>
            </mc:AlternateContent>
          </a:graphicData>
        </a:graphic>
      </p:graphicFrame>
    </p:spTree>
    <p:extLst>
      <p:ext uri="{BB962C8B-B14F-4D97-AF65-F5344CB8AC3E}">
        <p14:creationId xmlns:p14="http://schemas.microsoft.com/office/powerpoint/2010/main" val="3280629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i="0" dirty="0"/>
              <a:t>另一示例（</a:t>
            </a:r>
            <a:r>
              <a:rPr lang="en-CA" i="0" dirty="0"/>
              <a:t>19</a:t>
            </a:r>
            <a:r>
              <a:rPr lang="zh-CN" altLang="en-US" i="0" dirty="0"/>
              <a:t>个参数）</a:t>
            </a:r>
            <a:endParaRPr lang="en-CA" i="0" dirty="0"/>
          </a:p>
        </p:txBody>
      </p:sp>
      <p:sp>
        <p:nvSpPr>
          <p:cNvPr id="5" name="Slide Number Placeholder 4"/>
          <p:cNvSpPr>
            <a:spLocks noGrp="1"/>
          </p:cNvSpPr>
          <p:nvPr>
            <p:ph type="sldNum" sz="quarter" idx="12"/>
          </p:nvPr>
        </p:nvSpPr>
        <p:spPr/>
        <p:txBody>
          <a:bodyPr/>
          <a:lstStyle/>
          <a:p>
            <a:fld id="{2E8C09BE-1715-42CA-A91A-E7B0E09A3015}" type="slidenum">
              <a:rPr lang="en-CA" smtClean="0"/>
              <a:t>6</a:t>
            </a:fld>
            <a:endParaRPr lang="en-CA"/>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683568" y="2301100"/>
            <a:ext cx="7416824" cy="3504164"/>
          </a:xfrm>
          <a:prstGeom prst="rect">
            <a:avLst/>
          </a:prstGeom>
          <a:noFill/>
          <a:ln>
            <a:noFill/>
          </a:ln>
        </p:spPr>
      </p:pic>
    </p:spTree>
    <p:extLst>
      <p:ext uri="{BB962C8B-B14F-4D97-AF65-F5344CB8AC3E}">
        <p14:creationId xmlns:p14="http://schemas.microsoft.com/office/powerpoint/2010/main" val="3715662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2C6280D-669A-4BED-BDD5-81740037F1B5}"/>
              </a:ext>
            </a:extLst>
          </p:cNvPr>
          <p:cNvSpPr>
            <a:spLocks noGrp="1"/>
          </p:cNvSpPr>
          <p:nvPr>
            <p:ph type="title"/>
          </p:nvPr>
        </p:nvSpPr>
        <p:spPr/>
        <p:txBody>
          <a:bodyPr/>
          <a:lstStyle/>
          <a:p>
            <a:r>
              <a:rPr lang="zh-CN" altLang="en-US" i="0" dirty="0"/>
              <a:t>贷款示例的一组可能的方程</a:t>
            </a:r>
            <a:endParaRPr lang="en-CA" dirty="0"/>
          </a:p>
        </p:txBody>
      </p:sp>
      <p:sp>
        <p:nvSpPr>
          <p:cNvPr id="3" name="Slide Number Placeholder 2">
            <a:extLst>
              <a:ext uri="{FF2B5EF4-FFF2-40B4-BE49-F238E27FC236}">
                <a16:creationId xmlns:a16="http://schemas.microsoft.com/office/drawing/2014/main" id="{8967D955-AECA-4FF7-94C4-A79118F0818C}"/>
              </a:ext>
            </a:extLst>
          </p:cNvPr>
          <p:cNvSpPr>
            <a:spLocks noGrp="1"/>
          </p:cNvSpPr>
          <p:nvPr>
            <p:ph type="sldNum" sz="quarter" idx="12"/>
          </p:nvPr>
        </p:nvSpPr>
        <p:spPr/>
        <p:txBody>
          <a:bodyPr/>
          <a:lstStyle/>
          <a:p>
            <a:fld id="{F979D778-5668-409F-BE61-8F31D5437AFC}" type="slidenum">
              <a:rPr lang="en-CA" smtClean="0"/>
              <a:t>7</a:t>
            </a:fld>
            <a:endParaRPr lang="en-CA"/>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5E5EA6C0-C172-4A2C-A042-53CA7D4777B8}"/>
                  </a:ext>
                </a:extLst>
              </p:cNvPr>
              <p:cNvSpPr txBox="1"/>
              <p:nvPr/>
            </p:nvSpPr>
            <p:spPr>
              <a:xfrm>
                <a:off x="2441847" y="5206042"/>
                <a:ext cx="4794449" cy="792088"/>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CA" sz="2400" i="1" smtClean="0">
                          <a:solidFill>
                            <a:srgbClr val="000000"/>
                          </a:solidFill>
                          <a:latin typeface="Cambria Math" panose="02040503050406030204" pitchFamily="18" charset="0"/>
                        </a:rPr>
                        <m:t>𝑄</m:t>
                      </m:r>
                      <m:r>
                        <a:rPr lang="en-CA" sz="2400" i="1" smtClean="0">
                          <a:solidFill>
                            <a:srgbClr val="000000"/>
                          </a:solidFill>
                          <a:latin typeface="Cambria Math" panose="02040503050406030204" pitchFamily="18" charset="0"/>
                        </a:rPr>
                        <m:t>=</m:t>
                      </m:r>
                      <m:f>
                        <m:fPr>
                          <m:ctrlPr>
                            <a:rPr lang="en-CA" sz="2400" i="1">
                              <a:solidFill>
                                <a:srgbClr val="000000"/>
                              </a:solidFill>
                              <a:latin typeface="Cambria Math" panose="02040503050406030204" pitchFamily="18" charset="0"/>
                            </a:rPr>
                          </m:ctrlPr>
                        </m:fPr>
                        <m:num>
                          <m:r>
                            <a:rPr lang="en-CA" sz="2400" i="1">
                              <a:solidFill>
                                <a:srgbClr val="000000"/>
                              </a:solidFill>
                              <a:latin typeface="Cambria Math" panose="02040503050406030204" pitchFamily="18" charset="0"/>
                            </a:rPr>
                            <m:t>1</m:t>
                          </m:r>
                        </m:num>
                        <m:den>
                          <m:r>
                            <a:rPr lang="en-CA" sz="2400" i="1">
                              <a:solidFill>
                                <a:srgbClr val="000000"/>
                              </a:solidFill>
                              <a:latin typeface="Cambria Math" panose="02040503050406030204" pitchFamily="18" charset="0"/>
                            </a:rPr>
                            <m:t>1+</m:t>
                          </m:r>
                          <m:func>
                            <m:funcPr>
                              <m:ctrlPr>
                                <a:rPr lang="en-CA" sz="2400" i="1">
                                  <a:solidFill>
                                    <a:srgbClr val="000000"/>
                                  </a:solidFill>
                                  <a:latin typeface="Cambria Math" panose="02040503050406030204" pitchFamily="18" charset="0"/>
                                </a:rPr>
                              </m:ctrlPr>
                            </m:funcPr>
                            <m:fName>
                              <m:r>
                                <m:rPr>
                                  <m:sty m:val="p"/>
                                </m:rPr>
                                <a:rPr lang="en-CA" sz="2400" i="0">
                                  <a:solidFill>
                                    <a:srgbClr val="000000"/>
                                  </a:solidFill>
                                  <a:latin typeface="Cambria Math" panose="02040503050406030204" pitchFamily="18" charset="0"/>
                                </a:rPr>
                                <m:t>exp</m:t>
                              </m:r>
                            </m:fName>
                            <m:e>
                              <m:r>
                                <a:rPr lang="en-CA" sz="2400" i="1">
                                  <a:solidFill>
                                    <a:srgbClr val="000000"/>
                                  </a:solidFill>
                                  <a:latin typeface="Cambria Math" panose="02040503050406030204" pitchFamily="18" charset="0"/>
                                </a:rPr>
                                <m:t>(</m:t>
                              </m:r>
                            </m:e>
                          </m:func>
                          <m:r>
                            <a:rPr lang="en-CA" sz="2400" i="1">
                              <a:solidFill>
                                <a:srgbClr val="000000"/>
                              </a:solidFill>
                              <a:latin typeface="Cambria Math" panose="02040503050406030204" pitchFamily="18" charset="0"/>
                            </a:rPr>
                            <m:t>−</m:t>
                          </m:r>
                          <m:r>
                            <a:rPr lang="en-CA" sz="2400" i="1">
                              <a:solidFill>
                                <a:srgbClr val="000000"/>
                              </a:solidFill>
                              <a:latin typeface="Cambria Math" panose="02040503050406030204" pitchFamily="18" charset="0"/>
                            </a:rPr>
                            <m:t>𝑐</m:t>
                          </m:r>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𝑢</m:t>
                              </m:r>
                            </m:e>
                            <m:sub>
                              <m:r>
                                <a:rPr lang="en-CA" sz="2400" i="1">
                                  <a:solidFill>
                                    <a:srgbClr val="000000"/>
                                  </a:solidFill>
                                  <a:latin typeface="Cambria Math" panose="02040503050406030204" pitchFamily="18" charset="0"/>
                                </a:rPr>
                                <m:t>1</m:t>
                              </m:r>
                            </m:sub>
                          </m:sSub>
                          <m:sSub>
                            <m:sSubPr>
                              <m:ctrlPr>
                                <a:rPr lang="en-CA" sz="2400" i="1">
                                  <a:solidFill>
                                    <a:srgbClr val="000000"/>
                                  </a:solidFill>
                                  <a:latin typeface="Cambria Math" panose="02040503050406030204" pitchFamily="18" charset="0"/>
                                </a:rPr>
                              </m:ctrlPr>
                            </m:sSubPr>
                            <m:e>
                              <m:r>
                                <a:rPr lang="en-CA" sz="2400" b="0" i="1" smtClean="0">
                                  <a:solidFill>
                                    <a:srgbClr val="000000"/>
                                  </a:solidFill>
                                  <a:latin typeface="Cambria Math" panose="02040503050406030204" pitchFamily="18" charset="0"/>
                                </a:rPr>
                                <m:t>𝑉</m:t>
                              </m:r>
                            </m:e>
                            <m:sub>
                              <m:r>
                                <a:rPr lang="en-CA" sz="2400" i="1">
                                  <a:solidFill>
                                    <a:srgbClr val="000000"/>
                                  </a:solidFill>
                                  <a:latin typeface="Cambria Math" panose="02040503050406030204" pitchFamily="18" charset="0"/>
                                </a:rPr>
                                <m:t>1</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𝑢</m:t>
                              </m:r>
                            </m:e>
                            <m:sub>
                              <m:r>
                                <a:rPr lang="en-CA" sz="2400" i="1">
                                  <a:solidFill>
                                    <a:srgbClr val="000000"/>
                                  </a:solidFill>
                                  <a:latin typeface="Cambria Math" panose="02040503050406030204" pitchFamily="18" charset="0"/>
                                </a:rPr>
                                <m:t>2</m:t>
                              </m:r>
                            </m:sub>
                          </m:sSub>
                          <m:sSub>
                            <m:sSubPr>
                              <m:ctrlPr>
                                <a:rPr lang="en-CA" sz="2400" i="1">
                                  <a:solidFill>
                                    <a:srgbClr val="000000"/>
                                  </a:solidFill>
                                  <a:latin typeface="Cambria Math" panose="02040503050406030204" pitchFamily="18" charset="0"/>
                                </a:rPr>
                              </m:ctrlPr>
                            </m:sSubPr>
                            <m:e>
                              <m:r>
                                <a:rPr lang="en-CA" sz="2400" b="0" i="1" smtClean="0">
                                  <a:solidFill>
                                    <a:srgbClr val="000000"/>
                                  </a:solidFill>
                                  <a:latin typeface="Cambria Math" panose="02040503050406030204" pitchFamily="18" charset="0"/>
                                </a:rPr>
                                <m:t>𝑉</m:t>
                              </m:r>
                            </m:e>
                            <m:sub>
                              <m:r>
                                <a:rPr lang="en-CA" sz="2400" i="1">
                                  <a:solidFill>
                                    <a:srgbClr val="000000"/>
                                  </a:solidFill>
                                  <a:latin typeface="Cambria Math" panose="02040503050406030204" pitchFamily="18" charset="0"/>
                                </a:rPr>
                                <m:t>2</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𝑢</m:t>
                              </m:r>
                            </m:e>
                            <m:sub>
                              <m:r>
                                <a:rPr lang="en-CA" sz="2400" i="1">
                                  <a:solidFill>
                                    <a:srgbClr val="000000"/>
                                  </a:solidFill>
                                  <a:latin typeface="Cambria Math" panose="02040503050406030204" pitchFamily="18" charset="0"/>
                                </a:rPr>
                                <m:t>3</m:t>
                              </m:r>
                            </m:sub>
                          </m:sSub>
                          <m:sSub>
                            <m:sSubPr>
                              <m:ctrlPr>
                                <a:rPr lang="en-CA" sz="2400" i="1">
                                  <a:solidFill>
                                    <a:srgbClr val="000000"/>
                                  </a:solidFill>
                                  <a:latin typeface="Cambria Math" panose="02040503050406030204" pitchFamily="18" charset="0"/>
                                </a:rPr>
                              </m:ctrlPr>
                            </m:sSubPr>
                            <m:e>
                              <m:r>
                                <a:rPr lang="en-CA" sz="2400" b="0" i="1" smtClean="0">
                                  <a:solidFill>
                                    <a:srgbClr val="000000"/>
                                  </a:solidFill>
                                  <a:latin typeface="Cambria Math" panose="02040503050406030204" pitchFamily="18" charset="0"/>
                                </a:rPr>
                                <m:t>𝑉</m:t>
                              </m:r>
                            </m:e>
                            <m:sub>
                              <m:r>
                                <a:rPr lang="en-CA" sz="2400" i="1">
                                  <a:solidFill>
                                    <a:srgbClr val="000000"/>
                                  </a:solidFill>
                                  <a:latin typeface="Cambria Math" panose="02040503050406030204" pitchFamily="18" charset="0"/>
                                </a:rPr>
                                <m:t>3</m:t>
                              </m:r>
                            </m:sub>
                          </m:sSub>
                          <m:r>
                            <a:rPr lang="en-CA" sz="2400" i="1">
                              <a:solidFill>
                                <a:srgbClr val="000000"/>
                              </a:solidFill>
                              <a:latin typeface="Cambria Math" panose="02040503050406030204" pitchFamily="18" charset="0"/>
                            </a:rPr>
                            <m:t>)</m:t>
                          </m:r>
                        </m:den>
                      </m:f>
                    </m:oMath>
                  </m:oMathPara>
                </a14:m>
                <a:endParaRPr lang="en-CA" sz="2400" dirty="0"/>
              </a:p>
            </p:txBody>
          </p:sp>
        </mc:Choice>
        <mc:Fallback xmlns="">
          <p:sp>
            <p:nvSpPr>
              <p:cNvPr id="4" name="Object 3">
                <a:extLst>
                  <a:ext uri="{FF2B5EF4-FFF2-40B4-BE49-F238E27FC236}">
                    <a16:creationId xmlns:a16="http://schemas.microsoft.com/office/drawing/2014/main" id="{5E5EA6C0-C172-4A2C-A042-53CA7D4777B8}"/>
                  </a:ext>
                </a:extLst>
              </p:cNvPr>
              <p:cNvSpPr txBox="1">
                <a:spLocks noRot="1" noChangeAspect="1" noMove="1" noResize="1" noEditPoints="1" noAdjustHandles="1" noChangeArrowheads="1" noChangeShapeType="1" noTextEdit="1"/>
              </p:cNvSpPr>
              <p:nvPr/>
            </p:nvSpPr>
            <p:spPr>
              <a:xfrm>
                <a:off x="2441847" y="5206042"/>
                <a:ext cx="4794449" cy="79208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3EDCD6ED-E63E-4839-9DFA-BBA6421A05A3}"/>
                  </a:ext>
                </a:extLst>
              </p:cNvPr>
              <p:cNvSpPr txBox="1"/>
              <p:nvPr/>
            </p:nvSpPr>
            <p:spPr>
              <a:xfrm>
                <a:off x="971600" y="1988840"/>
                <a:ext cx="7772400" cy="388937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lang="en-CA" sz="2400" i="1" smtClean="0">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𝑣</m:t>
                          </m:r>
                        </m:e>
                        <m:sub>
                          <m:r>
                            <a:rPr lang="en-CA" sz="2400" i="1">
                              <a:solidFill>
                                <a:srgbClr val="000000"/>
                              </a:solidFill>
                              <a:latin typeface="Cambria Math" panose="02040503050406030204" pitchFamily="18" charset="0"/>
                            </a:rPr>
                            <m:t>1</m:t>
                          </m:r>
                        </m:sub>
                      </m:sSub>
                      <m:r>
                        <a:rPr lang="en-CA" sz="2400" i="1">
                          <a:solidFill>
                            <a:srgbClr val="000000"/>
                          </a:solidFill>
                          <a:latin typeface="Cambria Math" panose="02040503050406030204" pitchFamily="18" charset="0"/>
                        </a:rPr>
                        <m:t>=</m:t>
                      </m:r>
                      <m:f>
                        <m:fPr>
                          <m:ctrlPr>
                            <a:rPr lang="en-CA" sz="2400" i="1">
                              <a:solidFill>
                                <a:srgbClr val="000000"/>
                              </a:solidFill>
                              <a:latin typeface="Cambria Math" panose="02040503050406030204" pitchFamily="18" charset="0"/>
                            </a:rPr>
                          </m:ctrlPr>
                        </m:fPr>
                        <m:num>
                          <m:r>
                            <a:rPr lang="en-CA" sz="2400" i="1">
                              <a:solidFill>
                                <a:srgbClr val="000000"/>
                              </a:solidFill>
                              <a:latin typeface="Cambria Math" panose="02040503050406030204" pitchFamily="18" charset="0"/>
                            </a:rPr>
                            <m:t>1</m:t>
                          </m:r>
                        </m:num>
                        <m:den>
                          <m:r>
                            <a:rPr lang="en-CA" sz="2400" i="1">
                              <a:solidFill>
                                <a:srgbClr val="000000"/>
                              </a:solidFill>
                              <a:latin typeface="Cambria Math" panose="02040503050406030204" pitchFamily="18" charset="0"/>
                            </a:rPr>
                            <m:t>1+</m:t>
                          </m:r>
                          <m:func>
                            <m:funcPr>
                              <m:ctrlPr>
                                <a:rPr lang="en-CA" sz="2400" i="1">
                                  <a:solidFill>
                                    <a:srgbClr val="000000"/>
                                  </a:solidFill>
                                  <a:latin typeface="Cambria Math" panose="02040503050406030204" pitchFamily="18" charset="0"/>
                                </a:rPr>
                              </m:ctrlPr>
                            </m:funcPr>
                            <m:fName>
                              <m:r>
                                <m:rPr>
                                  <m:sty m:val="p"/>
                                </m:rPr>
                                <a:rPr lang="en-CA" sz="2400" i="0">
                                  <a:solidFill>
                                    <a:srgbClr val="000000"/>
                                  </a:solidFill>
                                  <a:latin typeface="Cambria Math" panose="02040503050406030204" pitchFamily="18" charset="0"/>
                                </a:rPr>
                                <m:t>exp</m:t>
                              </m:r>
                            </m:fName>
                            <m:e>
                              <m:r>
                                <a:rPr lang="en-CA" sz="2400" i="1">
                                  <a:solidFill>
                                    <a:srgbClr val="000000"/>
                                  </a:solidFill>
                                  <a:latin typeface="Cambria Math" panose="02040503050406030204" pitchFamily="18" charset="0"/>
                                </a:rPr>
                                <m:t>(</m:t>
                              </m:r>
                            </m:e>
                          </m:func>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𝑎</m:t>
                              </m:r>
                            </m:e>
                            <m:sub>
                              <m:r>
                                <a:rPr lang="en-CA" sz="2400" i="1">
                                  <a:solidFill>
                                    <a:srgbClr val="000000"/>
                                  </a:solidFill>
                                  <a:latin typeface="Cambria Math" panose="02040503050406030204" pitchFamily="18" charset="0"/>
                                </a:rPr>
                                <m:t>1</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11</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1</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21</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2</m:t>
                              </m:r>
                            </m:sub>
                          </m:sSub>
                          <m:r>
                            <a:rPr lang="en-CA" sz="2400" b="0" i="1" smtClean="0">
                              <a:solidFill>
                                <a:srgbClr val="000000"/>
                              </a:solidFill>
                              <a:latin typeface="Cambria Math" panose="02040503050406030204" pitchFamily="18" charset="0"/>
                            </a:rPr>
                            <m:t>−</m:t>
                          </m:r>
                          <m:sSub>
                            <m:sSubPr>
                              <m:ctrlPr>
                                <a:rPr lang="en-CA" sz="2400" b="0" i="1" smtClean="0">
                                  <a:solidFill>
                                    <a:srgbClr val="000000"/>
                                  </a:solidFill>
                                  <a:latin typeface="Cambria Math" panose="02040503050406030204" pitchFamily="18" charset="0"/>
                                </a:rPr>
                              </m:ctrlPr>
                            </m:sSubPr>
                            <m:e>
                              <m:r>
                                <a:rPr lang="en-CA" sz="2400" b="0" i="1" smtClean="0">
                                  <a:solidFill>
                                    <a:srgbClr val="000000"/>
                                  </a:solidFill>
                                  <a:latin typeface="Cambria Math" panose="02040503050406030204" pitchFamily="18" charset="0"/>
                                </a:rPr>
                                <m:t>𝑤</m:t>
                              </m:r>
                            </m:e>
                            <m:sub>
                              <m:r>
                                <a:rPr lang="en-CA" sz="2400" b="0" i="1" smtClean="0">
                                  <a:solidFill>
                                    <a:srgbClr val="000000"/>
                                  </a:solidFill>
                                  <a:latin typeface="Cambria Math" panose="02040503050406030204" pitchFamily="18" charset="0"/>
                                </a:rPr>
                                <m:t>31</m:t>
                              </m:r>
                            </m:sub>
                          </m:sSub>
                          <m:sSub>
                            <m:sSubPr>
                              <m:ctrlPr>
                                <a:rPr lang="en-CA" sz="2400" b="0" i="1" smtClean="0">
                                  <a:solidFill>
                                    <a:srgbClr val="000000"/>
                                  </a:solidFill>
                                  <a:latin typeface="Cambria Math" panose="02040503050406030204" pitchFamily="18" charset="0"/>
                                </a:rPr>
                              </m:ctrlPr>
                            </m:sSubPr>
                            <m:e>
                              <m:r>
                                <a:rPr lang="en-CA" sz="2400" b="0" i="1" smtClean="0">
                                  <a:solidFill>
                                    <a:srgbClr val="000000"/>
                                  </a:solidFill>
                                  <a:latin typeface="Cambria Math" panose="02040503050406030204" pitchFamily="18" charset="0"/>
                                </a:rPr>
                                <m:t>𝑥</m:t>
                              </m:r>
                            </m:e>
                            <m:sub>
                              <m:r>
                                <a:rPr lang="en-CA" sz="2400" b="0" i="1" smtClean="0">
                                  <a:solidFill>
                                    <a:srgbClr val="000000"/>
                                  </a:solidFill>
                                  <a:latin typeface="Cambria Math" panose="02040503050406030204" pitchFamily="18" charset="0"/>
                                </a:rPr>
                                <m:t>3</m:t>
                              </m:r>
                            </m:sub>
                          </m:sSub>
                          <m:r>
                            <a:rPr lang="en-CA" sz="2400" b="0" i="1" smtClean="0">
                              <a:solidFill>
                                <a:srgbClr val="000000"/>
                              </a:solidFill>
                              <a:latin typeface="Cambria Math" panose="02040503050406030204" pitchFamily="18" charset="0"/>
                            </a:rPr>
                            <m:t>−</m:t>
                          </m:r>
                          <m:sSub>
                            <m:sSubPr>
                              <m:ctrlPr>
                                <a:rPr lang="en-CA" sz="2400" b="0" i="1" smtClean="0">
                                  <a:solidFill>
                                    <a:srgbClr val="000000"/>
                                  </a:solidFill>
                                  <a:latin typeface="Cambria Math" panose="02040503050406030204" pitchFamily="18" charset="0"/>
                                </a:rPr>
                              </m:ctrlPr>
                            </m:sSubPr>
                            <m:e>
                              <m:r>
                                <a:rPr lang="en-CA" sz="2400" b="0" i="1" smtClean="0">
                                  <a:solidFill>
                                    <a:srgbClr val="000000"/>
                                  </a:solidFill>
                                  <a:latin typeface="Cambria Math" panose="02040503050406030204" pitchFamily="18" charset="0"/>
                                </a:rPr>
                                <m:t>𝑤</m:t>
                              </m:r>
                            </m:e>
                            <m:sub>
                              <m:r>
                                <a:rPr lang="en-CA" sz="2400" b="0" i="1" smtClean="0">
                                  <a:solidFill>
                                    <a:srgbClr val="000000"/>
                                  </a:solidFill>
                                  <a:latin typeface="Cambria Math" panose="02040503050406030204" pitchFamily="18" charset="0"/>
                                </a:rPr>
                                <m:t>41</m:t>
                              </m:r>
                            </m:sub>
                          </m:sSub>
                          <m:sSub>
                            <m:sSubPr>
                              <m:ctrlPr>
                                <a:rPr lang="en-CA" sz="2400" b="0" i="1" smtClean="0">
                                  <a:solidFill>
                                    <a:srgbClr val="000000"/>
                                  </a:solidFill>
                                  <a:latin typeface="Cambria Math" panose="02040503050406030204" pitchFamily="18" charset="0"/>
                                </a:rPr>
                              </m:ctrlPr>
                            </m:sSubPr>
                            <m:e>
                              <m:r>
                                <a:rPr lang="en-CA" sz="2400" b="0" i="1" smtClean="0">
                                  <a:solidFill>
                                    <a:srgbClr val="000000"/>
                                  </a:solidFill>
                                  <a:latin typeface="Cambria Math" panose="02040503050406030204" pitchFamily="18" charset="0"/>
                                </a:rPr>
                                <m:t>𝑥</m:t>
                              </m:r>
                            </m:e>
                            <m:sub>
                              <m:r>
                                <a:rPr lang="en-CA" sz="2400" b="0" i="1" smtClean="0">
                                  <a:solidFill>
                                    <a:srgbClr val="000000"/>
                                  </a:solidFill>
                                  <a:latin typeface="Cambria Math" panose="02040503050406030204" pitchFamily="18" charset="0"/>
                                </a:rPr>
                                <m:t>4</m:t>
                              </m:r>
                            </m:sub>
                          </m:sSub>
                          <m:r>
                            <a:rPr lang="en-CA" sz="2400" i="1">
                              <a:solidFill>
                                <a:srgbClr val="000000"/>
                              </a:solidFill>
                              <a:latin typeface="Cambria Math" panose="02040503050406030204" pitchFamily="18" charset="0"/>
                            </a:rPr>
                            <m:t>)</m:t>
                          </m:r>
                        </m:den>
                      </m:f>
                    </m:oMath>
                  </m:oMathPara>
                </a14:m>
                <a:endParaRPr lang="en-CA" sz="2400" i="1" dirty="0">
                  <a:solidFill>
                    <a:srgbClr val="000000"/>
                  </a:solidFill>
                  <a:latin typeface="Cambria Math" panose="02040503050406030204" pitchFamily="18" charset="0"/>
                </a:endParaRPr>
              </a:p>
              <a:p>
                <a:pPr/>
                <a:br>
                  <a:rPr lang="en-CA" sz="24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𝑣</m:t>
                          </m:r>
                        </m:e>
                        <m:sub>
                          <m:r>
                            <a:rPr lang="en-CA" sz="2400" i="1">
                              <a:solidFill>
                                <a:srgbClr val="000000"/>
                              </a:solidFill>
                              <a:latin typeface="Cambria Math" panose="02040503050406030204" pitchFamily="18" charset="0"/>
                            </a:rPr>
                            <m:t>2</m:t>
                          </m:r>
                        </m:sub>
                      </m:sSub>
                      <m:r>
                        <a:rPr lang="en-CA" sz="2400" i="1">
                          <a:solidFill>
                            <a:srgbClr val="000000"/>
                          </a:solidFill>
                          <a:latin typeface="Cambria Math" panose="02040503050406030204" pitchFamily="18" charset="0"/>
                        </a:rPr>
                        <m:t>=</m:t>
                      </m:r>
                      <m:f>
                        <m:fPr>
                          <m:ctrlPr>
                            <a:rPr lang="en-CA" sz="2400" i="1">
                              <a:solidFill>
                                <a:srgbClr val="000000"/>
                              </a:solidFill>
                              <a:latin typeface="Cambria Math" panose="02040503050406030204" pitchFamily="18" charset="0"/>
                            </a:rPr>
                          </m:ctrlPr>
                        </m:fPr>
                        <m:num>
                          <m:r>
                            <a:rPr lang="en-CA" sz="2400" i="1">
                              <a:solidFill>
                                <a:srgbClr val="000000"/>
                              </a:solidFill>
                              <a:latin typeface="Cambria Math" panose="02040503050406030204" pitchFamily="18" charset="0"/>
                            </a:rPr>
                            <m:t>1</m:t>
                          </m:r>
                        </m:num>
                        <m:den>
                          <m:r>
                            <a:rPr lang="en-CA" sz="2400" i="1">
                              <a:solidFill>
                                <a:srgbClr val="000000"/>
                              </a:solidFill>
                              <a:latin typeface="Cambria Math" panose="02040503050406030204" pitchFamily="18" charset="0"/>
                            </a:rPr>
                            <m:t>1+</m:t>
                          </m:r>
                          <m:func>
                            <m:funcPr>
                              <m:ctrlPr>
                                <a:rPr lang="en-CA" sz="2400" i="1">
                                  <a:solidFill>
                                    <a:srgbClr val="000000"/>
                                  </a:solidFill>
                                  <a:latin typeface="Cambria Math" panose="02040503050406030204" pitchFamily="18" charset="0"/>
                                </a:rPr>
                              </m:ctrlPr>
                            </m:funcPr>
                            <m:fName>
                              <m:r>
                                <m:rPr>
                                  <m:sty m:val="p"/>
                                </m:rPr>
                                <a:rPr lang="en-CA" sz="2400" i="0">
                                  <a:solidFill>
                                    <a:srgbClr val="000000"/>
                                  </a:solidFill>
                                  <a:latin typeface="Cambria Math" panose="02040503050406030204" pitchFamily="18" charset="0"/>
                                </a:rPr>
                                <m:t>exp</m:t>
                              </m:r>
                            </m:fName>
                            <m:e>
                              <m:r>
                                <a:rPr lang="en-CA" sz="2400" i="1">
                                  <a:solidFill>
                                    <a:srgbClr val="000000"/>
                                  </a:solidFill>
                                  <a:latin typeface="Cambria Math" panose="02040503050406030204" pitchFamily="18" charset="0"/>
                                </a:rPr>
                                <m:t>(</m:t>
                              </m:r>
                            </m:e>
                          </m:func>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𝑎</m:t>
                              </m:r>
                            </m:e>
                            <m:sub>
                              <m:r>
                                <a:rPr lang="en-CA" sz="2400" i="1">
                                  <a:solidFill>
                                    <a:srgbClr val="000000"/>
                                  </a:solidFill>
                                  <a:latin typeface="Cambria Math" panose="02040503050406030204" pitchFamily="18" charset="0"/>
                                </a:rPr>
                                <m:t>2</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12</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1</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22</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2</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3</m:t>
                              </m:r>
                              <m:r>
                                <a:rPr lang="en-CA" sz="2400" b="0" i="1" smtClean="0">
                                  <a:solidFill>
                                    <a:srgbClr val="000000"/>
                                  </a:solidFill>
                                  <a:latin typeface="Cambria Math" panose="02040503050406030204" pitchFamily="18" charset="0"/>
                                </a:rPr>
                                <m:t>2</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3</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4</m:t>
                              </m:r>
                              <m:r>
                                <a:rPr lang="en-CA" sz="2400" b="0" i="1" smtClean="0">
                                  <a:solidFill>
                                    <a:srgbClr val="000000"/>
                                  </a:solidFill>
                                  <a:latin typeface="Cambria Math" panose="02040503050406030204" pitchFamily="18" charset="0"/>
                                </a:rPr>
                                <m:t>2</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4</m:t>
                              </m:r>
                            </m:sub>
                          </m:sSub>
                          <m:r>
                            <a:rPr lang="en-CA" sz="2400" i="1">
                              <a:solidFill>
                                <a:srgbClr val="000000"/>
                              </a:solidFill>
                              <a:latin typeface="Cambria Math" panose="02040503050406030204" pitchFamily="18" charset="0"/>
                            </a:rPr>
                            <m:t>)</m:t>
                          </m:r>
                        </m:den>
                      </m:f>
                    </m:oMath>
                  </m:oMathPara>
                </a14:m>
                <a:endParaRPr lang="en-CA" sz="2400" i="1" dirty="0">
                  <a:solidFill>
                    <a:srgbClr val="000000"/>
                  </a:solidFill>
                  <a:latin typeface="Cambria Math" panose="02040503050406030204" pitchFamily="18" charset="0"/>
                </a:endParaRPr>
              </a:p>
              <a:p>
                <a:pPr/>
                <a:br>
                  <a:rPr lang="en-CA" sz="24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𝑣</m:t>
                          </m:r>
                        </m:e>
                        <m:sub>
                          <m:r>
                            <a:rPr lang="en-CA" sz="2400" i="1">
                              <a:solidFill>
                                <a:srgbClr val="000000"/>
                              </a:solidFill>
                              <a:latin typeface="Cambria Math" panose="02040503050406030204" pitchFamily="18" charset="0"/>
                            </a:rPr>
                            <m:t>3</m:t>
                          </m:r>
                        </m:sub>
                      </m:sSub>
                      <m:r>
                        <a:rPr lang="en-CA" sz="2400" i="1">
                          <a:solidFill>
                            <a:srgbClr val="000000"/>
                          </a:solidFill>
                          <a:latin typeface="Cambria Math" panose="02040503050406030204" pitchFamily="18" charset="0"/>
                        </a:rPr>
                        <m:t>=</m:t>
                      </m:r>
                      <m:f>
                        <m:fPr>
                          <m:ctrlPr>
                            <a:rPr lang="en-CA" sz="2400" i="1">
                              <a:solidFill>
                                <a:srgbClr val="000000"/>
                              </a:solidFill>
                              <a:latin typeface="Cambria Math" panose="02040503050406030204" pitchFamily="18" charset="0"/>
                            </a:rPr>
                          </m:ctrlPr>
                        </m:fPr>
                        <m:num>
                          <m:r>
                            <a:rPr lang="en-CA" sz="2400" i="1">
                              <a:solidFill>
                                <a:srgbClr val="000000"/>
                              </a:solidFill>
                              <a:latin typeface="Cambria Math" panose="02040503050406030204" pitchFamily="18" charset="0"/>
                            </a:rPr>
                            <m:t>1</m:t>
                          </m:r>
                        </m:num>
                        <m:den>
                          <m:r>
                            <a:rPr lang="en-CA" sz="2400" i="1">
                              <a:solidFill>
                                <a:srgbClr val="000000"/>
                              </a:solidFill>
                              <a:latin typeface="Cambria Math" panose="02040503050406030204" pitchFamily="18" charset="0"/>
                            </a:rPr>
                            <m:t>1+</m:t>
                          </m:r>
                          <m:func>
                            <m:funcPr>
                              <m:ctrlPr>
                                <a:rPr lang="en-CA" sz="2400" i="1">
                                  <a:solidFill>
                                    <a:srgbClr val="000000"/>
                                  </a:solidFill>
                                  <a:latin typeface="Cambria Math" panose="02040503050406030204" pitchFamily="18" charset="0"/>
                                </a:rPr>
                              </m:ctrlPr>
                            </m:funcPr>
                            <m:fName>
                              <m:r>
                                <m:rPr>
                                  <m:sty m:val="p"/>
                                </m:rPr>
                                <a:rPr lang="en-CA" sz="2400" i="0">
                                  <a:solidFill>
                                    <a:srgbClr val="000000"/>
                                  </a:solidFill>
                                  <a:latin typeface="Cambria Math" panose="02040503050406030204" pitchFamily="18" charset="0"/>
                                </a:rPr>
                                <m:t>exp</m:t>
                              </m:r>
                            </m:fName>
                            <m:e>
                              <m:r>
                                <a:rPr lang="en-CA" sz="2400" i="1">
                                  <a:solidFill>
                                    <a:srgbClr val="000000"/>
                                  </a:solidFill>
                                  <a:latin typeface="Cambria Math" panose="02040503050406030204" pitchFamily="18" charset="0"/>
                                </a:rPr>
                                <m:t>(</m:t>
                              </m:r>
                            </m:e>
                          </m:func>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𝑎</m:t>
                              </m:r>
                            </m:e>
                            <m:sub>
                              <m:r>
                                <a:rPr lang="en-CA" sz="2400" i="1">
                                  <a:solidFill>
                                    <a:srgbClr val="000000"/>
                                  </a:solidFill>
                                  <a:latin typeface="Cambria Math" panose="02040503050406030204" pitchFamily="18" charset="0"/>
                                </a:rPr>
                                <m:t>3</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13</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1</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23</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2</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3</m:t>
                              </m:r>
                              <m:r>
                                <a:rPr lang="en-CA" sz="2400" b="0" i="1" smtClean="0">
                                  <a:solidFill>
                                    <a:srgbClr val="000000"/>
                                  </a:solidFill>
                                  <a:latin typeface="Cambria Math" panose="02040503050406030204" pitchFamily="18" charset="0"/>
                                </a:rPr>
                                <m:t>2</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3</m:t>
                              </m:r>
                            </m:sub>
                          </m:sSub>
                          <m:r>
                            <a:rPr lang="en-CA" sz="2400" i="1">
                              <a:solidFill>
                                <a:srgbClr val="000000"/>
                              </a:solidFill>
                              <a:latin typeface="Cambria Math" panose="02040503050406030204" pitchFamily="18" charset="0"/>
                            </a:rPr>
                            <m:t>−</m:t>
                          </m:r>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𝑤</m:t>
                              </m:r>
                            </m:e>
                            <m:sub>
                              <m:r>
                                <a:rPr lang="en-CA" sz="2400" i="1">
                                  <a:solidFill>
                                    <a:srgbClr val="000000"/>
                                  </a:solidFill>
                                  <a:latin typeface="Cambria Math" panose="02040503050406030204" pitchFamily="18" charset="0"/>
                                </a:rPr>
                                <m:t>41</m:t>
                              </m:r>
                            </m:sub>
                          </m:sSub>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𝑥</m:t>
                              </m:r>
                            </m:e>
                            <m:sub>
                              <m:r>
                                <a:rPr lang="en-CA" sz="2400" i="1">
                                  <a:solidFill>
                                    <a:srgbClr val="000000"/>
                                  </a:solidFill>
                                  <a:latin typeface="Cambria Math" panose="02040503050406030204" pitchFamily="18" charset="0"/>
                                </a:rPr>
                                <m:t>4</m:t>
                              </m:r>
                            </m:sub>
                          </m:sSub>
                          <m:r>
                            <a:rPr lang="en-CA" sz="2400" i="1">
                              <a:solidFill>
                                <a:srgbClr val="000000"/>
                              </a:solidFill>
                              <a:latin typeface="Cambria Math" panose="02040503050406030204" pitchFamily="18" charset="0"/>
                            </a:rPr>
                            <m:t>)</m:t>
                          </m:r>
                        </m:den>
                      </m:f>
                    </m:oMath>
                  </m:oMathPara>
                </a14:m>
                <a:endParaRPr lang="en-CA" sz="2400" i="1" dirty="0">
                  <a:solidFill>
                    <a:srgbClr val="000000"/>
                  </a:solidFill>
                  <a:latin typeface="Cambria Math" panose="02040503050406030204" pitchFamily="18" charset="0"/>
                </a:endParaRPr>
              </a:p>
              <a:p>
                <a:br>
                  <a:rPr lang="en-CA" sz="2400" i="1" dirty="0">
                    <a:solidFill>
                      <a:srgbClr val="000000"/>
                    </a:solidFill>
                    <a:latin typeface="Cambria Math" panose="02040503050406030204" pitchFamily="18" charset="0"/>
                  </a:rPr>
                </a:br>
                <a:endParaRPr lang="en-CA" sz="2400" i="1" dirty="0">
                  <a:solidFill>
                    <a:srgbClr val="000000"/>
                  </a:solidFill>
                  <a:latin typeface="Cambria Math" panose="02040503050406030204" pitchFamily="18" charset="0"/>
                </a:endParaRPr>
              </a:p>
              <a:p>
                <a:endParaRPr lang="en-CA" sz="2400" dirty="0"/>
              </a:p>
            </p:txBody>
          </p:sp>
        </mc:Choice>
        <mc:Fallback xmlns="">
          <p:sp>
            <p:nvSpPr>
              <p:cNvPr id="7" name="Object 6">
                <a:extLst>
                  <a:ext uri="{FF2B5EF4-FFF2-40B4-BE49-F238E27FC236}">
                    <a16:creationId xmlns:a16="http://schemas.microsoft.com/office/drawing/2014/main" id="{3EDCD6ED-E63E-4839-9DFA-BBA6421A05A3}"/>
                  </a:ext>
                </a:extLst>
              </p:cNvPr>
              <p:cNvSpPr txBox="1">
                <a:spLocks noRot="1" noChangeAspect="1" noMove="1" noResize="1" noEditPoints="1" noAdjustHandles="1" noChangeArrowheads="1" noChangeShapeType="1" noTextEdit="1"/>
              </p:cNvSpPr>
              <p:nvPr/>
            </p:nvSpPr>
            <p:spPr>
              <a:xfrm>
                <a:off x="971600" y="1988840"/>
                <a:ext cx="7772400" cy="3889375"/>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74207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13449"/>
            <a:ext cx="7772400" cy="1143000"/>
          </a:xfrm>
        </p:spPr>
        <p:txBody>
          <a:bodyPr/>
          <a:lstStyle/>
          <a:p>
            <a:r>
              <a:rPr lang="zh-CN" altLang="en-US" i="0" dirty="0"/>
              <a:t>多层人工神经网络</a:t>
            </a:r>
            <a:endParaRPr lang="en-CA" dirty="0"/>
          </a:p>
        </p:txBody>
      </p:sp>
      <p:sp>
        <p:nvSpPr>
          <p:cNvPr id="11" name="Slide Number Placeholder 10"/>
          <p:cNvSpPr>
            <a:spLocks noGrp="1"/>
          </p:cNvSpPr>
          <p:nvPr>
            <p:ph type="sldNum" sz="quarter" idx="12"/>
          </p:nvPr>
        </p:nvSpPr>
        <p:spPr/>
        <p:txBody>
          <a:bodyPr/>
          <a:lstStyle/>
          <a:p>
            <a:fld id="{6BD591AF-1ED9-4304-8F29-356B6BF4E410}" type="slidenum">
              <a:rPr lang="en-CA" smtClean="0"/>
              <a:t>8</a:t>
            </a:fld>
            <a:endParaRPr lang="en-CA"/>
          </a:p>
        </p:txBody>
      </p:sp>
      <p:pic>
        <p:nvPicPr>
          <p:cNvPr id="6" name="Picture 5"/>
          <p:cNvPicPr>
            <a:picLocks noChangeAspect="1"/>
          </p:cNvPicPr>
          <p:nvPr/>
        </p:nvPicPr>
        <p:blipFill>
          <a:blip r:embed="rId2"/>
          <a:stretch>
            <a:fillRect/>
          </a:stretch>
        </p:blipFill>
        <p:spPr>
          <a:xfrm>
            <a:off x="942665" y="1742149"/>
            <a:ext cx="7496766" cy="4582451"/>
          </a:xfrm>
          <a:prstGeom prst="rect">
            <a:avLst/>
          </a:prstGeom>
        </p:spPr>
      </p:pic>
    </p:spTree>
    <p:extLst>
      <p:ext uri="{BB962C8B-B14F-4D97-AF65-F5344CB8AC3E}">
        <p14:creationId xmlns:p14="http://schemas.microsoft.com/office/powerpoint/2010/main" val="1077862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557808"/>
            <a:ext cx="7772400" cy="1143000"/>
          </a:xfrm>
        </p:spPr>
        <p:txBody>
          <a:bodyPr/>
          <a:lstStyle/>
          <a:p>
            <a:r>
              <a:rPr lang="zh-CN" altLang="en-US" i="0" dirty="0"/>
              <a:t>神经网络</a:t>
            </a:r>
            <a:endParaRPr lang="en-CA" i="0" dirty="0"/>
          </a:p>
        </p:txBody>
      </p:sp>
      <p:sp>
        <p:nvSpPr>
          <p:cNvPr id="3" name="Content Placeholder 2"/>
          <p:cNvSpPr>
            <a:spLocks noGrp="1"/>
          </p:cNvSpPr>
          <p:nvPr>
            <p:ph idx="1"/>
          </p:nvPr>
        </p:nvSpPr>
        <p:spPr>
          <a:xfrm>
            <a:off x="269776" y="1844824"/>
            <a:ext cx="8604448" cy="4114800"/>
          </a:xfrm>
        </p:spPr>
        <p:txBody>
          <a:bodyPr/>
          <a:lstStyle/>
          <a:p>
            <a:pPr marL="0" indent="0">
              <a:buNone/>
            </a:pPr>
            <a:r>
              <a:rPr lang="zh-CN" altLang="en-US" sz="2400" dirty="0"/>
              <a:t>线性激活函数通常会被用来进行数值模拟，而</a:t>
            </a:r>
            <a:r>
              <a:rPr lang="en-US" altLang="zh-CN" sz="2400" dirty="0"/>
              <a:t>Sigmoid</a:t>
            </a:r>
            <a:r>
              <a:rPr lang="zh-CN" altLang="en-US" sz="2400" dirty="0"/>
              <a:t>函数通常会被用来做分类。</a:t>
            </a:r>
            <a:endParaRPr lang="en-US" altLang="zh-CN" sz="2400" dirty="0"/>
          </a:p>
          <a:p>
            <a:pPr marL="0" indent="0">
              <a:buNone/>
            </a:pPr>
            <a:endParaRPr lang="en-US" sz="2400" dirty="0"/>
          </a:p>
          <a:p>
            <a:pPr marL="0" indent="0">
              <a:buNone/>
            </a:pPr>
            <a:r>
              <a:rPr lang="zh-CN" altLang="en-US" sz="2400" dirty="0">
                <a:latin typeface="Calibri" panose="020F0502020204030204" pitchFamily="34" charset="0"/>
                <a:cs typeface="Calibri" panose="020F0502020204030204" pitchFamily="34" charset="0"/>
              </a:rPr>
              <a:t>对于解决特定问题，我们通常要经过反复试验来确定隐藏层的数目和每个隐藏层的神经元数量。</a:t>
            </a:r>
            <a:r>
              <a:rPr lang="en-CA" sz="2400" dirty="0">
                <a:latin typeface="Calibri" panose="020F0502020204030204" pitchFamily="34" charset="0"/>
                <a:cs typeface="Calibri" panose="020F0502020204030204" pitchFamily="34" charset="0"/>
              </a:rPr>
              <a:t>	</a:t>
            </a:r>
            <a:endParaRPr lang="en-CA" sz="2400" dirty="0"/>
          </a:p>
        </p:txBody>
      </p:sp>
      <p:sp>
        <p:nvSpPr>
          <p:cNvPr id="5" name="Slide Number Placeholder 4"/>
          <p:cNvSpPr>
            <a:spLocks noGrp="1"/>
          </p:cNvSpPr>
          <p:nvPr>
            <p:ph type="sldNum" sz="quarter" idx="12"/>
          </p:nvPr>
        </p:nvSpPr>
        <p:spPr/>
        <p:txBody>
          <a:bodyPr/>
          <a:lstStyle/>
          <a:p>
            <a:fld id="{F979D778-5668-409F-BE61-8F31D5437AFC}" type="slidenum">
              <a:rPr lang="en-CA" smtClean="0"/>
              <a:t>9</a:t>
            </a:fld>
            <a:endParaRPr lang="en-CA"/>
          </a:p>
        </p:txBody>
      </p:sp>
    </p:spTree>
    <p:extLst>
      <p:ext uri="{BB962C8B-B14F-4D97-AF65-F5344CB8AC3E}">
        <p14:creationId xmlns:p14="http://schemas.microsoft.com/office/powerpoint/2010/main" val="2553528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07061-74E2-0216-4920-E35990E35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217F2-CBF9-F3DC-D9B6-8D03314706FC}"/>
              </a:ext>
            </a:extLst>
          </p:cNvPr>
          <p:cNvSpPr>
            <a:spLocks noGrp="1"/>
          </p:cNvSpPr>
          <p:nvPr>
            <p:ph type="title"/>
          </p:nvPr>
        </p:nvSpPr>
        <p:spPr>
          <a:xfrm>
            <a:off x="107504" y="557808"/>
            <a:ext cx="7772400" cy="1143000"/>
          </a:xfrm>
        </p:spPr>
        <p:txBody>
          <a:bodyPr/>
          <a:lstStyle/>
          <a:p>
            <a:r>
              <a:rPr lang="zh-CN" altLang="en-US" i="0" dirty="0"/>
              <a:t>激活函数</a:t>
            </a:r>
            <a:endParaRPr lang="en-CA" i="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3F5EF0-C7D1-FDCE-50D3-A9F4423878B9}"/>
                  </a:ext>
                </a:extLst>
              </p:cNvPr>
              <p:cNvSpPr>
                <a:spLocks noGrp="1"/>
              </p:cNvSpPr>
              <p:nvPr>
                <p:ph idx="1"/>
              </p:nvPr>
            </p:nvSpPr>
            <p:spPr>
              <a:xfrm>
                <a:off x="107504" y="1371600"/>
                <a:ext cx="8604448" cy="4114800"/>
              </a:xfrm>
            </p:spPr>
            <p:txBody>
              <a:bodyPr/>
              <a:lstStyle/>
              <a:p>
                <a:r>
                  <a:rPr lang="zh-CN" altLang="en-US" sz="2400" dirty="0"/>
                  <a:t>激活函数将一个神经元的数值与前一层数值的线性组合相关联。</a:t>
                </a:r>
                <a:endParaRPr lang="en-US" altLang="zh-CN" sz="2400" dirty="0"/>
              </a:p>
              <a:p>
                <a:pPr marL="0" indent="0">
                  <a:buNone/>
                </a:pPr>
                <a:r>
                  <a:rPr lang="en-US" sz="2400" i="1" dirty="0">
                    <a:ea typeface="Cambria Math" panose="02040503050406030204" pitchFamily="18" charset="0"/>
                  </a:rPr>
                  <a:t>        </a:t>
                </a:r>
                <a:r>
                  <a:rPr lang="en-CA" sz="2400" i="1" dirty="0" err="1">
                    <a:ea typeface="Cambria Math" panose="02040503050406030204" pitchFamily="18" charset="0"/>
                  </a:rPr>
                  <a:t>v</a:t>
                </a:r>
                <a:r>
                  <a:rPr lang="en-CA" sz="2400" i="1" baseline="-25000" dirty="0" err="1">
                    <a:ea typeface="Cambria Math" panose="02040503050406030204" pitchFamily="18" charset="0"/>
                  </a:rPr>
                  <a:t>k,j</a:t>
                </a:r>
                <a:r>
                  <a:rPr lang="en-CA" sz="2400" dirty="0">
                    <a:latin typeface="Cambria Math" panose="02040503050406030204" pitchFamily="18" charset="0"/>
                    <a:ea typeface="Cambria Math" panose="02040503050406030204" pitchFamily="18" charset="0"/>
                  </a:rPr>
                  <a:t>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𝑦</m:t>
                        </m:r>
                      </m:e>
                    </m:d>
                  </m:oMath>
                </a14:m>
                <a:r>
                  <a:rPr lang="en-CA" sz="2400" dirty="0"/>
                  <a:t> </a:t>
                </a:r>
                <a:r>
                  <a:rPr lang="zh-CN" altLang="en-US" sz="2400" dirty="0"/>
                  <a:t>其中</a:t>
                </a:r>
                <a:r>
                  <a:rPr lang="en-CA" sz="2400" dirty="0"/>
                  <a:t> </a:t>
                </a:r>
                <a14:m>
                  <m:oMath xmlns:m="http://schemas.openxmlformats.org/officeDocument/2006/math">
                    <m:r>
                      <a:rPr lang="en-CA" sz="2400" i="1">
                        <a:latin typeface="Cambria Math" panose="02040503050406030204" pitchFamily="18" charset="0"/>
                      </a:rPr>
                      <m:t>𝑦</m:t>
                    </m:r>
                    <m:r>
                      <a:rPr lang="en-CA" sz="2400" i="1">
                        <a:latin typeface="Cambria Math" panose="02040503050406030204" pitchFamily="18" charset="0"/>
                      </a:rPr>
                      <m:t>=</m:t>
                    </m:r>
                    <m:r>
                      <a:rPr lang="en-CA" sz="2400" i="1">
                        <a:latin typeface="Cambria Math" panose="02040503050406030204" pitchFamily="18" charset="0"/>
                      </a:rPr>
                      <m:t>𝑎</m:t>
                    </m:r>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rPr>
                          <m:t>𝑏</m:t>
                        </m:r>
                      </m:e>
                      <m:sub>
                        <m:r>
                          <a:rPr lang="en-CA" sz="2400" i="1">
                            <a:latin typeface="Cambria Math" panose="02040503050406030204" pitchFamily="18" charset="0"/>
                          </a:rPr>
                          <m:t>1</m:t>
                        </m:r>
                      </m:sub>
                    </m:sSub>
                    <m:sSub>
                      <m:sSubPr>
                        <m:ctrlPr>
                          <a:rPr lang="en-CA" sz="2400" i="1">
                            <a:latin typeface="Cambria Math" panose="02040503050406030204" pitchFamily="18" charset="0"/>
                          </a:rPr>
                        </m:ctrlPr>
                      </m:sSubPr>
                      <m:e>
                        <m:r>
                          <m:rPr>
                            <m:nor/>
                          </m:rPr>
                          <a:rPr lang="en-CA" sz="2400" i="1" dirty="0">
                            <a:cs typeface="Times New Roman" panose="02020603050405020304" pitchFamily="18" charset="0"/>
                          </a:rPr>
                          <m:t>v</m:t>
                        </m:r>
                      </m:e>
                      <m:sub>
                        <m:r>
                          <a:rPr lang="en-CA" sz="2400" i="1" dirty="0">
                            <a:latin typeface="Cambria Math" panose="02040503050406030204" pitchFamily="18" charset="0"/>
                            <a:cs typeface="Times New Roman" panose="02020603050405020304" pitchFamily="18" charset="0"/>
                          </a:rPr>
                          <m:t>𝑘</m:t>
                        </m:r>
                        <m:r>
                          <a:rPr lang="en-CA" sz="2400" i="1">
                            <a:latin typeface="Cambria Math" panose="02040503050406030204" pitchFamily="18" charset="0"/>
                          </a:rPr>
                          <m:t>−1,1</m:t>
                        </m:r>
                      </m:sub>
                    </m:sSub>
                  </m:oMath>
                </a14:m>
                <a:r>
                  <a:rPr lang="en-CA" sz="2400" dirty="0"/>
                  <a:t>+ </a:t>
                </a:r>
                <a14:m>
                  <m:oMath xmlns:m="http://schemas.openxmlformats.org/officeDocument/2006/math">
                    <m:sSub>
                      <m:sSubPr>
                        <m:ctrlPr>
                          <a:rPr lang="en-CA" sz="2400" i="1">
                            <a:latin typeface="Cambria Math" panose="02040503050406030204" pitchFamily="18" charset="0"/>
                          </a:rPr>
                        </m:ctrlPr>
                      </m:sSubPr>
                      <m:e>
                        <m:r>
                          <a:rPr lang="en-CA" sz="2400" i="1">
                            <a:latin typeface="Cambria Math" panose="02040503050406030204" pitchFamily="18" charset="0"/>
                          </a:rPr>
                          <m:t>𝑏</m:t>
                        </m:r>
                      </m:e>
                      <m:sub>
                        <m:r>
                          <a:rPr lang="en-CA" sz="2400" i="1">
                            <a:latin typeface="Cambria Math" panose="02040503050406030204" pitchFamily="18" charset="0"/>
                          </a:rPr>
                          <m:t>2</m:t>
                        </m:r>
                      </m:sub>
                    </m:sSub>
                    <m:sSub>
                      <m:sSubPr>
                        <m:ctrlPr>
                          <a:rPr lang="en-CA" sz="2400" i="1">
                            <a:latin typeface="Cambria Math" panose="02040503050406030204" pitchFamily="18" charset="0"/>
                          </a:rPr>
                        </m:ctrlPr>
                      </m:sSubPr>
                      <m:e>
                        <m:r>
                          <m:rPr>
                            <m:nor/>
                          </m:rPr>
                          <a:rPr lang="en-CA" sz="2400" i="1" dirty="0">
                            <a:cs typeface="Times New Roman" panose="02020603050405020304" pitchFamily="18" charset="0"/>
                          </a:rPr>
                          <m:t>v</m:t>
                        </m:r>
                      </m:e>
                      <m:sub>
                        <m:r>
                          <a:rPr lang="en-CA" sz="2400" i="1" dirty="0">
                            <a:latin typeface="Cambria Math" panose="02040503050406030204" pitchFamily="18" charset="0"/>
                            <a:cs typeface="Times New Roman" panose="02020603050405020304" pitchFamily="18" charset="0"/>
                          </a:rPr>
                          <m:t>𝑘</m:t>
                        </m:r>
                        <m:r>
                          <a:rPr lang="en-CA" sz="2400" i="1">
                            <a:latin typeface="Cambria Math" panose="02040503050406030204" pitchFamily="18" charset="0"/>
                          </a:rPr>
                          <m:t>−1,2</m:t>
                        </m:r>
                      </m:sub>
                    </m:sSub>
                    <m:r>
                      <a:rPr lang="en-CA" sz="2400" i="1">
                        <a:latin typeface="Cambria Math" panose="02040503050406030204" pitchFamily="18" charset="0"/>
                      </a:rPr>
                      <m:t>+…</m:t>
                    </m:r>
                  </m:oMath>
                </a14:m>
                <a:endParaRPr lang="en-CA" sz="2400" dirty="0"/>
              </a:p>
              <a:p>
                <a:endParaRPr lang="en-CA" dirty="0"/>
              </a:p>
              <a:p>
                <a:r>
                  <a:rPr lang="zh-CN" altLang="en-US" sz="2400" dirty="0"/>
                  <a:t>激活函数示例</a:t>
                </a:r>
                <a:r>
                  <a:rPr lang="en-US" sz="2400" dirty="0"/>
                  <a:t>:</a:t>
                </a:r>
              </a:p>
              <a:p>
                <a:pPr marL="0" indent="0">
                  <a:buNone/>
                </a:pPr>
                <a:r>
                  <a:rPr lang="en-US" altLang="zh-CN" sz="2400" dirty="0"/>
                  <a:t>   </a:t>
                </a:r>
                <a:r>
                  <a:rPr lang="zh-CN" altLang="en-US" sz="2400" dirty="0"/>
                  <a:t>线性</a:t>
                </a:r>
                <a:r>
                  <a:rPr lang="en-US" sz="2400" dirty="0"/>
                  <a:t>:                 </a:t>
                </a:r>
                <a:r>
                  <a:rPr lang="en-US" sz="2400" i="1" dirty="0">
                    <a:latin typeface="Cambria" panose="02040503050406030204" pitchFamily="18" charset="0"/>
                    <a:ea typeface="Cambria" panose="02040503050406030204" pitchFamily="18" charset="0"/>
                  </a:rPr>
                  <a:t>f(y) = y</a:t>
                </a:r>
              </a:p>
              <a:p>
                <a:pPr marL="0" indent="0">
                  <a:buNone/>
                </a:pPr>
                <a:r>
                  <a:rPr lang="en-US" sz="2400" dirty="0"/>
                  <a:t>   Sigmoid: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𝑦</m:t>
                        </m:r>
                      </m:e>
                    </m:d>
                    <m:r>
                      <a:rPr lang="en-US" sz="2400" i="1">
                        <a:latin typeface="Cambria Math"/>
                      </a:rPr>
                      <m:t>=</m:t>
                    </m:r>
                    <m:f>
                      <m:fPr>
                        <m:ctrlPr>
                          <a:rPr lang="en-US" sz="2400" i="1">
                            <a:latin typeface="Cambria Math" panose="02040503050406030204" pitchFamily="18" charset="0"/>
                          </a:rPr>
                        </m:ctrlPr>
                      </m:fPr>
                      <m:num>
                        <m:r>
                          <a:rPr lang="en-US" sz="2400" i="1">
                            <a:latin typeface="Cambria Math"/>
                          </a:rPr>
                          <m:t>1</m:t>
                        </m:r>
                      </m:num>
                      <m:den>
                        <m:r>
                          <a:rPr lang="en-US" sz="2400" i="1">
                            <a:latin typeface="Cambria Math"/>
                          </a:rPr>
                          <m:t>1+</m:t>
                        </m:r>
                        <m:sSup>
                          <m:sSupPr>
                            <m:ctrlPr>
                              <a:rPr lang="en-US" sz="2400" i="1">
                                <a:latin typeface="Cambria Math" panose="02040503050406030204" pitchFamily="18" charset="0"/>
                              </a:rPr>
                            </m:ctrlPr>
                          </m:sSupPr>
                          <m:e>
                            <m:r>
                              <a:rPr lang="en-US" sz="2400" i="1">
                                <a:latin typeface="Cambria Math"/>
                              </a:rPr>
                              <m:t>𝑒</m:t>
                            </m:r>
                          </m:e>
                          <m:sup>
                            <m:r>
                              <a:rPr lang="en-US" sz="2400" i="1">
                                <a:latin typeface="Cambria Math"/>
                              </a:rPr>
                              <m:t>−</m:t>
                            </m:r>
                            <m:r>
                              <a:rPr lang="en-US" sz="2400" i="1">
                                <a:latin typeface="Cambria Math"/>
                              </a:rPr>
                              <m:t>𝑦</m:t>
                            </m:r>
                          </m:sup>
                        </m:sSup>
                      </m:den>
                    </m:f>
                  </m:oMath>
                </a14:m>
                <a:r>
                  <a:rPr lang="en-US" sz="2400" dirty="0"/>
                  <a:t> (</a:t>
                </a:r>
                <a:r>
                  <a:rPr lang="zh-CN" altLang="en-US" sz="2400" dirty="0"/>
                  <a:t>输出值在 </a:t>
                </a:r>
                <a:r>
                  <a:rPr lang="en-US" altLang="zh-CN" sz="2400" dirty="0"/>
                  <a:t>0 </a:t>
                </a:r>
                <a:r>
                  <a:rPr lang="zh-CN" altLang="en-US" sz="2400" dirty="0"/>
                  <a:t>和 </a:t>
                </a:r>
                <a:r>
                  <a:rPr lang="en-US" altLang="zh-CN" sz="2400" dirty="0"/>
                  <a:t>1 </a:t>
                </a:r>
                <a:r>
                  <a:rPr lang="zh-CN" altLang="en-US" sz="2400" dirty="0"/>
                  <a:t>之间）</a:t>
                </a:r>
                <a:endParaRPr lang="en-US" altLang="zh-CN" sz="2400" dirty="0"/>
              </a:p>
              <a:p>
                <a:pPr marL="0" indent="0">
                  <a:buNone/>
                </a:pPr>
                <a:r>
                  <a:rPr lang="en-US" altLang="zh-CN" sz="2400" dirty="0"/>
                  <a:t>   </a:t>
                </a:r>
                <a:r>
                  <a:rPr lang="zh-CN" altLang="en-US" sz="2400" dirty="0"/>
                  <a:t>双曲正切</a:t>
                </a:r>
                <a:r>
                  <a:rPr lang="en-US" sz="2400" dirty="0"/>
                  <a:t>: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𝑦</m:t>
                        </m:r>
                      </m:e>
                    </m:d>
                    <m:r>
                      <a:rPr lang="en-US" sz="2400" i="1">
                        <a:latin typeface="Cambria Math"/>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a:rPr>
                              <m:t>𝑒</m:t>
                            </m:r>
                          </m:e>
                          <m:sup>
                            <m:r>
                              <a:rPr lang="en-US" sz="2400" i="1">
                                <a:latin typeface="Cambria Math"/>
                              </a:rPr>
                              <m:t>2</m:t>
                            </m:r>
                            <m:r>
                              <a:rPr lang="en-US" sz="2400" i="1">
                                <a:latin typeface="Cambria Math"/>
                              </a:rPr>
                              <m:t>𝑦</m:t>
                            </m:r>
                          </m:sup>
                        </m:sSup>
                        <m:r>
                          <a:rPr lang="en-US" sz="2400" i="1">
                            <a:latin typeface="Cambria Math"/>
                          </a:rPr>
                          <m:t>−1</m:t>
                        </m:r>
                      </m:num>
                      <m:den>
                        <m:sSup>
                          <m:sSupPr>
                            <m:ctrlPr>
                              <a:rPr lang="en-US" sz="2400" i="1">
                                <a:latin typeface="Cambria Math" panose="02040503050406030204" pitchFamily="18" charset="0"/>
                              </a:rPr>
                            </m:ctrlPr>
                          </m:sSupPr>
                          <m:e>
                            <m:r>
                              <a:rPr lang="en-US" sz="2400" i="1">
                                <a:latin typeface="Cambria Math"/>
                              </a:rPr>
                              <m:t>𝑒</m:t>
                            </m:r>
                          </m:e>
                          <m:sup>
                            <m:r>
                              <a:rPr lang="en-US" sz="2400" i="1">
                                <a:latin typeface="Cambria Math"/>
                              </a:rPr>
                              <m:t>2</m:t>
                            </m:r>
                            <m:r>
                              <a:rPr lang="en-US" sz="2400" i="1">
                                <a:latin typeface="Cambria Math"/>
                              </a:rPr>
                              <m:t>𝑦</m:t>
                            </m:r>
                          </m:sup>
                        </m:sSup>
                        <m:r>
                          <a:rPr lang="en-US" sz="2400" i="1">
                            <a:latin typeface="Cambria Math"/>
                          </a:rPr>
                          <m:t>+1</m:t>
                        </m:r>
                      </m:den>
                    </m:f>
                  </m:oMath>
                </a14:m>
                <a:r>
                  <a:rPr lang="en-US" sz="2400" dirty="0"/>
                  <a:t>  (</a:t>
                </a:r>
                <a:r>
                  <a:rPr lang="zh-CN" altLang="en-US" sz="2400" dirty="0"/>
                  <a:t>输出值在 </a:t>
                </a:r>
                <a:r>
                  <a:rPr lang="en-US" sz="2400" dirty="0"/>
                  <a:t>-1 </a:t>
                </a:r>
                <a:r>
                  <a:rPr lang="zh-CN" altLang="en-US" sz="2400" dirty="0"/>
                  <a:t>和 </a:t>
                </a:r>
                <a:r>
                  <a:rPr lang="en-US" sz="2400" dirty="0"/>
                  <a:t>1 </a:t>
                </a:r>
                <a:r>
                  <a:rPr lang="zh-CN" altLang="en-US" sz="2400" dirty="0"/>
                  <a:t>之间</a:t>
                </a:r>
                <a:r>
                  <a:rPr lang="en-US" sz="2400" dirty="0"/>
                  <a:t>)</a:t>
                </a:r>
              </a:p>
              <a:p>
                <a:pPr marL="0" indent="0">
                  <a:buNone/>
                </a:pPr>
                <a:r>
                  <a:rPr lang="en-US" altLang="zh-CN" sz="2400" dirty="0"/>
                  <a:t>   </a:t>
                </a:r>
                <a:r>
                  <a:rPr lang="zh-CN" altLang="en-US" sz="2400" dirty="0"/>
                  <a:t>线性整流函数（</a:t>
                </a:r>
                <a:r>
                  <a:rPr lang="en-US" sz="2400" dirty="0" err="1"/>
                  <a:t>ReLU</a:t>
                </a:r>
                <a:r>
                  <a:rPr lang="zh-CN" altLang="en-US" sz="2400" dirty="0"/>
                  <a:t>）</a:t>
                </a:r>
                <a:r>
                  <a:rPr lang="en-US" sz="2400" dirty="0"/>
                  <a:t>: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𝑦</m:t>
                        </m:r>
                      </m:e>
                    </m:d>
                    <m:r>
                      <a:rPr lang="en-US" sz="2400" i="1">
                        <a:latin typeface="Cambria Math"/>
                      </a:rPr>
                      <m:t>=</m:t>
                    </m:r>
                    <m:func>
                      <m:funcPr>
                        <m:ctrlPr>
                          <a:rPr lang="en-US" sz="2400" i="1">
                            <a:latin typeface="Cambria Math" panose="02040503050406030204" pitchFamily="18" charset="0"/>
                          </a:rPr>
                        </m:ctrlPr>
                      </m:funcPr>
                      <m:fName>
                        <m:r>
                          <m:rPr>
                            <m:sty m:val="p"/>
                          </m:rPr>
                          <a:rPr lang="en-US" sz="2400">
                            <a:latin typeface="Cambria Math"/>
                          </a:rPr>
                          <m:t>max</m:t>
                        </m:r>
                      </m:fName>
                      <m:e>
                        <m:d>
                          <m:dPr>
                            <m:ctrlPr>
                              <a:rPr lang="en-US" sz="2400" i="1">
                                <a:latin typeface="Cambria Math" panose="02040503050406030204" pitchFamily="18" charset="0"/>
                              </a:rPr>
                            </m:ctrlPr>
                          </m:dPr>
                          <m:e>
                            <m:r>
                              <a:rPr lang="en-US" sz="2400" i="1">
                                <a:latin typeface="Cambria Math"/>
                              </a:rPr>
                              <m:t>𝑦</m:t>
                            </m:r>
                            <m:r>
                              <a:rPr lang="en-US" sz="2400" i="1">
                                <a:latin typeface="Cambria Math"/>
                              </a:rPr>
                              <m:t>,0</m:t>
                            </m:r>
                          </m:e>
                        </m:d>
                      </m:e>
                    </m:func>
                  </m:oMath>
                </a14:m>
                <a:endParaRPr lang="en-US" sz="2400" dirty="0"/>
              </a:p>
              <a:p>
                <a:pPr marL="0" indent="0">
                  <a:buNone/>
                </a:pPr>
                <a:r>
                  <a:rPr lang="en-US" sz="2400" dirty="0"/>
                  <a:t>   Leaky </a:t>
                </a:r>
                <a:r>
                  <a:rPr lang="en-US" sz="2400" dirty="0" err="1"/>
                  <a:t>ReLU</a:t>
                </a:r>
                <a:r>
                  <a:rPr lang="en-US" sz="2400" dirty="0"/>
                  <a:t>:  </a:t>
                </a:r>
                <a14:m>
                  <m:oMath xmlns:m="http://schemas.openxmlformats.org/officeDocument/2006/math">
                    <m:r>
                      <a:rPr lang="en-US" sz="2400" i="1">
                        <a:latin typeface="Cambria Math"/>
                      </a:rPr>
                      <m:t>𝑓</m:t>
                    </m:r>
                    <m:d>
                      <m:dPr>
                        <m:ctrlPr>
                          <a:rPr lang="en-US" sz="2400" i="1">
                            <a:latin typeface="Cambria Math" panose="02040503050406030204" pitchFamily="18" charset="0"/>
                          </a:rPr>
                        </m:ctrlPr>
                      </m:dPr>
                      <m:e>
                        <m:r>
                          <a:rPr lang="en-US" sz="2400" i="1">
                            <a:latin typeface="Cambria Math"/>
                          </a:rPr>
                          <m:t>𝑦</m:t>
                        </m:r>
                      </m:e>
                    </m:d>
                    <m:r>
                      <a:rPr lang="en-US" sz="2400" i="1">
                        <a:latin typeface="Cambria Math"/>
                      </a:rPr>
                      <m:t>=</m:t>
                    </m:r>
                    <m:func>
                      <m:funcPr>
                        <m:ctrlPr>
                          <a:rPr lang="en-US" sz="2400" i="1">
                            <a:latin typeface="Cambria Math" panose="02040503050406030204" pitchFamily="18" charset="0"/>
                          </a:rPr>
                        </m:ctrlPr>
                      </m:funcPr>
                      <m:fName>
                        <m:r>
                          <m:rPr>
                            <m:sty m:val="p"/>
                          </m:rPr>
                          <a:rPr lang="en-US" sz="2400">
                            <a:latin typeface="Cambria Math"/>
                          </a:rPr>
                          <m:t>max</m:t>
                        </m:r>
                      </m:fName>
                      <m:e>
                        <m:d>
                          <m:dPr>
                            <m:ctrlPr>
                              <a:rPr lang="en-US" sz="2400" i="1">
                                <a:latin typeface="Cambria Math" panose="02040503050406030204" pitchFamily="18" charset="0"/>
                              </a:rPr>
                            </m:ctrlPr>
                          </m:dPr>
                          <m:e>
                            <m:r>
                              <a:rPr lang="en-US" sz="2400" i="1">
                                <a:latin typeface="Cambria Math"/>
                              </a:rPr>
                              <m:t>𝑦</m:t>
                            </m:r>
                            <m:r>
                              <a:rPr lang="en-US" sz="2400" i="1">
                                <a:latin typeface="Cambria Math"/>
                              </a:rPr>
                              <m:t>,0</m:t>
                            </m:r>
                          </m:e>
                        </m:d>
                      </m:e>
                    </m:func>
                  </m:oMath>
                </a14:m>
                <a:r>
                  <a:rPr lang="en-US" sz="2400" dirty="0"/>
                  <a:t> </a:t>
                </a:r>
                <a:r>
                  <a:rPr lang="zh-CN" altLang="en-US" sz="2400" dirty="0">
                    <a:latin typeface="+mj-lt"/>
                  </a:rPr>
                  <a:t>当</a:t>
                </a:r>
                <a:r>
                  <a:rPr lang="en-US" sz="2400" i="1" dirty="0">
                    <a:latin typeface="+mj-lt"/>
                  </a:rPr>
                  <a:t>y </a:t>
                </a:r>
                <a:r>
                  <a:rPr lang="en-US" sz="2400" dirty="0">
                    <a:latin typeface="+mj-lt"/>
                  </a:rPr>
                  <a:t>≥ 0, </a:t>
                </a:r>
                <a14:m>
                  <m:oMath xmlns:m="http://schemas.openxmlformats.org/officeDocument/2006/math">
                    <m:r>
                      <a:rPr lang="en-US" altLang="zh-CN" sz="2400" i="1">
                        <a:latin typeface="Cambria Math"/>
                      </a:rPr>
                      <m:t>𝑓</m:t>
                    </m:r>
                    <m:d>
                      <m:dPr>
                        <m:ctrlPr>
                          <a:rPr lang="en-US" altLang="zh-CN" sz="2400" i="1">
                            <a:latin typeface="Cambria Math" panose="02040503050406030204" pitchFamily="18" charset="0"/>
                          </a:rPr>
                        </m:ctrlPr>
                      </m:dPr>
                      <m:e>
                        <m:r>
                          <a:rPr lang="en-US" altLang="zh-CN" sz="2400" i="1">
                            <a:latin typeface="Cambria Math"/>
                          </a:rPr>
                          <m:t>𝑦</m:t>
                        </m:r>
                      </m:e>
                    </m:d>
                    <m:r>
                      <a:rPr lang="en-US" altLang="zh-CN" sz="2400" i="1">
                        <a:latin typeface="Cambria Math" panose="02040503050406030204" pitchFamily="18" charset="0"/>
                      </a:rPr>
                      <m:t>=</m:t>
                    </m:r>
                  </m:oMath>
                </a14:m>
                <a:r>
                  <a:rPr lang="en-US" sz="2400" dirty="0">
                    <a:latin typeface="Symbol" panose="05050102010706020507" pitchFamily="18" charset="2"/>
                  </a:rPr>
                  <a:t>a</a:t>
                </a:r>
                <a:r>
                  <a:rPr lang="en-US" sz="2400" i="1" dirty="0">
                    <a:latin typeface="+mj-lt"/>
                  </a:rPr>
                  <a:t>y</a:t>
                </a:r>
                <a:r>
                  <a:rPr lang="en-US" sz="2400" dirty="0">
                    <a:latin typeface="+mj-lt"/>
                  </a:rPr>
                  <a:t> </a:t>
                </a:r>
                <a:r>
                  <a:rPr lang="zh-CN" altLang="en-US" sz="2400" dirty="0">
                    <a:latin typeface="+mj-lt"/>
                  </a:rPr>
                  <a:t>当</a:t>
                </a:r>
                <a:r>
                  <a:rPr lang="en-US" sz="2400" i="1" dirty="0">
                    <a:latin typeface="+mj-lt"/>
                  </a:rPr>
                  <a:t>y </a:t>
                </a:r>
                <a:r>
                  <a:rPr lang="en-US" sz="2400" dirty="0">
                    <a:latin typeface="+mj-lt"/>
                  </a:rPr>
                  <a:t>&lt; 0.</a:t>
                </a:r>
              </a:p>
              <a:p>
                <a:pPr marL="0" indent="0">
                  <a:buNone/>
                </a:pPr>
                <a:endParaRPr lang="en-US" sz="2400" dirty="0"/>
              </a:p>
              <a:p>
                <a:pPr marL="0" indent="0">
                  <a:buNone/>
                </a:pPr>
                <a:r>
                  <a:rPr lang="en-US" sz="2400" dirty="0"/>
                  <a:t>	</a:t>
                </a:r>
                <a:endParaRPr lang="en-US" sz="1800" dirty="0"/>
              </a:p>
              <a:p>
                <a:pPr marL="0" indent="0">
                  <a:buNone/>
                </a:pPr>
                <a:r>
                  <a:rPr lang="en-CA" i="1" dirty="0">
                    <a:latin typeface="Calibri" panose="020F0502020204030204" pitchFamily="34" charset="0"/>
                    <a:cs typeface="Calibri" panose="020F0502020204030204" pitchFamily="34" charset="0"/>
                  </a:rPr>
                  <a:t>	</a:t>
                </a:r>
                <a:endParaRPr lang="en-CA" dirty="0"/>
              </a:p>
            </p:txBody>
          </p:sp>
        </mc:Choice>
        <mc:Fallback xmlns="">
          <p:sp>
            <p:nvSpPr>
              <p:cNvPr id="3" name="Content Placeholder 2">
                <a:extLst>
                  <a:ext uri="{FF2B5EF4-FFF2-40B4-BE49-F238E27FC236}">
                    <a16:creationId xmlns:a16="http://schemas.microsoft.com/office/drawing/2014/main" id="{523F5EF0-C7D1-FDCE-50D3-A9F4423878B9}"/>
                  </a:ext>
                </a:extLst>
              </p:cNvPr>
              <p:cNvSpPr>
                <a:spLocks noGrp="1" noRot="1" noChangeAspect="1" noMove="1" noResize="1" noEditPoints="1" noAdjustHandles="1" noChangeArrowheads="1" noChangeShapeType="1" noTextEdit="1"/>
              </p:cNvSpPr>
              <p:nvPr>
                <p:ph idx="1"/>
              </p:nvPr>
            </p:nvSpPr>
            <p:spPr>
              <a:xfrm>
                <a:off x="107504" y="1371600"/>
                <a:ext cx="8604448" cy="4114800"/>
              </a:xfrm>
              <a:blipFill>
                <a:blip r:embed="rId3"/>
                <a:stretch>
                  <a:fillRect t="-1185" b="-18370"/>
                </a:stretch>
              </a:blipFill>
            </p:spPr>
            <p:txBody>
              <a:bodyPr/>
              <a:lstStyle/>
              <a:p>
                <a:r>
                  <a:rPr lang="zh-CN" altLang="en-US">
                    <a:noFill/>
                  </a:rPr>
                  <a:t> </a:t>
                </a:r>
              </a:p>
            </p:txBody>
          </p:sp>
        </mc:Fallback>
      </mc:AlternateContent>
      <p:sp>
        <p:nvSpPr>
          <p:cNvPr id="5" name="Slide Number Placeholder 4">
            <a:extLst>
              <a:ext uri="{FF2B5EF4-FFF2-40B4-BE49-F238E27FC236}">
                <a16:creationId xmlns:a16="http://schemas.microsoft.com/office/drawing/2014/main" id="{6BA66DFD-0455-9DC0-D9EB-7715D889680D}"/>
              </a:ext>
            </a:extLst>
          </p:cNvPr>
          <p:cNvSpPr>
            <a:spLocks noGrp="1"/>
          </p:cNvSpPr>
          <p:nvPr>
            <p:ph type="sldNum" sz="quarter" idx="12"/>
          </p:nvPr>
        </p:nvSpPr>
        <p:spPr/>
        <p:txBody>
          <a:bodyPr/>
          <a:lstStyle/>
          <a:p>
            <a:fld id="{F979D778-5668-409F-BE61-8F31D5437AFC}" type="slidenum">
              <a:rPr lang="en-CA" smtClean="0"/>
              <a:t>10</a:t>
            </a:fld>
            <a:endParaRPr lang="en-CA"/>
          </a:p>
        </p:txBody>
      </p:sp>
    </p:spTree>
    <p:extLst>
      <p:ext uri="{BB962C8B-B14F-4D97-AF65-F5344CB8AC3E}">
        <p14:creationId xmlns:p14="http://schemas.microsoft.com/office/powerpoint/2010/main" val="3973833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激活函数</a:t>
            </a:r>
            <a:endParaRPr lang="en-CA" sz="3600"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48791" y="2082642"/>
                <a:ext cx="8646417" cy="4114800"/>
              </a:xfrm>
            </p:spPr>
            <p:txBody>
              <a:bodyPr/>
              <a:lstStyle/>
              <a:p>
                <a:r>
                  <a:rPr lang="zh-CN" altLang="en-US" sz="2400" dirty="0"/>
                  <a:t>通常，网络中会统一使用同一个激活函数，可能除了输出层与前一层之间的连接之外。</a:t>
                </a:r>
                <a:endParaRPr lang="en-US" altLang="zh-CN" sz="2400" dirty="0"/>
              </a:p>
              <a:p>
                <a:r>
                  <a:rPr lang="zh-CN" altLang="en-US" sz="2400" dirty="0"/>
                  <a:t>当目标是数值估计时，最终的激活函数通常为 </a:t>
                </a:r>
                <a14:m>
                  <m:oMath xmlns:m="http://schemas.openxmlformats.org/officeDocument/2006/math">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𝑦</m:t>
                        </m:r>
                      </m:e>
                    </m:d>
                    <m:r>
                      <a:rPr lang="en-US" altLang="zh-CN" sz="2400">
                        <a:latin typeface="Cambria Math" panose="02040503050406030204" pitchFamily="18" charset="0"/>
                      </a:rPr>
                      <m:t>=</m:t>
                    </m:r>
                    <m:r>
                      <a:rPr lang="zh-CN" altLang="en-US" sz="2400" i="1">
                        <a:latin typeface="Cambria Math" panose="02040503050406030204" pitchFamily="18" charset="0"/>
                      </a:rPr>
                      <m:t>𝑦</m:t>
                    </m:r>
                  </m:oMath>
                </a14:m>
                <a:r>
                  <a:rPr lang="zh-CN" altLang="en-US" sz="2400" dirty="0">
                    <a:effectLst/>
                  </a:rPr>
                  <a:t>。</a:t>
                </a:r>
                <a:endParaRPr lang="en-US" altLang="zh-CN" sz="2400" dirty="0">
                  <a:effectLst/>
                </a:endParaRPr>
              </a:p>
              <a:p>
                <a:r>
                  <a:rPr lang="zh-CN" altLang="en-US" sz="2400" dirty="0">
                    <a:effectLst/>
                  </a:rPr>
                  <a:t>在分类问题中，输出层通常表示正类结果的概率，此时一般使用 </a:t>
                </a:r>
                <a:r>
                  <a:rPr lang="en-US" altLang="zh-CN" sz="2400" dirty="0">
                    <a:effectLst/>
                  </a:rPr>
                  <a:t>Sigmoid </a:t>
                </a:r>
                <a:r>
                  <a:rPr lang="zh-CN" altLang="en-US" sz="2400" dirty="0">
                    <a:effectLst/>
                  </a:rPr>
                  <a:t>函数将输出层的值与前一层相关联。</a:t>
                </a:r>
                <a:endParaRPr lang="en-US" altLang="zh-CN" sz="2400" dirty="0">
                  <a:effectLst/>
                </a:endParaRPr>
              </a:p>
              <a:p>
                <a:r>
                  <a:rPr lang="zh-CN" altLang="en-US" sz="2400" dirty="0">
                    <a:effectLst/>
                  </a:rPr>
                  <a:t>目标是选择合适的权重和偏置，以在预测任务中最小化均方误差（</a:t>
                </a:r>
                <a:r>
                  <a:rPr lang="en-US" altLang="zh-CN" sz="2400" dirty="0">
                    <a:effectLst/>
                  </a:rPr>
                  <a:t>MSE</a:t>
                </a:r>
                <a:r>
                  <a:rPr lang="zh-CN" altLang="en-US" sz="2400" dirty="0">
                    <a:effectLst/>
                  </a:rPr>
                  <a:t>）或平均绝对误差（</a:t>
                </a:r>
                <a:r>
                  <a:rPr lang="en-US" altLang="zh-CN" sz="2400" dirty="0">
                    <a:effectLst/>
                  </a:rPr>
                  <a:t>MAE</a:t>
                </a:r>
                <a:r>
                  <a:rPr lang="zh-CN" altLang="en-US" sz="2400" dirty="0">
                    <a:effectLst/>
                  </a:rPr>
                  <a:t>），或在分类任务中最大化似然函数。</a:t>
                </a:r>
                <a:endParaRPr lang="en-US" dirty="0"/>
              </a:p>
              <a:p>
                <a:pPr marL="0" indent="0">
                  <a:buNone/>
                </a:pPr>
                <a:endParaRPr lang="en-US" dirty="0"/>
              </a:p>
              <a:p>
                <a:pPr marL="0" indent="0">
                  <a:buNone/>
                </a:pPr>
                <a:endParaRPr lang="en-US" dirty="0"/>
              </a:p>
              <a:p>
                <a:pPr marL="0" indent="0">
                  <a:buNone/>
                </a:pPr>
                <a:endParaRPr lang="en-US"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48791" y="2082642"/>
                <a:ext cx="8646417" cy="4114800"/>
              </a:xfrm>
              <a:blipFill>
                <a:blip r:embed="rId2"/>
                <a:stretch>
                  <a:fillRect t="-1185"/>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11</a:t>
            </a:fld>
            <a:endParaRPr lang="en-CA"/>
          </a:p>
        </p:txBody>
      </p:sp>
    </p:spTree>
    <p:extLst>
      <p:ext uri="{BB962C8B-B14F-4D97-AF65-F5344CB8AC3E}">
        <p14:creationId xmlns:p14="http://schemas.microsoft.com/office/powerpoint/2010/main" val="2650110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841276"/>
            <a:ext cx="7772400" cy="1143000"/>
          </a:xfrm>
        </p:spPr>
        <p:txBody>
          <a:bodyPr/>
          <a:lstStyle/>
          <a:p>
            <a:r>
              <a:rPr lang="zh-CN" altLang="en-US" i="0" dirty="0"/>
              <a:t>万能近似定理</a:t>
            </a:r>
            <a:endParaRPr lang="en-CA" i="0" dirty="0"/>
          </a:p>
        </p:txBody>
      </p:sp>
      <p:sp>
        <p:nvSpPr>
          <p:cNvPr id="3" name="Content Placeholder 2"/>
          <p:cNvSpPr>
            <a:spLocks noGrp="1"/>
          </p:cNvSpPr>
          <p:nvPr>
            <p:ph idx="1"/>
          </p:nvPr>
        </p:nvSpPr>
        <p:spPr>
          <a:xfrm>
            <a:off x="218977" y="1988840"/>
            <a:ext cx="8496944" cy="3456384"/>
          </a:xfrm>
        </p:spPr>
        <p:txBody>
          <a:bodyPr/>
          <a:lstStyle/>
          <a:p>
            <a:r>
              <a:rPr lang="zh-CN" altLang="en-US" sz="2400" dirty="0"/>
              <a:t>任何一个连续函数都可以用一个隐藏层以任意精度逼近（参见 </a:t>
            </a:r>
            <a:r>
              <a:rPr lang="en-US" altLang="zh-CN" sz="2400" dirty="0"/>
              <a:t>K. Hornik: Neural Networks, 1991, 4: 251-257</a:t>
            </a:r>
            <a:r>
              <a:rPr lang="zh-CN" altLang="en-US" sz="2400" dirty="0"/>
              <a:t>）。</a:t>
            </a:r>
            <a:endParaRPr lang="en-US" altLang="zh-CN" sz="2400" dirty="0"/>
          </a:p>
          <a:p>
            <a:endParaRPr lang="en-US" altLang="zh-CN" sz="2400" dirty="0"/>
          </a:p>
          <a:p>
            <a:r>
              <a:rPr lang="zh-CN" altLang="en-US" sz="2400" dirty="0"/>
              <a:t>但这可能需要非常大量的神经元。</a:t>
            </a:r>
            <a:endParaRPr lang="en-US" altLang="zh-CN" sz="2400" dirty="0"/>
          </a:p>
          <a:p>
            <a:endParaRPr lang="en-US" altLang="zh-CN" sz="2400" dirty="0"/>
          </a:p>
          <a:p>
            <a:r>
              <a:rPr lang="zh-CN" altLang="en-US" sz="2400" dirty="0"/>
              <a:t>使用多个隐藏层在计算上可以更高效。</a:t>
            </a:r>
            <a:endParaRPr lang="en-CA" sz="2400" dirty="0"/>
          </a:p>
        </p:txBody>
      </p:sp>
      <p:sp>
        <p:nvSpPr>
          <p:cNvPr id="5" name="Slide Number Placeholder 4"/>
          <p:cNvSpPr>
            <a:spLocks noGrp="1"/>
          </p:cNvSpPr>
          <p:nvPr>
            <p:ph type="sldNum" sz="quarter" idx="12"/>
          </p:nvPr>
        </p:nvSpPr>
        <p:spPr/>
        <p:txBody>
          <a:bodyPr/>
          <a:lstStyle/>
          <a:p>
            <a:fld id="{F979D778-5668-409F-BE61-8F31D5437AFC}" type="slidenum">
              <a:rPr lang="en-CA" smtClean="0"/>
              <a:t>12</a:t>
            </a:fld>
            <a:endParaRPr lang="en-CA"/>
          </a:p>
        </p:txBody>
      </p:sp>
    </p:spTree>
    <p:extLst>
      <p:ext uri="{BB962C8B-B14F-4D97-AF65-F5344CB8AC3E}">
        <p14:creationId xmlns:p14="http://schemas.microsoft.com/office/powerpoint/2010/main" val="1258956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8896"/>
            <a:ext cx="7772400" cy="1143000"/>
          </a:xfrm>
        </p:spPr>
        <p:txBody>
          <a:bodyPr/>
          <a:lstStyle/>
          <a:p>
            <a:r>
              <a:rPr lang="zh-CN" altLang="en-US" i="0" dirty="0"/>
              <a:t>参数数量</a:t>
            </a:r>
            <a:endParaRPr lang="en-CA"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0657" y="1700808"/>
                <a:ext cx="7772400" cy="4114800"/>
              </a:xfrm>
            </p:spPr>
            <p:txBody>
              <a:bodyPr/>
              <a:lstStyle/>
              <a:p>
                <a:r>
                  <a:rPr lang="zh-CN" altLang="en-US" dirty="0"/>
                  <a:t>神经网络可以有非常多的参数。</a:t>
                </a:r>
                <a:endParaRPr lang="en-US" altLang="zh-CN" dirty="0"/>
              </a:p>
              <a:p>
                <a:r>
                  <a:rPr lang="zh-CN" altLang="en-US" dirty="0"/>
                  <a:t>如果有 </a:t>
                </a:r>
                <a14:m>
                  <m:oMath xmlns:m="http://schemas.openxmlformats.org/officeDocument/2006/math">
                    <m:r>
                      <a:rPr lang="zh-CN" altLang="en-US" i="1">
                        <a:latin typeface="Cambria Math" panose="02040503050406030204" pitchFamily="18" charset="0"/>
                      </a:rPr>
                      <m:t>𝐹</m:t>
                    </m:r>
                  </m:oMath>
                </a14:m>
                <a:r>
                  <a:rPr lang="zh-CN" altLang="en-US" dirty="0"/>
                  <a:t> 个特征、</a:t>
                </a:r>
                <a14:m>
                  <m:oMath xmlns:m="http://schemas.openxmlformats.org/officeDocument/2006/math">
                    <m:r>
                      <a:rPr lang="zh-CN" altLang="en-US" i="1">
                        <a:latin typeface="Cambria Math" panose="02040503050406030204" pitchFamily="18" charset="0"/>
                      </a:rPr>
                      <m:t>𝐻</m:t>
                    </m:r>
                  </m:oMath>
                </a14:m>
                <a:r>
                  <a:rPr lang="zh-CN" altLang="en-US" dirty="0"/>
                  <a:t> 个隐藏层、每个隐藏层有 </a:t>
                </a:r>
                <a14:m>
                  <m:oMath xmlns:m="http://schemas.openxmlformats.org/officeDocument/2006/math">
                    <m:r>
                      <a:rPr lang="zh-CN" altLang="en-US" i="1">
                        <a:latin typeface="Cambria Math" panose="02040503050406030204" pitchFamily="18" charset="0"/>
                      </a:rPr>
                      <m:t>𝑀</m:t>
                    </m:r>
                  </m:oMath>
                </a14:m>
                <a:r>
                  <a:rPr lang="zh-CN" altLang="en-US" dirty="0"/>
                  <a:t> 个神经元、以及 </a:t>
                </a:r>
                <a14:m>
                  <m:oMath xmlns:m="http://schemas.openxmlformats.org/officeDocument/2006/math">
                    <m:r>
                      <a:rPr lang="zh-CN" altLang="en-US" i="1">
                        <a:latin typeface="Cambria Math" panose="02040503050406030204" pitchFamily="18" charset="0"/>
                      </a:rPr>
                      <m:t>𝑇</m:t>
                    </m:r>
                  </m:oMath>
                </a14:m>
                <a:r>
                  <a:rPr lang="zh-CN" altLang="en-US" dirty="0"/>
                  <a:t> 个目标变量，那么参数数量为：</a:t>
                </a:r>
                <a:endParaRPr lang="en-US" dirty="0"/>
              </a:p>
              <a:p>
                <a:pPr marL="0" indent="0" algn="ctr">
                  <a:buNone/>
                </a:pPr>
                <a:r>
                  <a:rPr lang="en-US" dirty="0"/>
                  <a:t>(</a:t>
                </a:r>
                <a:r>
                  <a:rPr lang="en-US" i="1" dirty="0"/>
                  <a:t>F</a:t>
                </a:r>
                <a:r>
                  <a:rPr lang="en-US" dirty="0"/>
                  <a:t>+1)</a:t>
                </a:r>
                <a:r>
                  <a:rPr lang="en-US" i="1" dirty="0"/>
                  <a:t>M</a:t>
                </a:r>
                <a:r>
                  <a:rPr lang="en-US" dirty="0"/>
                  <a:t>+</a:t>
                </a:r>
                <a:r>
                  <a:rPr lang="en-US" i="1" dirty="0"/>
                  <a:t>M</a:t>
                </a:r>
                <a:r>
                  <a:rPr lang="en-US" dirty="0"/>
                  <a:t>(</a:t>
                </a:r>
                <a:r>
                  <a:rPr lang="en-US" i="1" dirty="0"/>
                  <a:t>M</a:t>
                </a:r>
                <a:r>
                  <a:rPr lang="en-US" dirty="0"/>
                  <a:t>+1)(</a:t>
                </a:r>
                <a:r>
                  <a:rPr lang="en-US" i="1" dirty="0"/>
                  <a:t>H</a:t>
                </a:r>
                <a:r>
                  <a:rPr lang="en-US" dirty="0"/>
                  <a:t>-1)+(</a:t>
                </a:r>
                <a:r>
                  <a:rPr lang="en-US" i="1" dirty="0"/>
                  <a:t>M</a:t>
                </a:r>
                <a:r>
                  <a:rPr lang="en-US" dirty="0"/>
                  <a:t>+1)</a:t>
                </a:r>
                <a:r>
                  <a:rPr lang="en-US" i="1" dirty="0"/>
                  <a:t>T</a:t>
                </a:r>
                <a:endParaRPr lang="en-US" dirty="0"/>
              </a:p>
              <a:p>
                <a:r>
                  <a:rPr lang="zh-CN" altLang="en-US" dirty="0"/>
                  <a:t>简单的房价神经网络有 </a:t>
                </a:r>
                <a:r>
                  <a:rPr lang="en-US" altLang="zh-CN" dirty="0"/>
                  <a:t>13 </a:t>
                </a:r>
                <a:r>
                  <a:rPr lang="zh-CN" altLang="en-US" dirty="0"/>
                  <a:t>个参数，简单的贷款决策神经网络有 </a:t>
                </a:r>
                <a:r>
                  <a:rPr lang="en-US" altLang="zh-CN" dirty="0"/>
                  <a:t>19 </a:t>
                </a:r>
                <a:r>
                  <a:rPr lang="zh-CN" altLang="en-US" dirty="0"/>
                  <a:t>个参数。</a:t>
                </a:r>
                <a:endParaRPr lang="en-US" altLang="zh-CN" dirty="0"/>
              </a:p>
              <a:p>
                <a:r>
                  <a:rPr lang="zh-CN" altLang="en-US" dirty="0"/>
                  <a:t>但在实际应用中，一个较小的神经网络可能有 </a:t>
                </a:r>
                <a:r>
                  <a:rPr lang="en-US" altLang="zh-CN" dirty="0"/>
                  <a:t>4 </a:t>
                </a:r>
                <a:r>
                  <a:rPr lang="zh-CN" altLang="en-US" dirty="0"/>
                  <a:t>个特征、</a:t>
                </a:r>
                <a:r>
                  <a:rPr lang="en-US" altLang="zh-CN" dirty="0"/>
                  <a:t>3 </a:t>
                </a:r>
                <a:r>
                  <a:rPr lang="zh-CN" altLang="en-US" dirty="0"/>
                  <a:t>个隐藏层、每层 </a:t>
                </a:r>
                <a:r>
                  <a:rPr lang="en-US" altLang="zh-CN" dirty="0"/>
                  <a:t>30 </a:t>
                </a:r>
                <a:r>
                  <a:rPr lang="zh-CN" altLang="en-US" dirty="0"/>
                  <a:t>个神经元、</a:t>
                </a:r>
                <a:r>
                  <a:rPr lang="en-US" altLang="zh-CN" dirty="0"/>
                  <a:t>1 </a:t>
                </a:r>
                <a:r>
                  <a:rPr lang="zh-CN" altLang="en-US" dirty="0"/>
                  <a:t>个目标变量，总参数数量为 </a:t>
                </a:r>
                <a:r>
                  <a:rPr lang="en-US" altLang="zh-CN" dirty="0"/>
                  <a:t>2,041</a:t>
                </a:r>
                <a:r>
                  <a:rPr lang="zh-CN" altLang="en-US" dirty="0"/>
                  <a:t>个。</a:t>
                </a:r>
                <a:endParaRPr lang="en-US" altLang="zh-CN" dirty="0"/>
              </a:p>
              <a:p>
                <a:r>
                  <a:rPr lang="zh-CN" altLang="en-US" dirty="0"/>
                  <a:t>更大的神经网络则拥有数万甚至数十万个参数。</a:t>
                </a:r>
                <a:endParaRPr lang="en-CA"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0657" y="1700808"/>
                <a:ext cx="7772400" cy="4114800"/>
              </a:xfrm>
              <a:blipFill>
                <a:blip r:embed="rId2"/>
                <a:stretch>
                  <a:fillRect t="-889"/>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13</a:t>
            </a:fld>
            <a:endParaRPr lang="en-CA"/>
          </a:p>
        </p:txBody>
      </p:sp>
    </p:spTree>
    <p:extLst>
      <p:ext uri="{BB962C8B-B14F-4D97-AF65-F5344CB8AC3E}">
        <p14:creationId xmlns:p14="http://schemas.microsoft.com/office/powerpoint/2010/main" val="519388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27348"/>
            <a:ext cx="7772400" cy="1143000"/>
          </a:xfrm>
        </p:spPr>
        <p:txBody>
          <a:bodyPr/>
          <a:lstStyle/>
          <a:p>
            <a:r>
              <a:rPr lang="zh-CN" altLang="en-US" i="0" dirty="0"/>
              <a:t>梯度下降与神经网络</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7544" y="1628800"/>
                <a:ext cx="8280920" cy="4114800"/>
              </a:xfrm>
            </p:spPr>
            <p:txBody>
              <a:bodyPr/>
              <a:lstStyle/>
              <a:p>
                <a:r>
                  <a:rPr lang="zh-CN" altLang="en-US" sz="2400" dirty="0"/>
                  <a:t>假设有 </a:t>
                </a:r>
                <a14:m>
                  <m:oMath xmlns:m="http://schemas.openxmlformats.org/officeDocument/2006/math">
                    <m:r>
                      <a:rPr lang="zh-CN" altLang="en-US" sz="2400" i="1">
                        <a:latin typeface="Cambria Math" panose="02040503050406030204" pitchFamily="18" charset="0"/>
                      </a:rPr>
                      <m:t>𝑁</m:t>
                    </m:r>
                  </m:oMath>
                </a14:m>
                <a:r>
                  <a:rPr lang="zh-CN" altLang="en-US" sz="2400" dirty="0"/>
                  <a:t> 个参数。针对训练集数据，最小化某个目标函数（例如均方误差或基于极大似然估计的目标函数）。</a:t>
                </a:r>
                <a:endParaRPr lang="en-US" altLang="zh-CN" sz="2400" dirty="0"/>
              </a:p>
              <a:p>
                <a:r>
                  <a:rPr lang="zh-CN" altLang="en-US" sz="2400" dirty="0"/>
                  <a:t>梯度下降算法从一组 </a:t>
                </a:r>
                <a14:m>
                  <m:oMath xmlns:m="http://schemas.openxmlformats.org/officeDocument/2006/math">
                    <m:r>
                      <a:rPr lang="zh-CN" altLang="en-US" sz="2400" i="1">
                        <a:latin typeface="Cambria Math" panose="02040503050406030204" pitchFamily="18" charset="0"/>
                      </a:rPr>
                      <m:t>𝑁</m:t>
                    </m:r>
                  </m:oMath>
                </a14:m>
                <a:r>
                  <a:rPr lang="zh-CN" altLang="en-US" sz="2400" dirty="0"/>
                  <a:t> 个参数的初始值开始，计算沿着山谷最陡下降的方向，迈出一步，再计算新的最陡下降方向，再迈出一步，如此反复。</a:t>
                </a:r>
                <a:endParaRPr lang="en-US" altLang="zh-CN" sz="2400" dirty="0"/>
              </a:p>
              <a:p>
                <a:r>
                  <a:rPr lang="zh-CN" altLang="en-US" sz="2400" dirty="0"/>
                  <a:t>关于参数的偏导数通过一种称为反向传播的过程来计算。这一过程利用链式法则在网络中反向计算（参见 </a:t>
                </a:r>
                <a:r>
                  <a:rPr lang="en-US" altLang="zh-CN" sz="2400" dirty="0"/>
                  <a:t>Rumelhart, Hinton, and Williams, Nature, 1986, 323, 533-536</a:t>
                </a:r>
                <a:r>
                  <a:rPr lang="zh-CN" altLang="en-US" sz="2400" dirty="0"/>
                  <a:t>）。</a:t>
                </a:r>
                <a:endParaRPr lang="en-US" altLang="zh-CN" sz="2400" dirty="0"/>
              </a:p>
              <a:p>
                <a:r>
                  <a:rPr lang="zh-CN" altLang="en-US" sz="2400" dirty="0"/>
                  <a:t>步长由“学习率”决定。如果步长太小，算法会非常慢；如果步长太大，则容易产生振荡：</a:t>
                </a:r>
              </a:p>
              <a:p>
                <a:pPr marL="0" indent="0">
                  <a:buNone/>
                </a:pPr>
                <a14:m>
                  <m:oMathPara xmlns:m="http://schemas.openxmlformats.org/officeDocument/2006/math">
                    <m:oMathParaPr>
                      <m:jc m:val="centerGroup"/>
                    </m:oMathParaPr>
                    <m:oMath xmlns:m="http://schemas.openxmlformats.org/officeDocument/2006/math">
                      <m:r>
                        <m:rPr>
                          <m:nor/>
                        </m:rPr>
                        <a:rPr lang="zh-CN" altLang="en-US" sz="2400" b="0"/>
                        <m:t>变量的增量</m:t>
                      </m:r>
                      <m:r>
                        <a:rPr lang="en-US" altLang="zh-CN" sz="2400">
                          <a:latin typeface="Cambria Math" panose="02040503050406030204" pitchFamily="18" charset="0"/>
                        </a:rPr>
                        <m:t>=−</m:t>
                      </m:r>
                      <m:r>
                        <m:rPr>
                          <m:nor/>
                        </m:rPr>
                        <a:rPr lang="zh-CN" altLang="en-US" sz="2400" i="1"/>
                        <m:t>学习率</m:t>
                      </m:r>
                      <m:r>
                        <a:rPr lang="en-US" altLang="zh-CN" sz="2400">
                          <a:latin typeface="Cambria Math" panose="02040503050406030204" pitchFamily="18" charset="0"/>
                        </a:rPr>
                        <m:t>×</m:t>
                      </m:r>
                      <m:r>
                        <m:rPr>
                          <m:nor/>
                        </m:rPr>
                        <a:rPr lang="zh-CN" altLang="en-US" sz="2400" i="1"/>
                        <m:t>梯度</m:t>
                      </m:r>
                    </m:oMath>
                  </m:oMathPara>
                </a14:m>
                <a:endParaRPr lang="zh-CN" altLang="en-US" sz="2400" b="0" dirty="0"/>
              </a:p>
              <a:p>
                <a:pPr marL="0" indent="0">
                  <a:buNone/>
                </a:pP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7544" y="1628800"/>
                <a:ext cx="8280920" cy="4114800"/>
              </a:xfrm>
              <a:blipFill>
                <a:blip r:embed="rId2"/>
                <a:stretch>
                  <a:fillRect t="-1185" r="-957" b="-16296"/>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14</a:t>
            </a:fld>
            <a:endParaRPr lang="en-CA" dirty="0"/>
          </a:p>
        </p:txBody>
      </p:sp>
    </p:spTree>
    <p:extLst>
      <p:ext uri="{BB962C8B-B14F-4D97-AF65-F5344CB8AC3E}">
        <p14:creationId xmlns:p14="http://schemas.microsoft.com/office/powerpoint/2010/main" val="3133254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p:cNvSpPr>
            <a:spLocks noGrp="1"/>
          </p:cNvSpPr>
          <p:nvPr>
            <p:ph type="title"/>
          </p:nvPr>
        </p:nvSpPr>
        <p:spPr>
          <a:xfrm>
            <a:off x="251521" y="885553"/>
            <a:ext cx="8784976" cy="1143000"/>
          </a:xfrm>
        </p:spPr>
        <p:txBody>
          <a:bodyPr/>
          <a:lstStyle/>
          <a:p>
            <a:r>
              <a:rPr lang="zh-CN" altLang="en-US" i="0" dirty="0"/>
              <a:t>简单示例：当</a:t>
            </a:r>
            <a:r>
              <a:rPr lang="en-US" altLang="zh-CN" dirty="0"/>
              <a:t>y=x</a:t>
            </a:r>
            <a:r>
              <a:rPr lang="en-US" altLang="zh-CN" baseline="30000" dirty="0"/>
              <a:t>2</a:t>
            </a:r>
            <a:r>
              <a:rPr lang="en-US" altLang="zh-CN" dirty="0"/>
              <a:t>−8x+20</a:t>
            </a:r>
            <a:r>
              <a:rPr lang="zh-CN" altLang="en-US" i="0" dirty="0"/>
              <a:t>时，计算最小化</a:t>
            </a:r>
            <a:r>
              <a:rPr lang="en-US" dirty="0"/>
              <a:t>y</a:t>
            </a:r>
            <a:r>
              <a:rPr lang="zh-CN" altLang="en-US" i="0" dirty="0"/>
              <a:t>的</a:t>
            </a:r>
            <a:r>
              <a:rPr lang="en-US" altLang="zh-CN" dirty="0"/>
              <a:t>x</a:t>
            </a:r>
            <a:r>
              <a:rPr lang="zh-CN" altLang="en-US" i="0" dirty="0"/>
              <a:t>的值</a:t>
            </a:r>
            <a:endParaRPr lang="en-CA" i="0" dirty="0"/>
          </a:p>
        </p:txBody>
      </p:sp>
      <p:sp>
        <p:nvSpPr>
          <p:cNvPr id="3" name="Slide Number Placeholder 2"/>
          <p:cNvSpPr>
            <a:spLocks noGrp="1"/>
          </p:cNvSpPr>
          <p:nvPr>
            <p:ph type="sldNum" sz="quarter" idx="12"/>
          </p:nvPr>
        </p:nvSpPr>
        <p:spPr/>
        <p:txBody>
          <a:bodyPr/>
          <a:lstStyle/>
          <a:p>
            <a:fld id="{F979D778-5668-409F-BE61-8F31D5437AFC}" type="slidenum">
              <a:rPr lang="en-CA" smtClean="0"/>
              <a:t>15</a:t>
            </a:fld>
            <a:endParaRPr lang="en-CA"/>
          </a:p>
        </p:txBody>
      </p:sp>
      <p:sp>
        <p:nvSpPr>
          <p:cNvPr id="7" name="TextBox 6"/>
          <p:cNvSpPr txBox="1"/>
          <p:nvPr/>
        </p:nvSpPr>
        <p:spPr>
          <a:xfrm>
            <a:off x="2548372" y="3256101"/>
            <a:ext cx="1224136" cy="461665"/>
          </a:xfrm>
          <a:prstGeom prst="rect">
            <a:avLst/>
          </a:prstGeom>
          <a:noFill/>
        </p:spPr>
        <p:txBody>
          <a:bodyPr wrap="square" rtlCol="0">
            <a:spAutoFit/>
          </a:bodyPr>
          <a:lstStyle/>
          <a:p>
            <a:r>
              <a:rPr lang="en-US" sz="1200" dirty="0"/>
              <a:t>Starting point, </a:t>
            </a:r>
            <a:r>
              <a:rPr lang="en-US" sz="1200" i="1" dirty="0">
                <a:latin typeface="+mj-lt"/>
              </a:rPr>
              <a:t>x</a:t>
            </a:r>
            <a:r>
              <a:rPr lang="en-US" sz="1200" dirty="0"/>
              <a:t>=1</a:t>
            </a:r>
            <a:endParaRPr lang="en-CA" sz="1200" dirty="0"/>
          </a:p>
        </p:txBody>
      </p:sp>
      <p:sp>
        <p:nvSpPr>
          <p:cNvPr id="8" name="TextBox 7"/>
          <p:cNvSpPr txBox="1"/>
          <p:nvPr/>
        </p:nvSpPr>
        <p:spPr>
          <a:xfrm>
            <a:off x="3059832" y="3732690"/>
            <a:ext cx="1008112" cy="461665"/>
          </a:xfrm>
          <a:prstGeom prst="rect">
            <a:avLst/>
          </a:prstGeom>
          <a:noFill/>
        </p:spPr>
        <p:txBody>
          <a:bodyPr wrap="square" rtlCol="0">
            <a:spAutoFit/>
          </a:bodyPr>
          <a:lstStyle/>
          <a:p>
            <a:r>
              <a:rPr lang="en-US" sz="1200" dirty="0"/>
              <a:t>After first step, </a:t>
            </a:r>
            <a:r>
              <a:rPr lang="en-US" sz="1200" i="1" dirty="0">
                <a:latin typeface="+mj-lt"/>
              </a:rPr>
              <a:t>x</a:t>
            </a:r>
            <a:r>
              <a:rPr lang="en-US" sz="1200" dirty="0"/>
              <a:t>=2.2</a:t>
            </a:r>
            <a:endParaRPr lang="en-CA" sz="1200" dirty="0"/>
          </a:p>
        </p:txBody>
      </p:sp>
      <p:sp>
        <p:nvSpPr>
          <p:cNvPr id="9" name="TextBox 8"/>
          <p:cNvSpPr txBox="1"/>
          <p:nvPr/>
        </p:nvSpPr>
        <p:spPr>
          <a:xfrm>
            <a:off x="3743908" y="4164507"/>
            <a:ext cx="1116124" cy="461665"/>
          </a:xfrm>
          <a:prstGeom prst="rect">
            <a:avLst/>
          </a:prstGeom>
          <a:noFill/>
        </p:spPr>
        <p:txBody>
          <a:bodyPr wrap="square" rtlCol="0">
            <a:spAutoFit/>
          </a:bodyPr>
          <a:lstStyle/>
          <a:p>
            <a:r>
              <a:rPr lang="en-US" sz="1200" dirty="0"/>
              <a:t>After second step, </a:t>
            </a:r>
            <a:r>
              <a:rPr lang="en-US" sz="1200" i="1" dirty="0">
                <a:latin typeface="+mj-lt"/>
              </a:rPr>
              <a:t>x</a:t>
            </a:r>
            <a:r>
              <a:rPr lang="en-US" sz="1200" dirty="0"/>
              <a:t>=2.92</a:t>
            </a:r>
            <a:endParaRPr lang="en-CA" sz="1200" dirty="0"/>
          </a:p>
        </p:txBody>
      </p:sp>
      <p:cxnSp>
        <p:nvCxnSpPr>
          <p:cNvPr id="13" name="Straight Arrow Connector 12"/>
          <p:cNvCxnSpPr/>
          <p:nvPr/>
        </p:nvCxnSpPr>
        <p:spPr bwMode="auto">
          <a:xfrm flipH="1">
            <a:off x="2411760" y="3707307"/>
            <a:ext cx="316633" cy="35731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Straight Arrow Connector 18"/>
          <p:cNvCxnSpPr/>
          <p:nvPr/>
        </p:nvCxnSpPr>
        <p:spPr bwMode="auto">
          <a:xfrm flipH="1">
            <a:off x="3131840" y="4164507"/>
            <a:ext cx="144016" cy="48862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p:cNvCxnSpPr/>
          <p:nvPr/>
        </p:nvCxnSpPr>
        <p:spPr bwMode="auto">
          <a:xfrm flipH="1">
            <a:off x="3491880" y="4509120"/>
            <a:ext cx="288032" cy="288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6" name="TextBox 25"/>
          <p:cNvSpPr txBox="1"/>
          <p:nvPr/>
        </p:nvSpPr>
        <p:spPr>
          <a:xfrm>
            <a:off x="775539" y="2261863"/>
            <a:ext cx="719572" cy="369332"/>
          </a:xfrm>
          <a:prstGeom prst="rect">
            <a:avLst/>
          </a:prstGeom>
          <a:noFill/>
        </p:spPr>
        <p:txBody>
          <a:bodyPr wrap="square" rtlCol="0">
            <a:spAutoFit/>
          </a:bodyPr>
          <a:lstStyle/>
          <a:p>
            <a:r>
              <a:rPr lang="en-US" i="1" dirty="0">
                <a:latin typeface="Cambria" panose="02040503050406030204" pitchFamily="18" charset="0"/>
                <a:ea typeface="Cambria" panose="02040503050406030204" pitchFamily="18" charset="0"/>
                <a:cs typeface="Times New Roman" panose="02020603050405020304" pitchFamily="18" charset="0"/>
              </a:rPr>
              <a:t>g(x</a:t>
            </a:r>
            <a:r>
              <a:rPr lang="en-US" dirty="0">
                <a:latin typeface="Cambria" panose="02040503050406030204" pitchFamily="18" charset="0"/>
                <a:ea typeface="Cambria" panose="02040503050406030204" pitchFamily="18" charset="0"/>
                <a:cs typeface="Times New Roman" panose="02020603050405020304" pitchFamily="18" charset="0"/>
              </a:rPr>
              <a:t>)</a:t>
            </a:r>
            <a:endParaRPr lang="en-CA" dirty="0">
              <a:latin typeface="Cambria" panose="02040503050406030204" pitchFamily="18" charset="0"/>
              <a:ea typeface="Cambria" panose="02040503050406030204" pitchFamily="18" charset="0"/>
              <a:cs typeface="Times New Roman" panose="02020603050405020304" pitchFamily="18" charset="0"/>
            </a:endParaRPr>
          </a:p>
        </p:txBody>
      </p:sp>
      <p:sp>
        <p:nvSpPr>
          <p:cNvPr id="27" name="TextBox 26"/>
          <p:cNvSpPr txBox="1"/>
          <p:nvPr/>
        </p:nvSpPr>
        <p:spPr>
          <a:xfrm>
            <a:off x="6579763" y="4934870"/>
            <a:ext cx="58296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x</a:t>
            </a:r>
            <a:endParaRPr lang="en-CA" i="1" dirty="0">
              <a:latin typeface="Times New Roman" panose="02020603050405020304" pitchFamily="18" charset="0"/>
              <a:cs typeface="Times New Roman" panose="02020603050405020304" pitchFamily="18" charset="0"/>
            </a:endParaRPr>
          </a:p>
        </p:txBody>
      </p:sp>
      <p:grpSp>
        <p:nvGrpSpPr>
          <p:cNvPr id="4" name="Group 4"/>
          <p:cNvGrpSpPr>
            <a:grpSpLocks noChangeAspect="1"/>
          </p:cNvGrpSpPr>
          <p:nvPr/>
        </p:nvGrpSpPr>
        <p:grpSpPr bwMode="auto">
          <a:xfrm>
            <a:off x="685800" y="1897835"/>
            <a:ext cx="7756525" cy="4593039"/>
            <a:chOff x="442" y="1359"/>
            <a:chExt cx="4536" cy="2686"/>
          </a:xfrm>
        </p:grpSpPr>
        <p:sp>
          <p:nvSpPr>
            <p:cNvPr id="5" name="AutoShape 3"/>
            <p:cNvSpPr>
              <a:spLocks noChangeAspect="1" noChangeArrowheads="1" noTextEdit="1"/>
            </p:cNvSpPr>
            <p:nvPr/>
          </p:nvSpPr>
          <p:spPr bwMode="auto">
            <a:xfrm>
              <a:off x="442" y="1359"/>
              <a:ext cx="4536" cy="2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0" name="Rectangle 5"/>
            <p:cNvSpPr>
              <a:spLocks noChangeArrowheads="1"/>
            </p:cNvSpPr>
            <p:nvPr/>
          </p:nvSpPr>
          <p:spPr bwMode="auto">
            <a:xfrm>
              <a:off x="855" y="1489"/>
              <a:ext cx="3773" cy="226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1" name="Line 6"/>
            <p:cNvSpPr>
              <a:spLocks noChangeShapeType="1"/>
            </p:cNvSpPr>
            <p:nvPr/>
          </p:nvSpPr>
          <p:spPr bwMode="auto">
            <a:xfrm flipV="1">
              <a:off x="1087" y="1832"/>
              <a:ext cx="0" cy="1630"/>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12" name="Line 7"/>
            <p:cNvSpPr>
              <a:spLocks noChangeShapeType="1"/>
            </p:cNvSpPr>
            <p:nvPr/>
          </p:nvSpPr>
          <p:spPr bwMode="auto">
            <a:xfrm>
              <a:off x="1087" y="3462"/>
              <a:ext cx="3380" cy="0"/>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14" name="Freeform 8"/>
            <p:cNvSpPr>
              <a:spLocks/>
            </p:cNvSpPr>
            <p:nvPr/>
          </p:nvSpPr>
          <p:spPr bwMode="auto">
            <a:xfrm>
              <a:off x="1083" y="2158"/>
              <a:ext cx="3011" cy="1048"/>
            </a:xfrm>
            <a:custGeom>
              <a:avLst/>
              <a:gdLst>
                <a:gd name="T0" fmla="*/ 0 w 3011"/>
                <a:gd name="T1" fmla="*/ 0 h 1048"/>
                <a:gd name="T2" fmla="*/ 376 w 3011"/>
                <a:gd name="T3" fmla="*/ 459 h 1048"/>
                <a:gd name="T4" fmla="*/ 752 w 3011"/>
                <a:gd name="T5" fmla="*/ 786 h 1048"/>
                <a:gd name="T6" fmla="*/ 1129 w 3011"/>
                <a:gd name="T7" fmla="*/ 983 h 1048"/>
                <a:gd name="T8" fmla="*/ 1505 w 3011"/>
                <a:gd name="T9" fmla="*/ 1048 h 1048"/>
                <a:gd name="T10" fmla="*/ 1882 w 3011"/>
                <a:gd name="T11" fmla="*/ 983 h 1048"/>
                <a:gd name="T12" fmla="*/ 2258 w 3011"/>
                <a:gd name="T13" fmla="*/ 786 h 1048"/>
                <a:gd name="T14" fmla="*/ 2634 w 3011"/>
                <a:gd name="T15" fmla="*/ 459 h 1048"/>
                <a:gd name="T16" fmla="*/ 3011 w 3011"/>
                <a:gd name="T17" fmla="*/ 0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11" h="1048">
                  <a:moveTo>
                    <a:pt x="0" y="0"/>
                  </a:moveTo>
                  <a:cubicBezTo>
                    <a:pt x="125" y="154"/>
                    <a:pt x="251" y="328"/>
                    <a:pt x="376" y="459"/>
                  </a:cubicBezTo>
                  <a:cubicBezTo>
                    <a:pt x="502" y="590"/>
                    <a:pt x="627" y="699"/>
                    <a:pt x="752" y="786"/>
                  </a:cubicBezTo>
                  <a:cubicBezTo>
                    <a:pt x="878" y="874"/>
                    <a:pt x="1003" y="939"/>
                    <a:pt x="1129" y="983"/>
                  </a:cubicBezTo>
                  <a:cubicBezTo>
                    <a:pt x="1255" y="1026"/>
                    <a:pt x="1380" y="1048"/>
                    <a:pt x="1505" y="1048"/>
                  </a:cubicBezTo>
                  <a:cubicBezTo>
                    <a:pt x="1631" y="1048"/>
                    <a:pt x="1756" y="1026"/>
                    <a:pt x="1882" y="983"/>
                  </a:cubicBezTo>
                  <a:cubicBezTo>
                    <a:pt x="2007" y="939"/>
                    <a:pt x="2133" y="874"/>
                    <a:pt x="2258" y="786"/>
                  </a:cubicBezTo>
                  <a:cubicBezTo>
                    <a:pt x="2384" y="699"/>
                    <a:pt x="2509" y="590"/>
                    <a:pt x="2634" y="459"/>
                  </a:cubicBezTo>
                  <a:cubicBezTo>
                    <a:pt x="2760" y="328"/>
                    <a:pt x="2885" y="154"/>
                    <a:pt x="3011" y="0"/>
                  </a:cubicBezTo>
                </a:path>
              </a:pathLst>
            </a:cu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15" name="Rectangle 9"/>
            <p:cNvSpPr>
              <a:spLocks noChangeArrowheads="1"/>
            </p:cNvSpPr>
            <p:nvPr/>
          </p:nvSpPr>
          <p:spPr bwMode="auto">
            <a:xfrm>
              <a:off x="954" y="3406"/>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0"/>
            <p:cNvSpPr>
              <a:spLocks noChangeArrowheads="1"/>
            </p:cNvSpPr>
            <p:nvPr/>
          </p:nvSpPr>
          <p:spPr bwMode="auto">
            <a:xfrm>
              <a:off x="954" y="307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1"/>
            <p:cNvSpPr>
              <a:spLocks noChangeArrowheads="1"/>
            </p:cNvSpPr>
            <p:nvPr/>
          </p:nvSpPr>
          <p:spPr bwMode="auto">
            <a:xfrm>
              <a:off x="906" y="2753"/>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10</a:t>
              </a:r>
              <a:endParaRPr kumimoji="0" lang="en-US" altLang="en-US" sz="1800" b="0" i="0" u="none" strike="noStrike" cap="none" normalizeH="0" baseline="0" dirty="0">
                <a:ln>
                  <a:noFill/>
                </a:ln>
                <a:effectLst/>
              </a:endParaRPr>
            </a:p>
          </p:txBody>
        </p:sp>
        <p:sp>
          <p:nvSpPr>
            <p:cNvPr id="18" name="Rectangle 12"/>
            <p:cNvSpPr>
              <a:spLocks noChangeArrowheads="1"/>
            </p:cNvSpPr>
            <p:nvPr/>
          </p:nvSpPr>
          <p:spPr bwMode="auto">
            <a:xfrm>
              <a:off x="906" y="2426"/>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15</a:t>
              </a:r>
              <a:endParaRPr kumimoji="0" lang="en-US" altLang="en-US" sz="1800" b="0" i="0" u="none" strike="noStrike" cap="none" normalizeH="0" baseline="0" dirty="0">
                <a:ln>
                  <a:noFill/>
                </a:ln>
                <a:effectLst/>
              </a:endParaRPr>
            </a:p>
          </p:txBody>
        </p:sp>
        <p:sp>
          <p:nvSpPr>
            <p:cNvPr id="20" name="Rectangle 13"/>
            <p:cNvSpPr>
              <a:spLocks noChangeArrowheads="1"/>
            </p:cNvSpPr>
            <p:nvPr/>
          </p:nvSpPr>
          <p:spPr bwMode="auto">
            <a:xfrm>
              <a:off x="906" y="2099"/>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20</a:t>
              </a:r>
              <a:endParaRPr kumimoji="0" lang="en-US" altLang="en-US" sz="1800" b="0" i="0" u="none" strike="noStrike" cap="none" normalizeH="0" baseline="0" dirty="0">
                <a:ln>
                  <a:noFill/>
                </a:ln>
                <a:effectLst/>
              </a:endParaRPr>
            </a:p>
          </p:txBody>
        </p:sp>
        <p:sp>
          <p:nvSpPr>
            <p:cNvPr id="22" name="Rectangle 14"/>
            <p:cNvSpPr>
              <a:spLocks noChangeArrowheads="1"/>
            </p:cNvSpPr>
            <p:nvPr/>
          </p:nvSpPr>
          <p:spPr bwMode="auto">
            <a:xfrm>
              <a:off x="906" y="1772"/>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25</a:t>
              </a:r>
              <a:endParaRPr kumimoji="0" lang="en-US" altLang="en-US" sz="1800" b="0" i="0" u="none" strike="noStrike" cap="none" normalizeH="0" baseline="0" dirty="0">
                <a:ln>
                  <a:noFill/>
                </a:ln>
                <a:effectLst/>
              </a:endParaRPr>
            </a:p>
          </p:txBody>
        </p:sp>
        <p:sp>
          <p:nvSpPr>
            <p:cNvPr id="23" name="Rectangle 15"/>
            <p:cNvSpPr>
              <a:spLocks noChangeArrowheads="1"/>
            </p:cNvSpPr>
            <p:nvPr/>
          </p:nvSpPr>
          <p:spPr bwMode="auto">
            <a:xfrm>
              <a:off x="1065"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16"/>
            <p:cNvSpPr>
              <a:spLocks noChangeArrowheads="1"/>
            </p:cNvSpPr>
            <p:nvPr/>
          </p:nvSpPr>
          <p:spPr bwMode="auto">
            <a:xfrm>
              <a:off x="1441"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17"/>
            <p:cNvSpPr>
              <a:spLocks noChangeArrowheads="1"/>
            </p:cNvSpPr>
            <p:nvPr/>
          </p:nvSpPr>
          <p:spPr bwMode="auto">
            <a:xfrm>
              <a:off x="1817"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18"/>
            <p:cNvSpPr>
              <a:spLocks noChangeArrowheads="1"/>
            </p:cNvSpPr>
            <p:nvPr/>
          </p:nvSpPr>
          <p:spPr bwMode="auto">
            <a:xfrm>
              <a:off x="2193"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19"/>
            <p:cNvSpPr>
              <a:spLocks noChangeArrowheads="1"/>
            </p:cNvSpPr>
            <p:nvPr/>
          </p:nvSpPr>
          <p:spPr bwMode="auto">
            <a:xfrm>
              <a:off x="2569"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20"/>
            <p:cNvSpPr>
              <a:spLocks noChangeArrowheads="1"/>
            </p:cNvSpPr>
            <p:nvPr/>
          </p:nvSpPr>
          <p:spPr bwMode="auto">
            <a:xfrm>
              <a:off x="2945"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21"/>
            <p:cNvSpPr>
              <a:spLocks noChangeArrowheads="1"/>
            </p:cNvSpPr>
            <p:nvPr/>
          </p:nvSpPr>
          <p:spPr bwMode="auto">
            <a:xfrm>
              <a:off x="3320" y="3529"/>
              <a:ext cx="95"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6</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3" name="Rectangle 22"/>
            <p:cNvSpPr>
              <a:spLocks noChangeArrowheads="1"/>
            </p:cNvSpPr>
            <p:nvPr/>
          </p:nvSpPr>
          <p:spPr bwMode="auto">
            <a:xfrm>
              <a:off x="3696" y="3529"/>
              <a:ext cx="95"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Rectangle 23"/>
            <p:cNvSpPr>
              <a:spLocks noChangeArrowheads="1"/>
            </p:cNvSpPr>
            <p:nvPr/>
          </p:nvSpPr>
          <p:spPr bwMode="auto">
            <a:xfrm>
              <a:off x="4072"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8</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5" name="Rectangle 24"/>
            <p:cNvSpPr>
              <a:spLocks noChangeArrowheads="1"/>
            </p:cNvSpPr>
            <p:nvPr/>
          </p:nvSpPr>
          <p:spPr bwMode="auto">
            <a:xfrm>
              <a:off x="4448"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9</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7" name="Line 26"/>
            <p:cNvSpPr>
              <a:spLocks noChangeShapeType="1"/>
            </p:cNvSpPr>
            <p:nvPr/>
          </p:nvSpPr>
          <p:spPr bwMode="auto">
            <a:xfrm>
              <a:off x="1495" y="2659"/>
              <a:ext cx="476" cy="460"/>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38" name="Line 27"/>
            <p:cNvSpPr>
              <a:spLocks noChangeShapeType="1"/>
            </p:cNvSpPr>
            <p:nvPr/>
          </p:nvSpPr>
          <p:spPr bwMode="auto">
            <a:xfrm>
              <a:off x="1975" y="3029"/>
              <a:ext cx="200" cy="134"/>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39" name="Line 28"/>
            <p:cNvSpPr>
              <a:spLocks noChangeShapeType="1"/>
            </p:cNvSpPr>
            <p:nvPr/>
          </p:nvSpPr>
          <p:spPr bwMode="auto">
            <a:xfrm flipV="1">
              <a:off x="2171" y="3116"/>
              <a:ext cx="4" cy="354"/>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0" name="Line 29"/>
            <p:cNvSpPr>
              <a:spLocks noChangeShapeType="1"/>
            </p:cNvSpPr>
            <p:nvPr/>
          </p:nvSpPr>
          <p:spPr bwMode="auto">
            <a:xfrm>
              <a:off x="2171" y="3131"/>
              <a:ext cx="166" cy="63"/>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1" name="Line 30"/>
            <p:cNvSpPr>
              <a:spLocks noChangeShapeType="1"/>
            </p:cNvSpPr>
            <p:nvPr/>
          </p:nvSpPr>
          <p:spPr bwMode="auto">
            <a:xfrm>
              <a:off x="1975" y="3029"/>
              <a:ext cx="0" cy="441"/>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2" name="Line 31"/>
            <p:cNvSpPr>
              <a:spLocks noChangeShapeType="1"/>
            </p:cNvSpPr>
            <p:nvPr/>
          </p:nvSpPr>
          <p:spPr bwMode="auto">
            <a:xfrm flipV="1">
              <a:off x="1472" y="2667"/>
              <a:ext cx="12" cy="815"/>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3" name="Line 32"/>
            <p:cNvSpPr>
              <a:spLocks noChangeShapeType="1"/>
            </p:cNvSpPr>
            <p:nvPr/>
          </p:nvSpPr>
          <p:spPr bwMode="auto">
            <a:xfrm flipV="1">
              <a:off x="2329" y="3186"/>
              <a:ext cx="8" cy="284"/>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3434850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95675"/>
            <a:ext cx="7772400" cy="1143000"/>
          </a:xfrm>
        </p:spPr>
        <p:txBody>
          <a:bodyPr/>
          <a:lstStyle/>
          <a:p>
            <a:r>
              <a:rPr lang="zh-CN" altLang="en-US" i="0" dirty="0"/>
              <a:t>当学习率为</a:t>
            </a:r>
            <a:r>
              <a:rPr lang="en-US" dirty="0"/>
              <a:t>0.2</a:t>
            </a: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16</a:t>
            </a:fld>
            <a:endParaRPr lang="en-CA"/>
          </a:p>
        </p:txBody>
      </p:sp>
      <p:pic>
        <p:nvPicPr>
          <p:cNvPr id="9" name="Picture 8"/>
          <p:cNvPicPr>
            <a:picLocks noChangeAspect="1"/>
          </p:cNvPicPr>
          <p:nvPr/>
        </p:nvPicPr>
        <p:blipFill>
          <a:blip r:embed="rId2"/>
          <a:stretch>
            <a:fillRect/>
          </a:stretch>
        </p:blipFill>
        <p:spPr>
          <a:xfrm>
            <a:off x="1998500" y="1556792"/>
            <a:ext cx="5293731" cy="4485925"/>
          </a:xfrm>
          <a:prstGeom prst="rect">
            <a:avLst/>
          </a:prstGeom>
        </p:spPr>
      </p:pic>
    </p:spTree>
    <p:extLst>
      <p:ext uri="{BB962C8B-B14F-4D97-AF65-F5344CB8AC3E}">
        <p14:creationId xmlns:p14="http://schemas.microsoft.com/office/powerpoint/2010/main" val="835761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92696"/>
            <a:ext cx="7772400" cy="1143000"/>
          </a:xfrm>
        </p:spPr>
        <p:txBody>
          <a:bodyPr/>
          <a:lstStyle/>
          <a:p>
            <a:r>
              <a:rPr lang="zh-CN" altLang="en-US" i="0" dirty="0"/>
              <a:t>当学习率为</a:t>
            </a:r>
            <a:r>
              <a:rPr lang="en-US" dirty="0"/>
              <a:t>0.02</a:t>
            </a: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17</a:t>
            </a:fld>
            <a:endParaRPr lang="en-CA"/>
          </a:p>
        </p:txBody>
      </p:sp>
      <p:pic>
        <p:nvPicPr>
          <p:cNvPr id="9" name="Picture 8"/>
          <p:cNvPicPr>
            <a:picLocks noChangeAspect="1"/>
          </p:cNvPicPr>
          <p:nvPr/>
        </p:nvPicPr>
        <p:blipFill>
          <a:blip r:embed="rId2"/>
          <a:stretch>
            <a:fillRect/>
          </a:stretch>
        </p:blipFill>
        <p:spPr>
          <a:xfrm>
            <a:off x="2195736" y="1654471"/>
            <a:ext cx="5256584" cy="4898729"/>
          </a:xfrm>
          <a:prstGeom prst="rect">
            <a:avLst/>
          </a:prstGeom>
        </p:spPr>
      </p:pic>
    </p:spTree>
    <p:extLst>
      <p:ext uri="{BB962C8B-B14F-4D97-AF65-F5344CB8AC3E}">
        <p14:creationId xmlns:p14="http://schemas.microsoft.com/office/powerpoint/2010/main" val="2056053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20688"/>
            <a:ext cx="7772400" cy="1143000"/>
          </a:xfrm>
        </p:spPr>
        <p:txBody>
          <a:bodyPr/>
          <a:lstStyle/>
          <a:p>
            <a:r>
              <a:rPr lang="zh-CN" altLang="en-US" i="0" dirty="0"/>
              <a:t>当学习率为</a:t>
            </a:r>
            <a:r>
              <a:rPr lang="en-US" dirty="0"/>
              <a:t>1.2</a:t>
            </a: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18</a:t>
            </a:fld>
            <a:endParaRPr lang="en-CA"/>
          </a:p>
        </p:txBody>
      </p:sp>
      <p:pic>
        <p:nvPicPr>
          <p:cNvPr id="6" name="Picture 5"/>
          <p:cNvPicPr>
            <a:picLocks noChangeAspect="1"/>
          </p:cNvPicPr>
          <p:nvPr/>
        </p:nvPicPr>
        <p:blipFill>
          <a:blip r:embed="rId2"/>
          <a:stretch>
            <a:fillRect/>
          </a:stretch>
        </p:blipFill>
        <p:spPr>
          <a:xfrm>
            <a:off x="2008775" y="1501481"/>
            <a:ext cx="5472608" cy="5059343"/>
          </a:xfrm>
          <a:prstGeom prst="rect">
            <a:avLst/>
          </a:prstGeom>
        </p:spPr>
      </p:pic>
    </p:spTree>
    <p:extLst>
      <p:ext uri="{BB962C8B-B14F-4D97-AF65-F5344CB8AC3E}">
        <p14:creationId xmlns:p14="http://schemas.microsoft.com/office/powerpoint/2010/main" val="628950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669925"/>
            <a:ext cx="7772400" cy="1143000"/>
          </a:xfrm>
        </p:spPr>
        <p:txBody>
          <a:bodyPr/>
          <a:lstStyle/>
          <a:p>
            <a:r>
              <a:rPr lang="zh-CN" altLang="en-US" sz="3600" i="0" dirty="0"/>
              <a:t>梯度下降算法的变形</a:t>
            </a:r>
            <a:endParaRPr lang="en-CA" sz="3600" i="0" dirty="0"/>
          </a:p>
        </p:txBody>
      </p:sp>
      <p:sp>
        <p:nvSpPr>
          <p:cNvPr id="7" name="Content Placeholder 6"/>
          <p:cNvSpPr>
            <a:spLocks noGrp="1"/>
          </p:cNvSpPr>
          <p:nvPr>
            <p:ph idx="1"/>
          </p:nvPr>
        </p:nvSpPr>
        <p:spPr>
          <a:xfrm>
            <a:off x="215516" y="1772816"/>
            <a:ext cx="8712968" cy="4114800"/>
          </a:xfrm>
        </p:spPr>
        <p:txBody>
          <a:bodyPr/>
          <a:lstStyle/>
          <a:p>
            <a:r>
              <a:rPr lang="zh-CN" altLang="en-US" sz="2400" dirty="0"/>
              <a:t>小批量随机梯度下降：使用小批量数据计算梯度。（一个轮次（</a:t>
            </a:r>
            <a:r>
              <a:rPr lang="en-US" altLang="zh-CN" sz="2400" dirty="0"/>
              <a:t>epoch</a:t>
            </a:r>
            <a:r>
              <a:rPr lang="zh-CN" altLang="en-US" sz="2400" dirty="0"/>
              <a:t>）指的是一组迭代，即使用整个训练集中的全部数据所完成的一次迭代。）</a:t>
            </a:r>
            <a:endParaRPr lang="en-US" altLang="zh-CN" sz="2400" dirty="0"/>
          </a:p>
          <a:p>
            <a:endParaRPr lang="en-US" altLang="zh-CN" sz="2400" dirty="0"/>
          </a:p>
          <a:p>
            <a:r>
              <a:rPr lang="zh-CN" altLang="en-US" sz="2400" dirty="0"/>
              <a:t>动量梯度下降：将过去的梯度按指数衰减移动平均来计算新的梯度。</a:t>
            </a:r>
            <a:endParaRPr lang="en-US" altLang="zh-CN" sz="2400" dirty="0"/>
          </a:p>
          <a:p>
            <a:endParaRPr lang="en-US" altLang="zh-CN" sz="2400" dirty="0"/>
          </a:p>
          <a:p>
            <a:r>
              <a:rPr lang="zh-CN" altLang="en-US" sz="2400" dirty="0"/>
              <a:t>自适应计算学习率（</a:t>
            </a:r>
            <a:r>
              <a:rPr lang="en-US" altLang="zh-CN" sz="2400" dirty="0"/>
              <a:t>Adam</a:t>
            </a:r>
            <a:r>
              <a:rPr lang="zh-CN" altLang="en-US" sz="2400" dirty="0"/>
              <a:t>）：在不同的训练阶段用不同的学习率，同时使用动量和过去平方梯度的指数衰减的平均值。</a:t>
            </a:r>
            <a:endParaRPr lang="en-US" altLang="zh-CN" sz="2400" dirty="0"/>
          </a:p>
          <a:p>
            <a:pPr marL="0" indent="0">
              <a:buNone/>
            </a:pPr>
            <a:endParaRPr lang="en-US" dirty="0"/>
          </a:p>
          <a:p>
            <a:pPr marL="0" indent="0">
              <a:buNone/>
            </a:pP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19</a:t>
            </a:fld>
            <a:endParaRPr lang="en-CA"/>
          </a:p>
        </p:txBody>
      </p:sp>
    </p:spTree>
    <p:extLst>
      <p:ext uri="{BB962C8B-B14F-4D97-AF65-F5344CB8AC3E}">
        <p14:creationId xmlns:p14="http://schemas.microsoft.com/office/powerpoint/2010/main" val="866170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2E1F-B729-19E9-4052-B57E7250F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42395-A353-8F74-5380-C6D86A0C901F}"/>
              </a:ext>
            </a:extLst>
          </p:cNvPr>
          <p:cNvSpPr>
            <a:spLocks noGrp="1"/>
          </p:cNvSpPr>
          <p:nvPr>
            <p:ph type="title"/>
          </p:nvPr>
        </p:nvSpPr>
        <p:spPr>
          <a:xfrm>
            <a:off x="323528" y="669925"/>
            <a:ext cx="7772400" cy="1143000"/>
          </a:xfrm>
        </p:spPr>
        <p:txBody>
          <a:bodyPr/>
          <a:lstStyle/>
          <a:p>
            <a:r>
              <a:rPr lang="zh-CN" altLang="en-US" sz="3600" i="0" dirty="0"/>
              <a:t>梯度下降算法的变形</a:t>
            </a:r>
            <a:endParaRPr lang="en-CA" sz="3600" i="0" dirty="0"/>
          </a:p>
        </p:txBody>
      </p:sp>
      <p:sp>
        <p:nvSpPr>
          <p:cNvPr id="7" name="Content Placeholder 6">
            <a:extLst>
              <a:ext uri="{FF2B5EF4-FFF2-40B4-BE49-F238E27FC236}">
                <a16:creationId xmlns:a16="http://schemas.microsoft.com/office/drawing/2014/main" id="{47104BBA-4BA2-A71F-56E9-4A344C321086}"/>
              </a:ext>
            </a:extLst>
          </p:cNvPr>
          <p:cNvSpPr>
            <a:spLocks noGrp="1"/>
          </p:cNvSpPr>
          <p:nvPr>
            <p:ph idx="1"/>
          </p:nvPr>
        </p:nvSpPr>
        <p:spPr>
          <a:xfrm>
            <a:off x="323528" y="1772816"/>
            <a:ext cx="8496944" cy="4114800"/>
          </a:xfrm>
        </p:spPr>
        <p:txBody>
          <a:bodyPr/>
          <a:lstStyle/>
          <a:p>
            <a:pPr marL="0" indent="0">
              <a:buNone/>
            </a:pPr>
            <a:endParaRPr lang="en-US" altLang="zh-CN" sz="2400" dirty="0"/>
          </a:p>
          <a:p>
            <a:r>
              <a:rPr lang="zh-CN" altLang="en-US" sz="2400" dirty="0"/>
              <a:t>学习率衰减：当我们远离最小值时，较大的学习率可能一开始效果很好，但当我们离最小值越来越近时，较小的学习率可能更合适。</a:t>
            </a:r>
            <a:endParaRPr lang="en-US" altLang="zh-CN" sz="2400" dirty="0"/>
          </a:p>
          <a:p>
            <a:endParaRPr lang="en-US" altLang="zh-CN" sz="2400" dirty="0"/>
          </a:p>
          <a:p>
            <a:r>
              <a:rPr lang="zh-CN" altLang="en-US" sz="2400" dirty="0"/>
              <a:t>伴随丢弃的梯度下降：训练算法可以通过随机丢弃（即忽略）神经元来构建不同的网络框架。此过程防止了由于神经元间的依赖性引起的过度拟合（一个神经元的大正值被另一个神经元的大负值所抵消）。</a:t>
            </a:r>
            <a:endParaRPr lang="en-US" sz="2400" dirty="0"/>
          </a:p>
          <a:p>
            <a:pPr marL="0" indent="0">
              <a:buNone/>
            </a:pPr>
            <a:endParaRPr lang="en-US" dirty="0"/>
          </a:p>
          <a:p>
            <a:pPr marL="0" indent="0">
              <a:buNone/>
            </a:pPr>
            <a:endParaRPr lang="en-CA" dirty="0"/>
          </a:p>
        </p:txBody>
      </p:sp>
      <p:sp>
        <p:nvSpPr>
          <p:cNvPr id="5" name="Slide Number Placeholder 4">
            <a:extLst>
              <a:ext uri="{FF2B5EF4-FFF2-40B4-BE49-F238E27FC236}">
                <a16:creationId xmlns:a16="http://schemas.microsoft.com/office/drawing/2014/main" id="{C7C4CADB-FFF8-37D3-117A-E90ECA13A263}"/>
              </a:ext>
            </a:extLst>
          </p:cNvPr>
          <p:cNvSpPr>
            <a:spLocks noGrp="1"/>
          </p:cNvSpPr>
          <p:nvPr>
            <p:ph type="sldNum" sz="quarter" idx="12"/>
          </p:nvPr>
        </p:nvSpPr>
        <p:spPr/>
        <p:txBody>
          <a:bodyPr/>
          <a:lstStyle/>
          <a:p>
            <a:fld id="{2E8C09BE-1715-42CA-A91A-E7B0E09A3015}" type="slidenum">
              <a:rPr lang="en-CA" smtClean="0"/>
              <a:t>20</a:t>
            </a:fld>
            <a:endParaRPr lang="en-CA"/>
          </a:p>
        </p:txBody>
      </p:sp>
    </p:spTree>
    <p:extLst>
      <p:ext uri="{BB962C8B-B14F-4D97-AF65-F5344CB8AC3E}">
        <p14:creationId xmlns:p14="http://schemas.microsoft.com/office/powerpoint/2010/main" val="2007462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664" y="401817"/>
            <a:ext cx="5081043" cy="1605130"/>
          </a:xfrm>
        </p:spPr>
        <p:txBody>
          <a:bodyPr/>
          <a:lstStyle/>
          <a:p>
            <a:r>
              <a:rPr lang="zh-CN" altLang="en-US" sz="3600" i="0" dirty="0"/>
              <a:t>局部极小值</a:t>
            </a:r>
            <a:endParaRPr lang="en-CA" sz="3600" i="0" dirty="0"/>
          </a:p>
        </p:txBody>
      </p:sp>
      <p:sp>
        <p:nvSpPr>
          <p:cNvPr id="3" name="Content Placeholder 2"/>
          <p:cNvSpPr>
            <a:spLocks noGrp="1"/>
          </p:cNvSpPr>
          <p:nvPr>
            <p:ph idx="1"/>
          </p:nvPr>
        </p:nvSpPr>
        <p:spPr>
          <a:xfrm>
            <a:off x="369129" y="1640281"/>
            <a:ext cx="8208912" cy="4417864"/>
          </a:xfrm>
        </p:spPr>
        <p:txBody>
          <a:bodyPr/>
          <a:lstStyle/>
          <a:p>
            <a:r>
              <a:rPr lang="zh-CN" altLang="en-US" sz="2400" dirty="0"/>
              <a:t>尝试避免局部极小值：如果一开始选择较大的学习率，算法可能会跳过一些局部最小值，有时学习率会周期性增加，来鼓励算法从局部最小值中跳出来。</a:t>
            </a:r>
          </a:p>
          <a:p>
            <a:pPr marL="0" indent="0">
              <a:buNone/>
            </a:pPr>
            <a:br>
              <a:rPr lang="zh-CN" altLang="en-US" dirty="0"/>
            </a:b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21</a:t>
            </a:fld>
            <a:endParaRPr lang="en-CA"/>
          </a:p>
        </p:txBody>
      </p:sp>
      <p:grpSp>
        <p:nvGrpSpPr>
          <p:cNvPr id="6" name="Group 5"/>
          <p:cNvGrpSpPr/>
          <p:nvPr/>
        </p:nvGrpSpPr>
        <p:grpSpPr>
          <a:xfrm>
            <a:off x="1259632" y="3071807"/>
            <a:ext cx="7056784" cy="3384376"/>
            <a:chOff x="1793171" y="3850574"/>
            <a:chExt cx="5380983" cy="2743200"/>
          </a:xfrm>
        </p:grpSpPr>
        <p:graphicFrame>
          <p:nvGraphicFramePr>
            <p:cNvPr id="7" name="Chart 6"/>
            <p:cNvGraphicFramePr>
              <a:graphicFrameLocks/>
            </p:cNvGraphicFramePr>
            <p:nvPr>
              <p:extLst>
                <p:ext uri="{D42A27DB-BD31-4B8C-83A1-F6EECF244321}">
                  <p14:modId xmlns:p14="http://schemas.microsoft.com/office/powerpoint/2010/main" val="1414988399"/>
                </p:ext>
              </p:extLst>
            </p:nvPr>
          </p:nvGraphicFramePr>
          <p:xfrm>
            <a:off x="1793171" y="3850574"/>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5000966" y="5993809"/>
              <a:ext cx="2173188" cy="299361"/>
            </a:xfrm>
            <a:prstGeom prst="rect">
              <a:avLst/>
            </a:prstGeom>
            <a:noFill/>
          </p:spPr>
          <p:txBody>
            <a:bodyPr wrap="square" rtlCol="0">
              <a:spAutoFit/>
            </a:bodyPr>
            <a:lstStyle/>
            <a:p>
              <a:r>
                <a:rPr lang="zh-CN" altLang="en-US" b="1" dirty="0">
                  <a:latin typeface="Cambria" panose="02040503050406030204" pitchFamily="18" charset="0"/>
                  <a:ea typeface="Cambria" panose="02040503050406030204" pitchFamily="18" charset="0"/>
                </a:rPr>
                <a:t>参数值</a:t>
              </a:r>
              <a:endParaRPr lang="en-CA" b="1" dirty="0">
                <a:latin typeface="Cambria" panose="02040503050406030204" pitchFamily="18" charset="0"/>
                <a:ea typeface="Cambria" panose="02040503050406030204" pitchFamily="18" charset="0"/>
              </a:endParaRPr>
            </a:p>
          </p:txBody>
        </p:sp>
        <p:sp>
          <p:nvSpPr>
            <p:cNvPr id="9" name="TextBox 8"/>
            <p:cNvSpPr txBox="1"/>
            <p:nvPr/>
          </p:nvSpPr>
          <p:spPr>
            <a:xfrm>
              <a:off x="2444339" y="4273139"/>
              <a:ext cx="280846" cy="276999"/>
            </a:xfrm>
            <a:prstGeom prst="rect">
              <a:avLst/>
            </a:prstGeom>
            <a:noFill/>
          </p:spPr>
          <p:txBody>
            <a:bodyPr wrap="none" rtlCol="0">
              <a:spAutoFit/>
            </a:bodyPr>
            <a:lstStyle/>
            <a:p>
              <a:r>
                <a:rPr lang="en-US" sz="1200" dirty="0">
                  <a:latin typeface="Cambria" panose="02040503050406030204" pitchFamily="18" charset="0"/>
                  <a:ea typeface="Cambria" panose="02040503050406030204" pitchFamily="18" charset="0"/>
                </a:rPr>
                <a:t>A</a:t>
              </a:r>
              <a:endParaRPr lang="en-CA" sz="1200" dirty="0">
                <a:latin typeface="Cambria" panose="02040503050406030204" pitchFamily="18" charset="0"/>
                <a:ea typeface="Cambria" panose="02040503050406030204" pitchFamily="18" charset="0"/>
              </a:endParaRPr>
            </a:p>
          </p:txBody>
        </p:sp>
        <p:sp>
          <p:nvSpPr>
            <p:cNvPr id="10" name="TextBox 9"/>
            <p:cNvSpPr txBox="1"/>
            <p:nvPr/>
          </p:nvSpPr>
          <p:spPr>
            <a:xfrm>
              <a:off x="3334987" y="4852842"/>
              <a:ext cx="416578" cy="271398"/>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B</a:t>
              </a:r>
              <a:endParaRPr lang="en-CA" sz="1200" dirty="0">
                <a:latin typeface="Cambria" panose="02040503050406030204" pitchFamily="18" charset="0"/>
                <a:ea typeface="Cambria" panose="02040503050406030204" pitchFamily="18" charset="0"/>
              </a:endParaRPr>
            </a:p>
          </p:txBody>
        </p:sp>
        <p:sp>
          <p:nvSpPr>
            <p:cNvPr id="11" name="TextBox 10"/>
            <p:cNvSpPr txBox="1"/>
            <p:nvPr/>
          </p:nvSpPr>
          <p:spPr>
            <a:xfrm>
              <a:off x="4762005" y="4988540"/>
              <a:ext cx="296363" cy="271398"/>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C</a:t>
              </a:r>
              <a:endParaRPr lang="en-CA" sz="1200" dirty="0">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3533799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64704"/>
            <a:ext cx="7772400" cy="1143000"/>
          </a:xfrm>
        </p:spPr>
        <p:txBody>
          <a:bodyPr/>
          <a:lstStyle/>
          <a:p>
            <a:r>
              <a:rPr lang="zh-CN" altLang="en-US" sz="3600" i="0" dirty="0"/>
              <a:t>迭代终止规则</a:t>
            </a:r>
            <a:endParaRPr lang="en-CA" sz="3600" i="0" dirty="0"/>
          </a:p>
        </p:txBody>
      </p:sp>
      <p:sp>
        <p:nvSpPr>
          <p:cNvPr id="3" name="Content Placeholder 2"/>
          <p:cNvSpPr>
            <a:spLocks noGrp="1"/>
          </p:cNvSpPr>
          <p:nvPr>
            <p:ph idx="1"/>
          </p:nvPr>
        </p:nvSpPr>
        <p:spPr>
          <a:xfrm>
            <a:off x="323528" y="1772816"/>
            <a:ext cx="8352928" cy="4114800"/>
          </a:xfrm>
        </p:spPr>
        <p:txBody>
          <a:bodyPr/>
          <a:lstStyle/>
          <a:p>
            <a:r>
              <a:rPr lang="zh-CN" altLang="en-US" sz="2800" dirty="0"/>
              <a:t>由于应用（或模型）包含大量参数，使用终止规则来避免过拟合非常重要。</a:t>
            </a:r>
            <a:endParaRPr lang="en-US" altLang="zh-CN" sz="2800" dirty="0"/>
          </a:p>
          <a:p>
            <a:endParaRPr lang="en-US" altLang="zh-CN" sz="2800" dirty="0"/>
          </a:p>
          <a:p>
            <a:r>
              <a:rPr lang="zh-CN" altLang="en-US" sz="2800" dirty="0"/>
              <a:t>我们在计算训练集结果的同时，也会计算验证集的结果。</a:t>
            </a:r>
            <a:endParaRPr lang="en-US" altLang="zh-CN" sz="2800" dirty="0"/>
          </a:p>
          <a:p>
            <a:endParaRPr lang="en-US" altLang="zh-CN" sz="2800" dirty="0"/>
          </a:p>
          <a:p>
            <a:r>
              <a:rPr lang="zh-CN" altLang="en-US" sz="2800" dirty="0"/>
              <a:t>当验证集的结果开始变差时，我们就停止训练。</a:t>
            </a:r>
            <a:endParaRPr lang="en-CA" sz="2800" dirty="0"/>
          </a:p>
        </p:txBody>
      </p:sp>
      <p:sp>
        <p:nvSpPr>
          <p:cNvPr id="5" name="Slide Number Placeholder 4"/>
          <p:cNvSpPr>
            <a:spLocks noGrp="1"/>
          </p:cNvSpPr>
          <p:nvPr>
            <p:ph type="sldNum" sz="quarter" idx="12"/>
          </p:nvPr>
        </p:nvSpPr>
        <p:spPr/>
        <p:txBody>
          <a:bodyPr/>
          <a:lstStyle/>
          <a:p>
            <a:fld id="{F979D778-5668-409F-BE61-8F31D5437AFC}" type="slidenum">
              <a:rPr lang="en-CA" smtClean="0"/>
              <a:t>22</a:t>
            </a:fld>
            <a:endParaRPr lang="en-CA"/>
          </a:p>
        </p:txBody>
      </p:sp>
    </p:spTree>
    <p:extLst>
      <p:ext uri="{BB962C8B-B14F-4D97-AF65-F5344CB8AC3E}">
        <p14:creationId xmlns:p14="http://schemas.microsoft.com/office/powerpoint/2010/main" val="2037011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03298"/>
            <a:ext cx="7772400" cy="1143000"/>
          </a:xfrm>
        </p:spPr>
        <p:txBody>
          <a:bodyPr/>
          <a:lstStyle/>
          <a:p>
            <a:r>
              <a:rPr lang="zh-CN" altLang="en-US" sz="3600" i="0" dirty="0"/>
              <a:t>应用：</a:t>
            </a:r>
            <a:r>
              <a:rPr lang="en-US" sz="3600" i="0" dirty="0"/>
              <a:t>Black-Scholes-Merton</a:t>
            </a:r>
            <a:r>
              <a:rPr lang="zh-CN" altLang="en-US" sz="3600" i="0" dirty="0"/>
              <a:t>模型</a:t>
            </a:r>
            <a:endParaRPr lang="en-CA" sz="3600" i="0" dirty="0"/>
          </a:p>
        </p:txBody>
      </p:sp>
      <p:sp>
        <p:nvSpPr>
          <p:cNvPr id="5" name="Slide Number Placeholder 4"/>
          <p:cNvSpPr>
            <a:spLocks noGrp="1"/>
          </p:cNvSpPr>
          <p:nvPr>
            <p:ph type="sldNum" sz="quarter" idx="12"/>
          </p:nvPr>
        </p:nvSpPr>
        <p:spPr/>
        <p:txBody>
          <a:bodyPr/>
          <a:lstStyle/>
          <a:p>
            <a:fld id="{F979D778-5668-409F-BE61-8F31D5437AFC}" type="slidenum">
              <a:rPr lang="en-CA" smtClean="0"/>
              <a:t>23</a:t>
            </a:fld>
            <a:endParaRPr lang="en-CA"/>
          </a:p>
        </p:txBody>
      </p:sp>
      <p:pic>
        <p:nvPicPr>
          <p:cNvPr id="7" name="图片 6">
            <a:extLst>
              <a:ext uri="{FF2B5EF4-FFF2-40B4-BE49-F238E27FC236}">
                <a16:creationId xmlns:a16="http://schemas.microsoft.com/office/drawing/2014/main" id="{29BA60AD-0BAD-760E-5B9F-96C8E70644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746" y="1700808"/>
            <a:ext cx="7488832" cy="4010755"/>
          </a:xfrm>
          <a:prstGeom prst="rect">
            <a:avLst/>
          </a:prstGeom>
        </p:spPr>
      </p:pic>
    </p:spTree>
    <p:extLst>
      <p:ext uri="{BB962C8B-B14F-4D97-AF65-F5344CB8AC3E}">
        <p14:creationId xmlns:p14="http://schemas.microsoft.com/office/powerpoint/2010/main" val="2395991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5A20-9049-CA05-B6AF-E06F12434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9EA5E-9E5F-F917-A420-645E1312B4DA}"/>
              </a:ext>
            </a:extLst>
          </p:cNvPr>
          <p:cNvSpPr>
            <a:spLocks noGrp="1"/>
          </p:cNvSpPr>
          <p:nvPr>
            <p:ph type="title"/>
          </p:nvPr>
        </p:nvSpPr>
        <p:spPr>
          <a:xfrm>
            <a:off x="395536" y="703298"/>
            <a:ext cx="7772400" cy="1143000"/>
          </a:xfrm>
        </p:spPr>
        <p:txBody>
          <a:bodyPr/>
          <a:lstStyle/>
          <a:p>
            <a:r>
              <a:rPr lang="zh-CN" altLang="en-US" sz="3600" i="0" dirty="0"/>
              <a:t>应用：</a:t>
            </a:r>
            <a:r>
              <a:rPr lang="en-US" sz="3600" i="0" dirty="0"/>
              <a:t>Black-Scholes-Merton</a:t>
            </a:r>
            <a:r>
              <a:rPr lang="zh-CN" altLang="en-US" sz="3600" i="0" dirty="0"/>
              <a:t>模型</a:t>
            </a:r>
            <a:endParaRPr lang="en-CA" sz="3600" i="0" dirty="0"/>
          </a:p>
        </p:txBody>
      </p:sp>
      <p:sp>
        <p:nvSpPr>
          <p:cNvPr id="3" name="Content Placeholder 2">
            <a:extLst>
              <a:ext uri="{FF2B5EF4-FFF2-40B4-BE49-F238E27FC236}">
                <a16:creationId xmlns:a16="http://schemas.microsoft.com/office/drawing/2014/main" id="{57FC624C-A25F-73C3-42AD-5A7CD24CBD61}"/>
              </a:ext>
            </a:extLst>
          </p:cNvPr>
          <p:cNvSpPr>
            <a:spLocks noGrp="1"/>
          </p:cNvSpPr>
          <p:nvPr>
            <p:ph idx="1"/>
          </p:nvPr>
        </p:nvSpPr>
        <p:spPr>
          <a:xfrm>
            <a:off x="246063" y="1812925"/>
            <a:ext cx="8502401" cy="4114800"/>
          </a:xfrm>
        </p:spPr>
        <p:txBody>
          <a:bodyPr/>
          <a:lstStyle/>
          <a:p>
            <a:r>
              <a:rPr lang="zh-CN" altLang="en-US" sz="2800" dirty="0"/>
              <a:t>我们使用</a:t>
            </a:r>
            <a:r>
              <a:rPr lang="en-US" altLang="zh-CN" sz="2800" dirty="0"/>
              <a:t>Black-Scholes-Merton</a:t>
            </a:r>
            <a:r>
              <a:rPr lang="zh-CN" altLang="en-US" sz="2800" dirty="0"/>
              <a:t>模型生成了</a:t>
            </a:r>
            <a:r>
              <a:rPr lang="en-US" altLang="zh-CN" sz="2800" dirty="0"/>
              <a:t>10,000</a:t>
            </a:r>
            <a:r>
              <a:rPr lang="zh-CN" altLang="en-US" sz="2800" dirty="0"/>
              <a:t>个看涨期权价格，然后在价格上添加了一个均值为</a:t>
            </a:r>
            <a:r>
              <a:rPr lang="en-US" altLang="zh-CN" sz="2800" dirty="0"/>
              <a:t>0</a:t>
            </a:r>
            <a:r>
              <a:rPr lang="zh-CN" altLang="en-US" sz="2800" dirty="0"/>
              <a:t>、标准差为</a:t>
            </a:r>
            <a:r>
              <a:rPr lang="en-US" altLang="zh-CN" sz="2800" dirty="0"/>
              <a:t>0.15</a:t>
            </a:r>
            <a:r>
              <a:rPr lang="zh-CN" altLang="en-US" sz="2800" dirty="0"/>
              <a:t>的正态分布误差。</a:t>
            </a:r>
            <a:endParaRPr lang="en-US" altLang="zh-CN" sz="2800" dirty="0"/>
          </a:p>
          <a:p>
            <a:endParaRPr lang="en-US" altLang="zh-CN" sz="2800" dirty="0"/>
          </a:p>
          <a:p>
            <a:r>
              <a:rPr lang="zh-CN" altLang="en-US" sz="2800" dirty="0"/>
              <a:t>参数是从均匀分布中随机采样的。</a:t>
            </a:r>
            <a:endParaRPr lang="en-US" altLang="zh-CN" sz="2800" dirty="0"/>
          </a:p>
          <a:p>
            <a:endParaRPr lang="en-US" altLang="zh-CN" sz="2800" dirty="0"/>
          </a:p>
          <a:p>
            <a:r>
              <a:rPr lang="zh-CN" altLang="en-US" sz="2800" dirty="0"/>
              <a:t>该模型有三个隐藏层，每层有</a:t>
            </a:r>
            <a:r>
              <a:rPr lang="en-US" altLang="zh-CN" sz="2800" dirty="0"/>
              <a:t>20</a:t>
            </a:r>
            <a:r>
              <a:rPr lang="zh-CN" altLang="en-US" sz="2800" dirty="0"/>
              <a:t>个神经元。</a:t>
            </a:r>
            <a:endParaRPr lang="en-CA" sz="2800" dirty="0"/>
          </a:p>
        </p:txBody>
      </p:sp>
      <p:sp>
        <p:nvSpPr>
          <p:cNvPr id="5" name="Slide Number Placeholder 4">
            <a:extLst>
              <a:ext uri="{FF2B5EF4-FFF2-40B4-BE49-F238E27FC236}">
                <a16:creationId xmlns:a16="http://schemas.microsoft.com/office/drawing/2014/main" id="{9396E5B5-C627-F922-4564-09512F9809AD}"/>
              </a:ext>
            </a:extLst>
          </p:cNvPr>
          <p:cNvSpPr>
            <a:spLocks noGrp="1"/>
          </p:cNvSpPr>
          <p:nvPr>
            <p:ph type="sldNum" sz="quarter" idx="12"/>
          </p:nvPr>
        </p:nvSpPr>
        <p:spPr/>
        <p:txBody>
          <a:bodyPr/>
          <a:lstStyle/>
          <a:p>
            <a:fld id="{F979D778-5668-409F-BE61-8F31D5437AFC}" type="slidenum">
              <a:rPr lang="en-CA" smtClean="0"/>
              <a:t>24</a:t>
            </a:fld>
            <a:endParaRPr lang="en-CA"/>
          </a:p>
        </p:txBody>
      </p:sp>
    </p:spTree>
    <p:extLst>
      <p:ext uri="{BB962C8B-B14F-4D97-AF65-F5344CB8AC3E}">
        <p14:creationId xmlns:p14="http://schemas.microsoft.com/office/powerpoint/2010/main" val="1095424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24744"/>
            <a:ext cx="7772400" cy="1143000"/>
          </a:xfrm>
        </p:spPr>
        <p:txBody>
          <a:bodyPr/>
          <a:lstStyle/>
          <a:p>
            <a:br>
              <a:rPr lang="zh-CN" altLang="en-US" dirty="0"/>
            </a:br>
            <a:r>
              <a:rPr lang="zh-CN" altLang="en-US" i="0" dirty="0"/>
              <a:t>随着训练轮次（周期）的增加，训练集和验证集的均方误差（</a:t>
            </a:r>
            <a:r>
              <a:rPr lang="en-US" altLang="zh-CN" i="0" dirty="0"/>
              <a:t>MSE</a:t>
            </a:r>
            <a:r>
              <a:rPr lang="zh-CN" altLang="en-US" i="0" dirty="0"/>
              <a:t>）</a:t>
            </a:r>
            <a:br>
              <a:rPr lang="zh-CN" altLang="en-US" i="0" dirty="0"/>
            </a:br>
            <a:br>
              <a:rPr lang="zh-CN" altLang="en-US" dirty="0"/>
            </a:b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25</a:t>
            </a:fld>
            <a:endParaRPr lang="en-CA"/>
          </a:p>
        </p:txBody>
      </p:sp>
      <p:sp>
        <p:nvSpPr>
          <p:cNvPr id="3" name="Content Placeholder 2"/>
          <p:cNvSpPr>
            <a:spLocks noGrp="1"/>
          </p:cNvSpPr>
          <p:nvPr>
            <p:ph idx="1"/>
          </p:nvPr>
        </p:nvSpPr>
        <p:spPr/>
        <p:txBody>
          <a:bodyPr/>
          <a:lstStyle/>
          <a:p>
            <a:pPr marL="0" indent="0">
              <a:buNone/>
            </a:pPr>
            <a:r>
              <a:rPr lang="en-US" dirty="0"/>
              <a:t> </a:t>
            </a:r>
            <a:endParaRPr lang="en-CA" dirty="0"/>
          </a:p>
        </p:txBody>
      </p:sp>
      <p:pic>
        <p:nvPicPr>
          <p:cNvPr id="6" name="Picture 5">
            <a:extLst>
              <a:ext uri="{FF2B5EF4-FFF2-40B4-BE49-F238E27FC236}">
                <a16:creationId xmlns:a16="http://schemas.microsoft.com/office/drawing/2014/main" id="{0C6E9E6D-B7F1-4643-AB20-C570D6330729}"/>
              </a:ext>
            </a:extLst>
          </p:cNvPr>
          <p:cNvPicPr>
            <a:picLocks noChangeAspect="1"/>
          </p:cNvPicPr>
          <p:nvPr/>
        </p:nvPicPr>
        <p:blipFill>
          <a:blip r:embed="rId2"/>
          <a:stretch>
            <a:fillRect/>
          </a:stretch>
        </p:blipFill>
        <p:spPr>
          <a:xfrm>
            <a:off x="755576" y="2070602"/>
            <a:ext cx="7424132" cy="4458290"/>
          </a:xfrm>
          <a:prstGeom prst="rect">
            <a:avLst/>
          </a:prstGeom>
        </p:spPr>
      </p:pic>
    </p:spTree>
    <p:extLst>
      <p:ext uri="{BB962C8B-B14F-4D97-AF65-F5344CB8AC3E}">
        <p14:creationId xmlns:p14="http://schemas.microsoft.com/office/powerpoint/2010/main" val="186705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平滑后的均方误差（</a:t>
            </a:r>
            <a:r>
              <a:rPr lang="en-US" altLang="zh-CN" i="0" dirty="0"/>
              <a:t>50</a:t>
            </a:r>
            <a:r>
              <a:rPr lang="zh-CN" altLang="en-US" i="0" dirty="0"/>
              <a:t>个周期上的移动平均）在</a:t>
            </a:r>
            <a:r>
              <a:rPr lang="en-US" altLang="zh-CN" i="0" dirty="0"/>
              <a:t>2575</a:t>
            </a:r>
            <a:r>
              <a:rPr lang="zh-CN" altLang="en-US" i="0" dirty="0"/>
              <a:t>个周期后停止</a:t>
            </a:r>
            <a:endParaRPr lang="en-CA" dirty="0"/>
          </a:p>
        </p:txBody>
      </p:sp>
      <p:sp>
        <p:nvSpPr>
          <p:cNvPr id="3" name="Content Placeholder 2"/>
          <p:cNvSpPr>
            <a:spLocks noGrp="1"/>
          </p:cNvSpPr>
          <p:nvPr>
            <p:ph idx="1"/>
          </p:nvPr>
        </p:nvSpPr>
        <p:spPr/>
        <p:txBody>
          <a:bodyPr/>
          <a:lstStyle/>
          <a:p>
            <a:pPr marL="0" indent="0">
              <a:buNone/>
            </a:pPr>
            <a:r>
              <a:rPr lang="en-US" dirty="0"/>
              <a:t> </a:t>
            </a: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26</a:t>
            </a:fld>
            <a:endParaRPr lang="en-CA"/>
          </a:p>
        </p:txBody>
      </p:sp>
      <p:pic>
        <p:nvPicPr>
          <p:cNvPr id="6" name="Picture 5">
            <a:extLst>
              <a:ext uri="{FF2B5EF4-FFF2-40B4-BE49-F238E27FC236}">
                <a16:creationId xmlns:a16="http://schemas.microsoft.com/office/drawing/2014/main" id="{67A8CAC6-4F4C-4B28-A1CA-A6488825D0F0}"/>
              </a:ext>
            </a:extLst>
          </p:cNvPr>
          <p:cNvPicPr>
            <a:picLocks noChangeAspect="1"/>
          </p:cNvPicPr>
          <p:nvPr/>
        </p:nvPicPr>
        <p:blipFill>
          <a:blip r:embed="rId2"/>
          <a:stretch>
            <a:fillRect/>
          </a:stretch>
        </p:blipFill>
        <p:spPr>
          <a:xfrm>
            <a:off x="851575" y="2122924"/>
            <a:ext cx="6626926" cy="4005419"/>
          </a:xfrm>
          <a:prstGeom prst="rect">
            <a:avLst/>
          </a:prstGeom>
        </p:spPr>
      </p:pic>
    </p:spTree>
    <p:extLst>
      <p:ext uri="{BB962C8B-B14F-4D97-AF65-F5344CB8AC3E}">
        <p14:creationId xmlns:p14="http://schemas.microsoft.com/office/powerpoint/2010/main" val="1276584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结果</a:t>
            </a:r>
            <a:endParaRPr lang="en-CA" sz="3600" i="0" dirty="0"/>
          </a:p>
        </p:txBody>
      </p:sp>
      <p:sp>
        <p:nvSpPr>
          <p:cNvPr id="3" name="Content Placeholder 2"/>
          <p:cNvSpPr>
            <a:spLocks noGrp="1"/>
          </p:cNvSpPr>
          <p:nvPr>
            <p:ph idx="1"/>
          </p:nvPr>
        </p:nvSpPr>
        <p:spPr/>
        <p:txBody>
          <a:bodyPr/>
          <a:lstStyle/>
          <a:p>
            <a:r>
              <a:rPr lang="zh-CN" altLang="en-US" sz="2800" dirty="0"/>
              <a:t>尽管只有</a:t>
            </a:r>
            <a:r>
              <a:rPr lang="en-US" altLang="zh-CN" sz="2800" dirty="0"/>
              <a:t>10,000</a:t>
            </a:r>
            <a:r>
              <a:rPr lang="zh-CN" altLang="en-US" sz="2800" dirty="0"/>
              <a:t>个观测值，神经网络依然很好地模仿了</a:t>
            </a:r>
            <a:r>
              <a:rPr lang="en-US" altLang="zh-CN" sz="2800" dirty="0"/>
              <a:t>Black-Scholes-Merton</a:t>
            </a:r>
            <a:r>
              <a:rPr lang="zh-CN" altLang="en-US" sz="2800" dirty="0"/>
              <a:t>模型。</a:t>
            </a:r>
            <a:endParaRPr lang="en-US" altLang="zh-CN" sz="2800" dirty="0"/>
          </a:p>
          <a:p>
            <a:endParaRPr lang="en-US" altLang="zh-CN" sz="2800" dirty="0"/>
          </a:p>
          <a:p>
            <a:r>
              <a:rPr lang="zh-CN" altLang="en-US" sz="2800" dirty="0"/>
              <a:t>它消除了我们添加到</a:t>
            </a:r>
            <a:r>
              <a:rPr lang="en-US" altLang="zh-CN" sz="2800" dirty="0"/>
              <a:t>BSM</a:t>
            </a:r>
            <a:r>
              <a:rPr lang="zh-CN" altLang="en-US" sz="2800" dirty="0"/>
              <a:t>价格中的大部分随机噪声。</a:t>
            </a:r>
            <a:endParaRPr lang="en-CA" sz="2800" dirty="0"/>
          </a:p>
        </p:txBody>
      </p:sp>
      <p:sp>
        <p:nvSpPr>
          <p:cNvPr id="5" name="Slide Number Placeholder 4"/>
          <p:cNvSpPr>
            <a:spLocks noGrp="1"/>
          </p:cNvSpPr>
          <p:nvPr>
            <p:ph type="sldNum" sz="quarter" idx="12"/>
          </p:nvPr>
        </p:nvSpPr>
        <p:spPr/>
        <p:txBody>
          <a:bodyPr/>
          <a:lstStyle/>
          <a:p>
            <a:fld id="{F979D778-5668-409F-BE61-8F31D5437AFC}" type="slidenum">
              <a:rPr lang="en-CA" smtClean="0"/>
              <a:t>27</a:t>
            </a:fld>
            <a:endParaRPr lang="en-CA"/>
          </a:p>
        </p:txBody>
      </p:sp>
    </p:spTree>
    <p:extLst>
      <p:ext uri="{BB962C8B-B14F-4D97-AF65-F5344CB8AC3E}">
        <p14:creationId xmlns:p14="http://schemas.microsoft.com/office/powerpoint/2010/main" val="417948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502401" cy="1143000"/>
          </a:xfrm>
        </p:spPr>
        <p:txBody>
          <a:bodyPr/>
          <a:lstStyle/>
          <a:p>
            <a:r>
              <a:rPr lang="zh-CN" altLang="en-US" i="0" dirty="0"/>
              <a:t>奇异衍生品定价</a:t>
            </a:r>
            <a:endParaRPr lang="en-CA" dirty="0"/>
          </a:p>
        </p:txBody>
      </p:sp>
      <p:sp>
        <p:nvSpPr>
          <p:cNvPr id="3" name="Content Placeholder 2"/>
          <p:cNvSpPr>
            <a:spLocks noGrp="1"/>
          </p:cNvSpPr>
          <p:nvPr>
            <p:ph idx="1"/>
          </p:nvPr>
        </p:nvSpPr>
        <p:spPr/>
        <p:txBody>
          <a:bodyPr/>
          <a:lstStyle/>
          <a:p>
            <a:r>
              <a:rPr lang="zh-CN" altLang="en-US" sz="2400" dirty="0"/>
              <a:t>一些“奇异”衍生品使用蒙特卡洛模拟进行定价，这种方法速度较慢。</a:t>
            </a:r>
            <a:endParaRPr lang="en-US" altLang="zh-CN" sz="2400" dirty="0"/>
          </a:p>
          <a:p>
            <a:r>
              <a:rPr lang="zh-CN" altLang="en-US" sz="2400" dirty="0"/>
              <a:t>神经网络可以按以下方式使用：</a:t>
            </a:r>
            <a:endParaRPr lang="en-US" altLang="zh-CN" sz="2400" dirty="0"/>
          </a:p>
          <a:p>
            <a:pPr lvl="1"/>
            <a:r>
              <a:rPr lang="zh-CN" altLang="en-US" sz="2100" dirty="0"/>
              <a:t>先进行一次初始分析，生成大量与价格和输入变量相关的数据；</a:t>
            </a:r>
            <a:endParaRPr lang="en-US" altLang="zh-CN" sz="2100" dirty="0"/>
          </a:p>
          <a:p>
            <a:pPr lvl="1"/>
            <a:r>
              <a:rPr lang="zh-CN" altLang="en-US" sz="2100" dirty="0"/>
              <a:t>构建一个神经网络来复现这些价格；</a:t>
            </a:r>
            <a:endParaRPr lang="en-US" altLang="zh-CN" sz="2100" dirty="0"/>
          </a:p>
          <a:p>
            <a:pPr lvl="1"/>
            <a:r>
              <a:rPr lang="zh-CN" altLang="en-US" sz="2100" dirty="0"/>
              <a:t>通过网络前向计算，快速获得定价结果；</a:t>
            </a:r>
            <a:endParaRPr lang="en-US" altLang="zh-CN" sz="2100" dirty="0"/>
          </a:p>
          <a:p>
            <a:r>
              <a:rPr lang="zh-CN" altLang="en-US" sz="2400" dirty="0"/>
              <a:t>这对于情景分析非常有用。</a:t>
            </a:r>
            <a:endParaRPr lang="en-CA" sz="2000" dirty="0"/>
          </a:p>
        </p:txBody>
      </p:sp>
      <p:sp>
        <p:nvSpPr>
          <p:cNvPr id="5" name="Slide Number Placeholder 4"/>
          <p:cNvSpPr>
            <a:spLocks noGrp="1"/>
          </p:cNvSpPr>
          <p:nvPr>
            <p:ph type="sldNum" sz="quarter" idx="12"/>
          </p:nvPr>
        </p:nvSpPr>
        <p:spPr/>
        <p:txBody>
          <a:bodyPr/>
          <a:lstStyle/>
          <a:p>
            <a:fld id="{2E8C09BE-1715-42CA-A91A-E7B0E09A3015}" type="slidenum">
              <a:rPr lang="en-CA" smtClean="0"/>
              <a:t>28</a:t>
            </a:fld>
            <a:endParaRPr lang="en-CA"/>
          </a:p>
        </p:txBody>
      </p:sp>
    </p:spTree>
    <p:extLst>
      <p:ext uri="{BB962C8B-B14F-4D97-AF65-F5344CB8AC3E}">
        <p14:creationId xmlns:p14="http://schemas.microsoft.com/office/powerpoint/2010/main" val="3703978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223" y="928078"/>
            <a:ext cx="8718426" cy="1143000"/>
          </a:xfrm>
        </p:spPr>
        <p:txBody>
          <a:bodyPr/>
          <a:lstStyle/>
          <a:p>
            <a:r>
              <a:rPr lang="zh-CN" altLang="en-US" i="0" dirty="0"/>
              <a:t>人工神经网络的另一个应用：理解隐含波动率</a:t>
            </a:r>
            <a:endParaRPr lang="en-CA" dirty="0"/>
          </a:p>
        </p:txBody>
      </p:sp>
      <p:sp>
        <p:nvSpPr>
          <p:cNvPr id="3" name="Content Placeholder 2"/>
          <p:cNvSpPr>
            <a:spLocks noGrp="1"/>
          </p:cNvSpPr>
          <p:nvPr>
            <p:ph idx="1"/>
          </p:nvPr>
        </p:nvSpPr>
        <p:spPr>
          <a:xfrm>
            <a:off x="251520" y="1988840"/>
            <a:ext cx="8240960" cy="3625776"/>
          </a:xfrm>
        </p:spPr>
        <p:txBody>
          <a:bodyPr/>
          <a:lstStyle/>
          <a:p>
            <a:pPr marL="0" indent="0">
              <a:buNone/>
            </a:pPr>
            <a:endParaRPr lang="en-US" dirty="0">
              <a:ea typeface="Cambria" panose="02040503050406030204" pitchFamily="18" charset="0"/>
            </a:endParaRPr>
          </a:p>
          <a:p>
            <a:r>
              <a:rPr lang="zh-CN" altLang="en-US" sz="2800" dirty="0"/>
              <a:t>期权的隐含波动率是指：将其代入</a:t>
            </a:r>
            <a:r>
              <a:rPr lang="en-US" altLang="zh-CN" sz="2800" dirty="0"/>
              <a:t>Black-Scholes-Merton</a:t>
            </a:r>
            <a:r>
              <a:rPr lang="zh-CN" altLang="en-US" sz="2800" dirty="0"/>
              <a:t>公式后，能够得出该期权在市场上的价格的那个波动率。</a:t>
            </a:r>
            <a:endParaRPr lang="en-CA" sz="2800" dirty="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F979D778-5668-409F-BE61-8F31D5437AFC}" type="slidenum">
              <a:rPr lang="en-CA" smtClean="0"/>
              <a:t>29</a:t>
            </a:fld>
            <a:endParaRPr lang="en-CA"/>
          </a:p>
        </p:txBody>
      </p:sp>
    </p:spTree>
    <p:extLst>
      <p:ext uri="{BB962C8B-B14F-4D97-AF65-F5344CB8AC3E}">
        <p14:creationId xmlns:p14="http://schemas.microsoft.com/office/powerpoint/2010/main" val="1840551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92696"/>
            <a:ext cx="7772400" cy="1143000"/>
          </a:xfrm>
        </p:spPr>
        <p:txBody>
          <a:bodyPr/>
          <a:lstStyle/>
          <a:p>
            <a:r>
              <a:rPr lang="zh-CN" altLang="en-US" sz="3600" i="0" dirty="0"/>
              <a:t>隐含波动率</a:t>
            </a:r>
            <a:endParaRPr lang="en-CA" sz="3600" i="0" dirty="0"/>
          </a:p>
        </p:txBody>
      </p:sp>
      <p:sp>
        <p:nvSpPr>
          <p:cNvPr id="3" name="Content Placeholder 2"/>
          <p:cNvSpPr>
            <a:spLocks noGrp="1"/>
          </p:cNvSpPr>
          <p:nvPr>
            <p:ph idx="1"/>
          </p:nvPr>
        </p:nvSpPr>
        <p:spPr>
          <a:xfrm>
            <a:off x="395536" y="1835696"/>
            <a:ext cx="8352928" cy="4114800"/>
          </a:xfrm>
        </p:spPr>
        <p:txBody>
          <a:bodyPr/>
          <a:lstStyle/>
          <a:p>
            <a:r>
              <a:rPr lang="zh-CN" altLang="en-US" sz="2400" dirty="0"/>
              <a:t>如果使用</a:t>
            </a:r>
            <a:r>
              <a:rPr lang="en-US" altLang="zh-CN" sz="2400" dirty="0"/>
              <a:t>Black-Scholes-Merton</a:t>
            </a:r>
            <a:r>
              <a:rPr lang="zh-CN" altLang="en-US" sz="2400" dirty="0"/>
              <a:t>模型进行定价，那么同一资产上的所有期权都会具有相同的隐含波动率。</a:t>
            </a:r>
            <a:endParaRPr lang="en-US" altLang="zh-CN" sz="2400" dirty="0"/>
          </a:p>
          <a:p>
            <a:r>
              <a:rPr lang="zh-CN" altLang="en-US" sz="2400" dirty="0"/>
              <a:t>然而事实上，隐含波动率存在相当显著的差异。</a:t>
            </a:r>
            <a:endParaRPr lang="en-US" altLang="zh-CN" sz="2400" dirty="0"/>
          </a:p>
          <a:p>
            <a:r>
              <a:rPr lang="zh-CN" altLang="en-US" sz="2400" dirty="0"/>
              <a:t>尽管如此，隐含波动率仍被用于沟通价格，因此对于交易者来说，监控隐含波动率非常重要。</a:t>
            </a:r>
            <a:endParaRPr lang="en-US" altLang="zh-CN" sz="2400" dirty="0"/>
          </a:p>
          <a:p>
            <a:r>
              <a:rPr lang="zh-CN" altLang="en-US" sz="2400" dirty="0"/>
              <a:t>波动率曲面展示了隐含波动率作为以下两个变量的函数：</a:t>
            </a:r>
            <a:endParaRPr lang="en-US" altLang="zh-CN" sz="2400" dirty="0"/>
          </a:p>
          <a:p>
            <a:pPr lvl="1"/>
            <a:r>
              <a:rPr lang="zh-CN" altLang="en-US" sz="2000" dirty="0"/>
              <a:t>货币性（即期权被行权的可能性，交易者通过 </a:t>
            </a:r>
            <a:r>
              <a:rPr lang="en-US" altLang="zh-CN" sz="2000" dirty="0"/>
              <a:t>delta </a:t>
            </a:r>
            <a:r>
              <a:rPr lang="zh-CN" altLang="en-US" sz="2000" dirty="0"/>
              <a:t>来衡量，</a:t>
            </a:r>
            <a:r>
              <a:rPr lang="en-US" altLang="zh-CN" sz="2000" dirty="0"/>
              <a:t>delta </a:t>
            </a:r>
            <a:r>
              <a:rPr lang="zh-CN" altLang="en-US" sz="2000" dirty="0"/>
              <a:t>是期权价格对标的资产价格的敏感度）</a:t>
            </a:r>
            <a:endParaRPr lang="en-US" altLang="zh-CN" sz="2000" dirty="0"/>
          </a:p>
          <a:p>
            <a:pPr lvl="1"/>
            <a:r>
              <a:rPr lang="zh-CN" altLang="en-US" sz="2000" dirty="0"/>
              <a:t>剩余到期时间 </a:t>
            </a:r>
            <a:r>
              <a:rPr lang="en-US" sz="2000" i="1" dirty="0">
                <a:latin typeface="Cambria" panose="02040503050406030204" pitchFamily="18" charset="0"/>
                <a:ea typeface="Cambria" panose="02040503050406030204" pitchFamily="18" charset="0"/>
              </a:rPr>
              <a:t>T</a:t>
            </a:r>
            <a:endParaRPr lang="en-CA" sz="2000" i="1"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F979D778-5668-409F-BE61-8F31D5437AFC}" type="slidenum">
              <a:rPr lang="en-CA" smtClean="0"/>
              <a:t>30</a:t>
            </a:fld>
            <a:endParaRPr lang="en-CA"/>
          </a:p>
        </p:txBody>
      </p:sp>
    </p:spTree>
    <p:extLst>
      <p:ext uri="{BB962C8B-B14F-4D97-AF65-F5344CB8AC3E}">
        <p14:creationId xmlns:p14="http://schemas.microsoft.com/office/powerpoint/2010/main" val="2533443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i="0" dirty="0"/>
              <a:t>S&amp;P 500</a:t>
            </a:r>
            <a:r>
              <a:rPr lang="zh-CN" altLang="en-US" sz="3600" i="0" dirty="0"/>
              <a:t>期权的波动率曲面</a:t>
            </a:r>
            <a:br>
              <a:rPr lang="en-US" dirty="0"/>
            </a:b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31</a:t>
            </a:fld>
            <a:endParaRPr lang="en-CA"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5497" y="1467858"/>
            <a:ext cx="4453502" cy="3769322"/>
          </a:xfrm>
          <a:prstGeom prst="rect">
            <a:avLst/>
          </a:prstGeom>
        </p:spPr>
      </p:pic>
      <p:sp>
        <p:nvSpPr>
          <p:cNvPr id="9" name="TextBox 8"/>
          <p:cNvSpPr txBox="1"/>
          <p:nvPr/>
        </p:nvSpPr>
        <p:spPr>
          <a:xfrm>
            <a:off x="1832362" y="5558124"/>
            <a:ext cx="2304256" cy="369332"/>
          </a:xfrm>
          <a:prstGeom prst="rect">
            <a:avLst/>
          </a:prstGeom>
          <a:noFill/>
        </p:spPr>
        <p:txBody>
          <a:bodyPr wrap="square" rtlCol="0">
            <a:spAutoFit/>
          </a:bodyPr>
          <a:lstStyle/>
          <a:p>
            <a:r>
              <a:rPr lang="en-US" dirty="0"/>
              <a:t>2019</a:t>
            </a:r>
            <a:r>
              <a:rPr lang="zh-CN" altLang="en-US" dirty="0"/>
              <a:t>，</a:t>
            </a:r>
            <a:r>
              <a:rPr lang="en-US" altLang="zh-CN" dirty="0"/>
              <a:t>1</a:t>
            </a:r>
            <a:r>
              <a:rPr lang="zh-CN" altLang="en-US" dirty="0"/>
              <a:t>，</a:t>
            </a:r>
            <a:r>
              <a:rPr lang="en-US" altLang="zh-CN" dirty="0"/>
              <a:t>31</a:t>
            </a:r>
            <a:endParaRPr lang="en-CA" dirty="0"/>
          </a:p>
        </p:txBody>
      </p:sp>
      <p:sp>
        <p:nvSpPr>
          <p:cNvPr id="10" name="TextBox 9"/>
          <p:cNvSpPr txBox="1"/>
          <p:nvPr/>
        </p:nvSpPr>
        <p:spPr>
          <a:xfrm>
            <a:off x="5652120" y="5558124"/>
            <a:ext cx="1944216" cy="369332"/>
          </a:xfrm>
          <a:prstGeom prst="rect">
            <a:avLst/>
          </a:prstGeom>
          <a:noFill/>
        </p:spPr>
        <p:txBody>
          <a:bodyPr wrap="square" rtlCol="0">
            <a:spAutoFit/>
          </a:bodyPr>
          <a:lstStyle/>
          <a:p>
            <a:r>
              <a:rPr lang="en-US" dirty="0"/>
              <a:t>2019</a:t>
            </a:r>
            <a:r>
              <a:rPr lang="zh-CN" altLang="en-US" dirty="0"/>
              <a:t>，</a:t>
            </a:r>
            <a:r>
              <a:rPr lang="en-US" altLang="zh-CN" dirty="0"/>
              <a:t>6</a:t>
            </a:r>
            <a:r>
              <a:rPr lang="zh-CN" altLang="en-US" dirty="0"/>
              <a:t>，</a:t>
            </a:r>
            <a:r>
              <a:rPr lang="en-US" altLang="zh-CN" dirty="0"/>
              <a:t>25</a:t>
            </a:r>
            <a:endParaRPr lang="en-CA" dirty="0"/>
          </a:p>
        </p:txBody>
      </p:sp>
      <p:pic>
        <p:nvPicPr>
          <p:cNvPr id="16" name="Picture 15"/>
          <p:cNvPicPr>
            <a:picLocks noChangeAspect="1"/>
          </p:cNvPicPr>
          <p:nvPr/>
        </p:nvPicPr>
        <p:blipFill>
          <a:blip r:embed="rId3"/>
          <a:stretch>
            <a:fillRect/>
          </a:stretch>
        </p:blipFill>
        <p:spPr>
          <a:xfrm>
            <a:off x="899592" y="1651905"/>
            <a:ext cx="3542931" cy="3830019"/>
          </a:xfrm>
          <a:prstGeom prst="rect">
            <a:avLst/>
          </a:prstGeom>
        </p:spPr>
      </p:pic>
    </p:spTree>
    <p:extLst>
      <p:ext uri="{BB962C8B-B14F-4D97-AF65-F5344CB8AC3E}">
        <p14:creationId xmlns:p14="http://schemas.microsoft.com/office/powerpoint/2010/main" val="3419151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61101"/>
            <a:ext cx="8574409" cy="1143000"/>
          </a:xfrm>
        </p:spPr>
        <p:txBody>
          <a:bodyPr/>
          <a:lstStyle/>
          <a:p>
            <a:r>
              <a:rPr lang="zh-CN" altLang="en-US" sz="3600" i="0" dirty="0"/>
              <a:t>理解波动率曲面的变动</a:t>
            </a:r>
            <a:endParaRPr lang="en-CA" sz="3600" i="0" dirty="0"/>
          </a:p>
        </p:txBody>
      </p:sp>
      <p:sp>
        <p:nvSpPr>
          <p:cNvPr id="3" name="Content Placeholder 2"/>
          <p:cNvSpPr>
            <a:spLocks noGrp="1"/>
          </p:cNvSpPr>
          <p:nvPr>
            <p:ph idx="1"/>
          </p:nvPr>
        </p:nvSpPr>
        <p:spPr>
          <a:xfrm>
            <a:off x="647066" y="1916832"/>
            <a:ext cx="7772400" cy="4114800"/>
          </a:xfrm>
        </p:spPr>
        <p:txBody>
          <a:bodyPr/>
          <a:lstStyle/>
          <a:p>
            <a:r>
              <a:rPr lang="zh-CN" altLang="en-US" sz="2400" dirty="0"/>
              <a:t>为了理解波动率曲面的变动，我们使用标普</a:t>
            </a:r>
            <a:r>
              <a:rPr lang="en-US" altLang="zh-CN" sz="2400" dirty="0"/>
              <a:t>500</a:t>
            </a:r>
            <a:r>
              <a:rPr lang="zh-CN" altLang="en-US" sz="2400" dirty="0"/>
              <a:t>看涨期权的数据构建了一个神经网络。</a:t>
            </a:r>
            <a:br>
              <a:rPr lang="zh-CN" altLang="en-US" sz="2400" dirty="0"/>
            </a:br>
            <a:endParaRPr lang="en-US" altLang="zh-CN" sz="2400" dirty="0"/>
          </a:p>
          <a:p>
            <a:r>
              <a:rPr lang="zh-CN" altLang="en-US" sz="2400" dirty="0"/>
              <a:t>输入层：</a:t>
            </a:r>
          </a:p>
          <a:p>
            <a:pPr lvl="1"/>
            <a:r>
              <a:rPr lang="zh-CN" altLang="en-US" sz="2000" dirty="0"/>
              <a:t>每日资产价格收益率</a:t>
            </a:r>
          </a:p>
          <a:p>
            <a:pPr lvl="1"/>
            <a:r>
              <a:rPr lang="zh-CN" altLang="en-US" sz="2000" dirty="0"/>
              <a:t>货币性（用</a:t>
            </a:r>
            <a:r>
              <a:rPr lang="en-US" altLang="zh-CN" sz="2000" dirty="0"/>
              <a:t>delta</a:t>
            </a:r>
            <a:r>
              <a:rPr lang="zh-CN" altLang="en-US" sz="2000" dirty="0"/>
              <a:t>衡量）</a:t>
            </a:r>
          </a:p>
          <a:p>
            <a:pPr lvl="1"/>
            <a:r>
              <a:rPr lang="zh-CN" altLang="en-US" sz="2000" dirty="0"/>
              <a:t>剩余到期时间</a:t>
            </a:r>
            <a:endParaRPr lang="en-US" altLang="zh-CN" sz="2000" dirty="0"/>
          </a:p>
          <a:p>
            <a:endParaRPr lang="en-US" altLang="zh-CN" sz="2400" dirty="0"/>
          </a:p>
          <a:p>
            <a:r>
              <a:rPr lang="zh-CN" altLang="en-US" sz="2400" dirty="0"/>
              <a:t>输出层：</a:t>
            </a:r>
          </a:p>
          <a:p>
            <a:pPr lvl="1"/>
            <a:r>
              <a:rPr lang="zh-CN" altLang="en-US" sz="2000" dirty="0"/>
              <a:t>隐含波动率的变动</a:t>
            </a:r>
          </a:p>
          <a:p>
            <a:pPr marL="342900" lvl="1" indent="0">
              <a:buNone/>
            </a:pPr>
            <a:endParaRPr lang="en-US" dirty="0"/>
          </a:p>
          <a:p>
            <a:pPr marL="0" indent="0">
              <a:buNone/>
            </a:pP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32</a:t>
            </a:fld>
            <a:endParaRPr lang="en-CA"/>
          </a:p>
        </p:txBody>
      </p:sp>
    </p:spTree>
    <p:extLst>
      <p:ext uri="{BB962C8B-B14F-4D97-AF65-F5344CB8AC3E}">
        <p14:creationId xmlns:p14="http://schemas.microsoft.com/office/powerpoint/2010/main" val="4005273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845840"/>
            <a:ext cx="7772400" cy="1143000"/>
          </a:xfrm>
        </p:spPr>
        <p:txBody>
          <a:bodyPr/>
          <a:lstStyle/>
          <a:p>
            <a:r>
              <a:rPr lang="zh-CN" altLang="en-US" sz="3600" i="0" dirty="0"/>
              <a:t>细节</a:t>
            </a:r>
            <a:endParaRPr lang="en-CA" sz="3600" i="0" dirty="0"/>
          </a:p>
        </p:txBody>
      </p:sp>
      <p:sp>
        <p:nvSpPr>
          <p:cNvPr id="3" name="Content Placeholder 2"/>
          <p:cNvSpPr>
            <a:spLocks noGrp="1"/>
          </p:cNvSpPr>
          <p:nvPr>
            <p:ph idx="1"/>
          </p:nvPr>
        </p:nvSpPr>
        <p:spPr>
          <a:xfrm>
            <a:off x="467544" y="1988840"/>
            <a:ext cx="7772400" cy="4114800"/>
          </a:xfrm>
        </p:spPr>
        <p:txBody>
          <a:bodyPr/>
          <a:lstStyle/>
          <a:p>
            <a:r>
              <a:rPr lang="en-US" altLang="zh-CN" sz="2400" dirty="0"/>
              <a:t>3</a:t>
            </a:r>
            <a:r>
              <a:rPr lang="zh-CN" altLang="en-US" sz="2400" dirty="0"/>
              <a:t>个隐藏层</a:t>
            </a:r>
          </a:p>
          <a:p>
            <a:r>
              <a:rPr lang="zh-CN" altLang="en-US" sz="2400" dirty="0"/>
              <a:t>每层</a:t>
            </a:r>
            <a:r>
              <a:rPr lang="en-US" altLang="zh-CN" sz="2400" dirty="0"/>
              <a:t>20</a:t>
            </a:r>
            <a:r>
              <a:rPr lang="zh-CN" altLang="en-US" sz="2400" dirty="0"/>
              <a:t>个神经元</a:t>
            </a:r>
          </a:p>
          <a:p>
            <a:r>
              <a:rPr lang="en-US" altLang="zh-CN" sz="2400" dirty="0"/>
              <a:t>2014-2019</a:t>
            </a:r>
            <a:r>
              <a:rPr lang="zh-CN" altLang="en-US" sz="2400" dirty="0"/>
              <a:t>年的观测数据</a:t>
            </a:r>
          </a:p>
          <a:p>
            <a:r>
              <a:rPr lang="zh-CN" altLang="en-US" sz="2400" dirty="0"/>
              <a:t>每天随机抽样</a:t>
            </a:r>
            <a:r>
              <a:rPr lang="en-US" altLang="zh-CN" sz="2400" dirty="0"/>
              <a:t>100</a:t>
            </a:r>
            <a:r>
              <a:rPr lang="zh-CN" altLang="en-US" sz="2400" dirty="0"/>
              <a:t>个期权</a:t>
            </a:r>
          </a:p>
          <a:p>
            <a:r>
              <a:rPr lang="zh-CN" altLang="en-US" sz="2400" dirty="0"/>
              <a:t>总计</a:t>
            </a:r>
            <a:r>
              <a:rPr lang="en-US" altLang="zh-CN" sz="2400" dirty="0"/>
              <a:t>125,700</a:t>
            </a:r>
            <a:r>
              <a:rPr lang="zh-CN" altLang="en-US" sz="2400" dirty="0"/>
              <a:t>个期权</a:t>
            </a:r>
          </a:p>
          <a:p>
            <a:r>
              <a:rPr lang="en-US" altLang="zh-CN" sz="2400" dirty="0"/>
              <a:t>60% </a:t>
            </a:r>
            <a:r>
              <a:rPr lang="zh-CN" altLang="en-US" sz="2400" dirty="0"/>
              <a:t>用于训练集</a:t>
            </a:r>
          </a:p>
          <a:p>
            <a:r>
              <a:rPr lang="en-US" altLang="zh-CN" sz="2400" dirty="0"/>
              <a:t>20% </a:t>
            </a:r>
            <a:r>
              <a:rPr lang="zh-CN" altLang="en-US" sz="2400" dirty="0"/>
              <a:t>用于验证集</a:t>
            </a:r>
          </a:p>
          <a:p>
            <a:r>
              <a:rPr lang="en-US" altLang="zh-CN" sz="2400" dirty="0"/>
              <a:t>20% </a:t>
            </a:r>
            <a:r>
              <a:rPr lang="zh-CN" altLang="en-US" sz="2400" dirty="0"/>
              <a:t>用于测试集</a:t>
            </a:r>
          </a:p>
          <a:p>
            <a:r>
              <a:rPr lang="en-US" altLang="zh-CN" sz="2400" dirty="0"/>
              <a:t>Z-score </a:t>
            </a:r>
            <a:r>
              <a:rPr lang="zh-CN" altLang="en-US" sz="2400" dirty="0"/>
              <a:t>标准化</a:t>
            </a:r>
          </a:p>
        </p:txBody>
      </p:sp>
      <p:sp>
        <p:nvSpPr>
          <p:cNvPr id="5" name="Slide Number Placeholder 4"/>
          <p:cNvSpPr>
            <a:spLocks noGrp="1"/>
          </p:cNvSpPr>
          <p:nvPr>
            <p:ph type="sldNum" sz="quarter" idx="12"/>
          </p:nvPr>
        </p:nvSpPr>
        <p:spPr/>
        <p:txBody>
          <a:bodyPr/>
          <a:lstStyle/>
          <a:p>
            <a:fld id="{F979D778-5668-409F-BE61-8F31D5437AFC}" type="slidenum">
              <a:rPr lang="en-CA" smtClean="0"/>
              <a:t>33</a:t>
            </a:fld>
            <a:endParaRPr lang="en-CA"/>
          </a:p>
        </p:txBody>
      </p:sp>
    </p:spTree>
    <p:extLst>
      <p:ext uri="{BB962C8B-B14F-4D97-AF65-F5344CB8AC3E}">
        <p14:creationId xmlns:p14="http://schemas.microsoft.com/office/powerpoint/2010/main" val="4407611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758632"/>
            <a:ext cx="7772400" cy="1143000"/>
          </a:xfrm>
        </p:spPr>
        <p:txBody>
          <a:bodyPr/>
          <a:lstStyle/>
          <a:p>
            <a:r>
              <a:rPr lang="zh-CN" altLang="en-US" sz="3600" i="0" dirty="0"/>
              <a:t>原始数据样本</a:t>
            </a:r>
            <a:endParaRPr lang="en-CA" sz="3600" i="0" dirty="0"/>
          </a:p>
        </p:txBody>
      </p:sp>
      <p:sp>
        <p:nvSpPr>
          <p:cNvPr id="3" name="Content Placeholder 2"/>
          <p:cNvSpPr>
            <a:spLocks noGrp="1"/>
          </p:cNvSpPr>
          <p:nvPr>
            <p:ph idx="1"/>
          </p:nvPr>
        </p:nvSpPr>
        <p:spPr/>
        <p:txBody>
          <a:bodyPr/>
          <a:lstStyle/>
          <a:p>
            <a:pPr marL="0" indent="0">
              <a:buNone/>
            </a:pPr>
            <a:r>
              <a:rPr lang="en-US" dirty="0"/>
              <a:t> </a:t>
            </a: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34</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2001317133"/>
              </p:ext>
            </p:extLst>
          </p:nvPr>
        </p:nvGraphicFramePr>
        <p:xfrm>
          <a:off x="539553" y="1770995"/>
          <a:ext cx="7272808" cy="1972133"/>
        </p:xfrm>
        <a:graphic>
          <a:graphicData uri="http://schemas.openxmlformats.org/presentationml/2006/ole">
            <mc:AlternateContent xmlns:mc="http://schemas.openxmlformats.org/markup-compatibility/2006">
              <mc:Choice xmlns:v="urn:schemas-microsoft-com:vml" Requires="v">
                <p:oleObj name="Document" r:id="rId3" imgW="4749475" imgH="1287763" progId="Word.Document.12">
                  <p:embed/>
                </p:oleObj>
              </mc:Choice>
              <mc:Fallback>
                <p:oleObj name="Document" r:id="rId3" imgW="4749475" imgH="1287763" progId="Word.Document.12">
                  <p:embed/>
                  <p:pic>
                    <p:nvPicPr>
                      <p:cNvPr id="6" name="Object 5"/>
                      <p:cNvPicPr/>
                      <p:nvPr/>
                    </p:nvPicPr>
                    <p:blipFill>
                      <a:blip r:embed="rId4"/>
                      <a:stretch>
                        <a:fillRect/>
                      </a:stretch>
                    </p:blipFill>
                    <p:spPr>
                      <a:xfrm>
                        <a:off x="539553" y="1770995"/>
                        <a:ext cx="7272808" cy="1972133"/>
                      </a:xfrm>
                      <a:prstGeom prst="rect">
                        <a:avLst/>
                      </a:prstGeom>
                    </p:spPr>
                  </p:pic>
                </p:oleObj>
              </mc:Fallback>
            </mc:AlternateContent>
          </a:graphicData>
        </a:graphic>
      </p:graphicFrame>
      <p:sp>
        <p:nvSpPr>
          <p:cNvPr id="7" name="TextBox 6"/>
          <p:cNvSpPr txBox="1"/>
          <p:nvPr/>
        </p:nvSpPr>
        <p:spPr>
          <a:xfrm>
            <a:off x="539553" y="3499104"/>
            <a:ext cx="2448272" cy="461665"/>
          </a:xfrm>
          <a:prstGeom prst="rect">
            <a:avLst/>
          </a:prstGeom>
          <a:noFill/>
        </p:spPr>
        <p:txBody>
          <a:bodyPr wrap="square" rtlCol="0">
            <a:spAutoFit/>
          </a:bodyPr>
          <a:lstStyle/>
          <a:p>
            <a:r>
              <a:rPr lang="zh-CN" altLang="en-US" sz="2400" dirty="0"/>
              <a:t>标准化后的数据</a:t>
            </a:r>
            <a:r>
              <a:rPr lang="en-US" sz="2400" dirty="0"/>
              <a:t>:</a:t>
            </a:r>
            <a:endParaRPr lang="en-CA" sz="2400" dirty="0"/>
          </a:p>
        </p:txBody>
      </p:sp>
      <p:graphicFrame>
        <p:nvGraphicFramePr>
          <p:cNvPr id="8" name="Object 7"/>
          <p:cNvGraphicFramePr>
            <a:graphicFrameLocks noChangeAspect="1"/>
          </p:cNvGraphicFramePr>
          <p:nvPr>
            <p:extLst>
              <p:ext uri="{D42A27DB-BD31-4B8C-83A1-F6EECF244321}">
                <p14:modId xmlns:p14="http://schemas.microsoft.com/office/powerpoint/2010/main" val="335253362"/>
              </p:ext>
            </p:extLst>
          </p:nvPr>
        </p:nvGraphicFramePr>
        <p:xfrm>
          <a:off x="549158" y="4312781"/>
          <a:ext cx="9153896" cy="1759669"/>
        </p:xfrm>
        <a:graphic>
          <a:graphicData uri="http://schemas.openxmlformats.org/presentationml/2006/ole">
            <mc:AlternateContent xmlns:mc="http://schemas.openxmlformats.org/markup-compatibility/2006">
              <mc:Choice xmlns:v="urn:schemas-microsoft-com:vml" Requires="v">
                <p:oleObj name="Document" r:id="rId5" imgW="5949456" imgH="1261490" progId="Word.Document.12">
                  <p:embed/>
                </p:oleObj>
              </mc:Choice>
              <mc:Fallback>
                <p:oleObj name="Document" r:id="rId5" imgW="5949456" imgH="1261490" progId="Word.Document.12">
                  <p:embed/>
                  <p:pic>
                    <p:nvPicPr>
                      <p:cNvPr id="8" name="Object 7"/>
                      <p:cNvPicPr/>
                      <p:nvPr/>
                    </p:nvPicPr>
                    <p:blipFill>
                      <a:blip r:embed="rId6"/>
                      <a:stretch>
                        <a:fillRect/>
                      </a:stretch>
                    </p:blipFill>
                    <p:spPr>
                      <a:xfrm>
                        <a:off x="549158" y="4312781"/>
                        <a:ext cx="9153896" cy="1759669"/>
                      </a:xfrm>
                      <a:prstGeom prst="rect">
                        <a:avLst/>
                      </a:prstGeom>
                    </p:spPr>
                  </p:pic>
                </p:oleObj>
              </mc:Fallback>
            </mc:AlternateContent>
          </a:graphicData>
        </a:graphic>
      </p:graphicFrame>
    </p:spTree>
    <p:extLst>
      <p:ext uri="{BB962C8B-B14F-4D97-AF65-F5344CB8AC3E}">
        <p14:creationId xmlns:p14="http://schemas.microsoft.com/office/powerpoint/2010/main" val="371236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574410" cy="1143000"/>
          </a:xfrm>
        </p:spPr>
        <p:txBody>
          <a:bodyPr/>
          <a:lstStyle/>
          <a:p>
            <a:r>
              <a:rPr lang="zh-CN" altLang="en-US" i="0" dirty="0"/>
              <a:t>均方误差（训练在 </a:t>
            </a:r>
            <a:r>
              <a:rPr lang="en-US" altLang="zh-CN" i="0" dirty="0"/>
              <a:t>5,826 </a:t>
            </a:r>
            <a:r>
              <a:rPr lang="zh-CN" altLang="en-US" i="0" dirty="0"/>
              <a:t>个周期后停止）</a:t>
            </a:r>
            <a:endParaRPr lang="en-CA" sz="2400" dirty="0"/>
          </a:p>
        </p:txBody>
      </p:sp>
      <p:sp>
        <p:nvSpPr>
          <p:cNvPr id="3" name="Content Placeholder 2"/>
          <p:cNvSpPr>
            <a:spLocks noGrp="1"/>
          </p:cNvSpPr>
          <p:nvPr>
            <p:ph idx="1"/>
          </p:nvPr>
        </p:nvSpPr>
        <p:spPr/>
        <p:txBody>
          <a:bodyPr/>
          <a:lstStyle/>
          <a:p>
            <a:pPr marL="0" indent="0">
              <a:buNone/>
            </a:pPr>
            <a:r>
              <a:rPr lang="en-US"/>
              <a:t> </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35</a:t>
            </a:fld>
            <a:endParaRPr lang="en-CA"/>
          </a:p>
        </p:txBody>
      </p:sp>
      <p:pic>
        <p:nvPicPr>
          <p:cNvPr id="6" name="Picture 5"/>
          <p:cNvPicPr>
            <a:picLocks noChangeAspect="1"/>
          </p:cNvPicPr>
          <p:nvPr/>
        </p:nvPicPr>
        <p:blipFill>
          <a:blip r:embed="rId3"/>
          <a:stretch>
            <a:fillRect/>
          </a:stretch>
        </p:blipFill>
        <p:spPr>
          <a:xfrm>
            <a:off x="1223628" y="2312919"/>
            <a:ext cx="6696744" cy="3784738"/>
          </a:xfrm>
          <a:prstGeom prst="rect">
            <a:avLst/>
          </a:prstGeom>
        </p:spPr>
      </p:pic>
    </p:spTree>
    <p:extLst>
      <p:ext uri="{BB962C8B-B14F-4D97-AF65-F5344CB8AC3E}">
        <p14:creationId xmlns:p14="http://schemas.microsoft.com/office/powerpoint/2010/main" val="2298098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结果</a:t>
            </a:r>
            <a:endParaRPr lang="en-CA" sz="3600" i="0" dirty="0"/>
          </a:p>
        </p:txBody>
      </p:sp>
      <p:sp>
        <p:nvSpPr>
          <p:cNvPr id="3" name="Content Placeholder 2"/>
          <p:cNvSpPr>
            <a:spLocks noGrp="1"/>
          </p:cNvSpPr>
          <p:nvPr>
            <p:ph idx="1"/>
          </p:nvPr>
        </p:nvSpPr>
        <p:spPr>
          <a:xfrm>
            <a:off x="246063" y="2147888"/>
            <a:ext cx="8897937" cy="4114800"/>
          </a:xfrm>
        </p:spPr>
        <p:txBody>
          <a:bodyPr/>
          <a:lstStyle/>
          <a:p>
            <a:r>
              <a:rPr lang="zh-CN" altLang="en-US" sz="2800" dirty="0"/>
              <a:t>测试集相较于</a:t>
            </a:r>
            <a:r>
              <a:rPr lang="en-US" altLang="zh-CN" sz="2800" dirty="0"/>
              <a:t>Hull</a:t>
            </a:r>
            <a:r>
              <a:rPr lang="zh-CN" altLang="en-US" sz="2800" dirty="0"/>
              <a:t>和</a:t>
            </a:r>
            <a:r>
              <a:rPr lang="en-US" altLang="zh-CN" sz="2800" dirty="0"/>
              <a:t>White</a:t>
            </a:r>
            <a:r>
              <a:rPr lang="zh-CN" altLang="en-US" sz="2800" dirty="0"/>
              <a:t>在</a:t>
            </a:r>
            <a:r>
              <a:rPr lang="en-US" altLang="zh-CN" sz="2800" dirty="0"/>
              <a:t>2017</a:t>
            </a:r>
            <a:r>
              <a:rPr lang="zh-CN" altLang="en-US" sz="2800" dirty="0"/>
              <a:t>年提出的简单分析模型，仅有</a:t>
            </a:r>
            <a:r>
              <a:rPr lang="en-US" altLang="zh-CN" sz="2800" dirty="0"/>
              <a:t>14%</a:t>
            </a:r>
            <a:r>
              <a:rPr lang="zh-CN" altLang="en-US" sz="2800" dirty="0"/>
              <a:t>的适度提升。</a:t>
            </a:r>
            <a:endParaRPr lang="en-US" altLang="zh-CN" sz="2800" dirty="0"/>
          </a:p>
          <a:p>
            <a:r>
              <a:rPr lang="zh-CN" altLang="en-US" sz="2800" dirty="0"/>
              <a:t>然而，当使用第</a:t>
            </a:r>
            <a:r>
              <a:rPr lang="en-US" altLang="zh-CN" sz="2800" dirty="0"/>
              <a:t>t</a:t>
            </a:r>
            <a:r>
              <a:rPr lang="zh-CN" altLang="en-US" sz="2800" dirty="0"/>
              <a:t>天的</a:t>
            </a:r>
            <a:r>
              <a:rPr lang="en-US" altLang="zh-CN" sz="2800" dirty="0"/>
              <a:t>VIX</a:t>
            </a:r>
            <a:r>
              <a:rPr lang="zh-CN" altLang="en-US" sz="2800" dirty="0"/>
              <a:t>指数作为特征来预测第</a:t>
            </a:r>
            <a:r>
              <a:rPr lang="en-US" altLang="zh-CN" sz="2800" dirty="0"/>
              <a:t>t</a:t>
            </a:r>
            <a:r>
              <a:rPr lang="zh-CN" altLang="en-US" sz="2800" dirty="0"/>
              <a:t>天到第</a:t>
            </a:r>
            <a:r>
              <a:rPr lang="en-US" altLang="zh-CN" sz="2800" dirty="0"/>
              <a:t>t+1</a:t>
            </a:r>
            <a:r>
              <a:rPr lang="zh-CN" altLang="en-US" sz="2800" dirty="0"/>
              <a:t>天之间的变化时，改进效果相当显著。</a:t>
            </a:r>
            <a:endParaRPr lang="en-US" altLang="zh-CN" sz="2800" dirty="0"/>
          </a:p>
          <a:p>
            <a:r>
              <a:rPr lang="zh-CN" altLang="en-US" sz="2800" dirty="0"/>
              <a:t>在高波动环境和低波动环境下，波动率曲面的表现是不同的。</a:t>
            </a:r>
            <a:endParaRPr lang="en-CA" sz="2800" dirty="0"/>
          </a:p>
        </p:txBody>
      </p:sp>
      <p:sp>
        <p:nvSpPr>
          <p:cNvPr id="5" name="Slide Number Placeholder 4"/>
          <p:cNvSpPr>
            <a:spLocks noGrp="1"/>
          </p:cNvSpPr>
          <p:nvPr>
            <p:ph type="sldNum" sz="quarter" idx="12"/>
          </p:nvPr>
        </p:nvSpPr>
        <p:spPr/>
        <p:txBody>
          <a:bodyPr/>
          <a:lstStyle/>
          <a:p>
            <a:fld id="{F979D778-5668-409F-BE61-8F31D5437AFC}" type="slidenum">
              <a:rPr lang="en-CA" smtClean="0"/>
              <a:t>36</a:t>
            </a:fld>
            <a:endParaRPr lang="en-CA"/>
          </a:p>
        </p:txBody>
      </p:sp>
    </p:spTree>
    <p:extLst>
      <p:ext uri="{BB962C8B-B14F-4D97-AF65-F5344CB8AC3E}">
        <p14:creationId xmlns:p14="http://schemas.microsoft.com/office/powerpoint/2010/main" val="427685950"/>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Template>
  <TotalTime>4547</TotalTime>
  <Words>1766</Words>
  <Application>Microsoft Office PowerPoint</Application>
  <PresentationFormat>全屏显示(4:3)</PresentationFormat>
  <Paragraphs>231</Paragraphs>
  <Slides>36</Slides>
  <Notes>5</Notes>
  <HiddenSlides>0</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2</vt:i4>
      </vt:variant>
      <vt:variant>
        <vt:lpstr>幻灯片标题</vt:lpstr>
      </vt:variant>
      <vt:variant>
        <vt:i4>36</vt:i4>
      </vt:variant>
    </vt:vector>
  </HeadingPairs>
  <TitlesOfParts>
    <vt:vector size="49" baseType="lpstr">
      <vt:lpstr>Arial</vt:lpstr>
      <vt:lpstr>Calibri</vt:lpstr>
      <vt:lpstr>Cambria</vt:lpstr>
      <vt:lpstr>Cambria Math</vt:lpstr>
      <vt:lpstr>Symbol</vt:lpstr>
      <vt:lpstr>Tahoma</vt:lpstr>
      <vt:lpstr>Times New Roman</vt:lpstr>
      <vt:lpstr>Wingdings</vt:lpstr>
      <vt:lpstr>Global</vt:lpstr>
      <vt:lpstr>Global</vt:lpstr>
      <vt:lpstr>Global</vt:lpstr>
      <vt:lpstr>Equation</vt:lpstr>
      <vt:lpstr>Document</vt:lpstr>
      <vt:lpstr>商用机器学习   </vt:lpstr>
      <vt:lpstr>简单的人工神经网络</vt:lpstr>
      <vt:lpstr>激活函数</vt:lpstr>
      <vt:lpstr>激活函数</vt:lpstr>
      <vt:lpstr>房价示例的一组可能的方程（13个参数）</vt:lpstr>
      <vt:lpstr>另一示例（19个参数）</vt:lpstr>
      <vt:lpstr>贷款示例的一组可能的方程</vt:lpstr>
      <vt:lpstr>多层人工神经网络</vt:lpstr>
      <vt:lpstr>神经网络</vt:lpstr>
      <vt:lpstr>激活函数</vt:lpstr>
      <vt:lpstr>激活函数</vt:lpstr>
      <vt:lpstr>万能近似定理</vt:lpstr>
      <vt:lpstr>参数数量</vt:lpstr>
      <vt:lpstr>梯度下降与神经网络</vt:lpstr>
      <vt:lpstr>简单示例：当y=x2−8x+20时，计算最小化y的x的值</vt:lpstr>
      <vt:lpstr>当学习率为0.2</vt:lpstr>
      <vt:lpstr>当学习率为0.02</vt:lpstr>
      <vt:lpstr>当学习率为1.2</vt:lpstr>
      <vt:lpstr>梯度下降算法的变形</vt:lpstr>
      <vt:lpstr>梯度下降算法的变形</vt:lpstr>
      <vt:lpstr>局部极小值</vt:lpstr>
      <vt:lpstr>迭代终止规则</vt:lpstr>
      <vt:lpstr>应用：Black-Scholes-Merton模型</vt:lpstr>
      <vt:lpstr>应用：Black-Scholes-Merton模型</vt:lpstr>
      <vt:lpstr> 随着训练轮次（周期）的增加，训练集和验证集的均方误差（MSE）  </vt:lpstr>
      <vt:lpstr>平滑后的均方误差（50个周期上的移动平均）在2575个周期后停止</vt:lpstr>
      <vt:lpstr>结果</vt:lpstr>
      <vt:lpstr>奇异衍生品定价</vt:lpstr>
      <vt:lpstr>人工神经网络的另一个应用：理解隐含波动率</vt:lpstr>
      <vt:lpstr>隐含波动率</vt:lpstr>
      <vt:lpstr>S&amp;P 500期权的波动率曲面 </vt:lpstr>
      <vt:lpstr>理解波动率曲面的变动</vt:lpstr>
      <vt:lpstr>细节</vt:lpstr>
      <vt:lpstr>原始数据样本</vt:lpstr>
      <vt:lpstr>均方误差（训练在 5,826 个周期后停止）</vt:lpstr>
      <vt:lpstr>结果</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Neural Networks</dc:title>
  <dc:subject>Machine Learning in Business</dc:subject>
  <dc:creator>hull</dc:creator>
  <cp:keywords>Chapter 6</cp:keywords>
  <dc:description>Copyright 2019 by John C. Hull. All Rights Reserved. Published 2019.</dc:description>
  <cp:lastModifiedBy>慧 赵</cp:lastModifiedBy>
  <cp:revision>108</cp:revision>
  <cp:lastPrinted>2021-11-29T18:56:33Z</cp:lastPrinted>
  <dcterms:created xsi:type="dcterms:W3CDTF">2019-07-16T22:03:37Z</dcterms:created>
  <dcterms:modified xsi:type="dcterms:W3CDTF">2026-06-09T07:47:44Z</dcterms:modified>
</cp:coreProperties>
</file>