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handoutMasterIdLst>
    <p:handoutMasterId r:id="rId55"/>
  </p:handoutMasterIdLst>
  <p:sldIdLst>
    <p:sldId id="256" r:id="rId2"/>
    <p:sldId id="258" r:id="rId3"/>
    <p:sldId id="304" r:id="rId4"/>
    <p:sldId id="305" r:id="rId5"/>
    <p:sldId id="306" r:id="rId6"/>
    <p:sldId id="259" r:id="rId7"/>
    <p:sldId id="307" r:id="rId8"/>
    <p:sldId id="308" r:id="rId9"/>
    <p:sldId id="309" r:id="rId10"/>
    <p:sldId id="310" r:id="rId11"/>
    <p:sldId id="311" r:id="rId12"/>
    <p:sldId id="292" r:id="rId13"/>
    <p:sldId id="260" r:id="rId14"/>
    <p:sldId id="300" r:id="rId15"/>
    <p:sldId id="301" r:id="rId16"/>
    <p:sldId id="299" r:id="rId17"/>
    <p:sldId id="262" r:id="rId18"/>
    <p:sldId id="313" r:id="rId19"/>
    <p:sldId id="263" r:id="rId20"/>
    <p:sldId id="264" r:id="rId21"/>
    <p:sldId id="284" r:id="rId22"/>
    <p:sldId id="285" r:id="rId23"/>
    <p:sldId id="286" r:id="rId24"/>
    <p:sldId id="287" r:id="rId25"/>
    <p:sldId id="288" r:id="rId26"/>
    <p:sldId id="289" r:id="rId27"/>
    <p:sldId id="296" r:id="rId28"/>
    <p:sldId id="302" r:id="rId29"/>
    <p:sldId id="265" r:id="rId30"/>
    <p:sldId id="266" r:id="rId31"/>
    <p:sldId id="267" r:id="rId32"/>
    <p:sldId id="268" r:id="rId33"/>
    <p:sldId id="297" r:id="rId34"/>
    <p:sldId id="290" r:id="rId35"/>
    <p:sldId id="293" r:id="rId36"/>
    <p:sldId id="291" r:id="rId37"/>
    <p:sldId id="314" r:id="rId38"/>
    <p:sldId id="315" r:id="rId39"/>
    <p:sldId id="316" r:id="rId40"/>
    <p:sldId id="312" r:id="rId41"/>
    <p:sldId id="271" r:id="rId42"/>
    <p:sldId id="274" r:id="rId43"/>
    <p:sldId id="278" r:id="rId44"/>
    <p:sldId id="294" r:id="rId45"/>
    <p:sldId id="295" r:id="rId46"/>
    <p:sldId id="280" r:id="rId47"/>
    <p:sldId id="281" r:id="rId48"/>
    <p:sldId id="282" r:id="rId49"/>
    <p:sldId id="283" r:id="rId50"/>
    <p:sldId id="298" r:id="rId51"/>
    <p:sldId id="269" r:id="rId52"/>
    <p:sldId id="303"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41D55-F735-4812-B28B-3DE09B0C62BA}" v="2" dt="2025-03-29T20:38:37.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215" y="2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EF6A38D2-2353-4801-AD37-889B5970624C}"/>
    <pc:docChg chg="undo custSel modSld">
      <pc:chgData name="John Hull" userId="b3f65f64fa01e6a6" providerId="LiveId" clId="{EF6A38D2-2353-4801-AD37-889B5970624C}" dt="2021-05-28T00:12:12.456" v="770" actId="20577"/>
      <pc:docMkLst>
        <pc:docMk/>
      </pc:docMkLst>
      <pc:sldChg chg="modSp mod">
        <pc:chgData name="John Hull" userId="b3f65f64fa01e6a6" providerId="LiveId" clId="{EF6A38D2-2353-4801-AD37-889B5970624C}" dt="2021-05-28T00:12:12.456" v="770" actId="20577"/>
        <pc:sldMkLst>
          <pc:docMk/>
          <pc:sldMk cId="2609102905" sldId="256"/>
        </pc:sldMkLst>
      </pc:sldChg>
      <pc:sldChg chg="modSp mod">
        <pc:chgData name="John Hull" userId="b3f65f64fa01e6a6" providerId="LiveId" clId="{EF6A38D2-2353-4801-AD37-889B5970624C}" dt="2021-05-27T20:32:23.458" v="279" actId="313"/>
        <pc:sldMkLst>
          <pc:docMk/>
          <pc:sldMk cId="1848743840" sldId="271"/>
        </pc:sldMkLst>
      </pc:sldChg>
      <pc:sldChg chg="modSp mod">
        <pc:chgData name="John Hull" userId="b3f65f64fa01e6a6" providerId="LiveId" clId="{EF6A38D2-2353-4801-AD37-889B5970624C}" dt="2021-05-27T20:34:12.404" v="336" actId="20577"/>
        <pc:sldMkLst>
          <pc:docMk/>
          <pc:sldMk cId="3815630948" sldId="274"/>
        </pc:sldMkLst>
      </pc:sldChg>
      <pc:sldChg chg="modSp mod">
        <pc:chgData name="John Hull" userId="b3f65f64fa01e6a6" providerId="LiveId" clId="{EF6A38D2-2353-4801-AD37-889B5970624C}" dt="2021-05-27T20:36:06.069" v="379" actId="20577"/>
        <pc:sldMkLst>
          <pc:docMk/>
          <pc:sldMk cId="1601163914" sldId="278"/>
        </pc:sldMkLst>
      </pc:sldChg>
      <pc:sldChg chg="modSp mod">
        <pc:chgData name="John Hull" userId="b3f65f64fa01e6a6" providerId="LiveId" clId="{EF6A38D2-2353-4801-AD37-889B5970624C}" dt="2021-05-27T20:44:34.549" v="738" actId="20577"/>
        <pc:sldMkLst>
          <pc:docMk/>
          <pc:sldMk cId="2881984917" sldId="281"/>
        </pc:sldMkLst>
      </pc:sldChg>
      <pc:sldChg chg="delSp modSp mod">
        <pc:chgData name="John Hull" userId="b3f65f64fa01e6a6" providerId="LiveId" clId="{EF6A38D2-2353-4801-AD37-889B5970624C}" dt="2021-05-27T20:52:09.521" v="741" actId="14100"/>
        <pc:sldMkLst>
          <pc:docMk/>
          <pc:sldMk cId="1322356644" sldId="282"/>
        </pc:sldMkLst>
      </pc:sldChg>
      <pc:sldChg chg="modSp mod">
        <pc:chgData name="John Hull" userId="b3f65f64fa01e6a6" providerId="LiveId" clId="{EF6A38D2-2353-4801-AD37-889B5970624C}" dt="2021-05-27T20:52:38.861" v="749" actId="20577"/>
        <pc:sldMkLst>
          <pc:docMk/>
          <pc:sldMk cId="4175390974" sldId="283"/>
        </pc:sldMkLst>
      </pc:sldChg>
      <pc:sldChg chg="modSp mod">
        <pc:chgData name="John Hull" userId="b3f65f64fa01e6a6" providerId="LiveId" clId="{EF6A38D2-2353-4801-AD37-889B5970624C}" dt="2021-05-27T20:28:15.866" v="117" actId="20577"/>
        <pc:sldMkLst>
          <pc:docMk/>
          <pc:sldMk cId="3347364331" sldId="291"/>
        </pc:sldMkLst>
      </pc:sldChg>
      <pc:sldChg chg="modSp mod">
        <pc:chgData name="John Hull" userId="b3f65f64fa01e6a6" providerId="LiveId" clId="{EF6A38D2-2353-4801-AD37-889B5970624C}" dt="2021-05-27T20:38:40.582" v="481" actId="20577"/>
        <pc:sldMkLst>
          <pc:docMk/>
          <pc:sldMk cId="3374240440" sldId="295"/>
        </pc:sldMkLst>
      </pc:sldChg>
      <pc:sldChg chg="modSp mod">
        <pc:chgData name="John Hull" userId="b3f65f64fa01e6a6" providerId="LiveId" clId="{EF6A38D2-2353-4801-AD37-889B5970624C}" dt="2021-05-27T20:21:39.925" v="63" actId="20577"/>
        <pc:sldMkLst>
          <pc:docMk/>
          <pc:sldMk cId="2112859373" sldId="301"/>
        </pc:sldMkLst>
      </pc:sldChg>
    </pc:docChg>
  </pc:docChgLst>
  <pc:docChgLst>
    <pc:chgData name="Jacky Chen" userId="f978b6c0472ffe45" providerId="LiveId" clId="{6FD41D55-F735-4812-B28B-3DE09B0C62BA}"/>
    <pc:docChg chg="undo custSel modSld modMainMaster">
      <pc:chgData name="Jacky Chen" userId="f978b6c0472ffe45" providerId="LiveId" clId="{6FD41D55-F735-4812-B28B-3DE09B0C62BA}" dt="2025-04-06T15:41:32.133" v="62"/>
      <pc:docMkLst>
        <pc:docMk/>
      </pc:docMkLst>
      <pc:sldChg chg="modSp mod">
        <pc:chgData name="Jacky Chen" userId="f978b6c0472ffe45" providerId="LiveId" clId="{6FD41D55-F735-4812-B28B-3DE09B0C62BA}" dt="2025-03-29T20:34:53.031" v="12" actId="20577"/>
        <pc:sldMkLst>
          <pc:docMk/>
          <pc:sldMk cId="2609102905" sldId="256"/>
        </pc:sldMkLst>
        <pc:spChg chg="mod">
          <ac:chgData name="Jacky Chen" userId="f978b6c0472ffe45" providerId="LiveId" clId="{6FD41D55-F735-4812-B28B-3DE09B0C62BA}" dt="2025-03-29T20:34:53.031" v="12" actId="20577"/>
          <ac:spMkLst>
            <pc:docMk/>
            <pc:sldMk cId="2609102905" sldId="256"/>
            <ac:spMk id="2" creationId="{00000000-0000-0000-0000-000000000000}"/>
          </ac:spMkLst>
        </pc:spChg>
        <pc:spChg chg="mod">
          <ac:chgData name="Jacky Chen" userId="f978b6c0472ffe45" providerId="LiveId" clId="{6FD41D55-F735-4812-B28B-3DE09B0C62BA}" dt="2025-03-29T20:34:41.961" v="0"/>
          <ac:spMkLst>
            <pc:docMk/>
            <pc:sldMk cId="2609102905" sldId="256"/>
            <ac:spMk id="4" creationId="{00000000-0000-0000-0000-000000000000}"/>
          </ac:spMkLst>
        </pc:spChg>
      </pc:sldChg>
      <pc:sldChg chg="modSp mod">
        <pc:chgData name="Jacky Chen" userId="f978b6c0472ffe45" providerId="LiveId" clId="{6FD41D55-F735-4812-B28B-3DE09B0C62BA}" dt="2025-03-29T20:34:45.499" v="1"/>
        <pc:sldMkLst>
          <pc:docMk/>
          <pc:sldMk cId="759096674" sldId="258"/>
        </pc:sldMkLst>
        <pc:spChg chg="mod">
          <ac:chgData name="Jacky Chen" userId="f978b6c0472ffe45" providerId="LiveId" clId="{6FD41D55-F735-4812-B28B-3DE09B0C62BA}" dt="2025-03-29T20:34:45.499" v="1"/>
          <ac:spMkLst>
            <pc:docMk/>
            <pc:sldMk cId="759096674" sldId="258"/>
            <ac:spMk id="4" creationId="{00000000-0000-0000-0000-000000000000}"/>
          </ac:spMkLst>
        </pc:spChg>
      </pc:sldChg>
      <pc:sldChg chg="modSp mod">
        <pc:chgData name="Jacky Chen" userId="f978b6c0472ffe45" providerId="LiveId" clId="{6FD41D55-F735-4812-B28B-3DE09B0C62BA}" dt="2025-03-29T20:34:58.896" v="13"/>
        <pc:sldMkLst>
          <pc:docMk/>
          <pc:sldMk cId="1871141359" sldId="259"/>
        </pc:sldMkLst>
        <pc:spChg chg="mod">
          <ac:chgData name="Jacky Chen" userId="f978b6c0472ffe45" providerId="LiveId" clId="{6FD41D55-F735-4812-B28B-3DE09B0C62BA}" dt="2025-03-29T20:34:58.896" v="13"/>
          <ac:spMkLst>
            <pc:docMk/>
            <pc:sldMk cId="1871141359" sldId="259"/>
            <ac:spMk id="4" creationId="{00000000-0000-0000-0000-000000000000}"/>
          </ac:spMkLst>
        </pc:spChg>
      </pc:sldChg>
      <pc:sldChg chg="modSp mod">
        <pc:chgData name="Jacky Chen" userId="f978b6c0472ffe45" providerId="LiveId" clId="{6FD41D55-F735-4812-B28B-3DE09B0C62BA}" dt="2025-03-29T20:35:04" v="15"/>
        <pc:sldMkLst>
          <pc:docMk/>
          <pc:sldMk cId="2232818456" sldId="260"/>
        </pc:sldMkLst>
        <pc:spChg chg="mod">
          <ac:chgData name="Jacky Chen" userId="f978b6c0472ffe45" providerId="LiveId" clId="{6FD41D55-F735-4812-B28B-3DE09B0C62BA}" dt="2025-03-29T20:35:04" v="15"/>
          <ac:spMkLst>
            <pc:docMk/>
            <pc:sldMk cId="2232818456" sldId="260"/>
            <ac:spMk id="4" creationId="{00000000-0000-0000-0000-000000000000}"/>
          </ac:spMkLst>
        </pc:spChg>
      </pc:sldChg>
      <pc:sldChg chg="modSp mod">
        <pc:chgData name="Jacky Chen" userId="f978b6c0472ffe45" providerId="LiveId" clId="{6FD41D55-F735-4812-B28B-3DE09B0C62BA}" dt="2025-03-29T20:35:17.594" v="19"/>
        <pc:sldMkLst>
          <pc:docMk/>
          <pc:sldMk cId="3456074776" sldId="262"/>
        </pc:sldMkLst>
        <pc:spChg chg="mod">
          <ac:chgData name="Jacky Chen" userId="f978b6c0472ffe45" providerId="LiveId" clId="{6FD41D55-F735-4812-B28B-3DE09B0C62BA}" dt="2025-03-29T20:35:17.594" v="19"/>
          <ac:spMkLst>
            <pc:docMk/>
            <pc:sldMk cId="3456074776" sldId="262"/>
            <ac:spMk id="4" creationId="{00000000-0000-0000-0000-000000000000}"/>
          </ac:spMkLst>
        </pc:spChg>
      </pc:sldChg>
      <pc:sldChg chg="modSp mod">
        <pc:chgData name="Jacky Chen" userId="f978b6c0472ffe45" providerId="LiveId" clId="{6FD41D55-F735-4812-B28B-3DE09B0C62BA}" dt="2025-03-29T20:35:20.795" v="20"/>
        <pc:sldMkLst>
          <pc:docMk/>
          <pc:sldMk cId="1062879575" sldId="263"/>
        </pc:sldMkLst>
        <pc:spChg chg="mod">
          <ac:chgData name="Jacky Chen" userId="f978b6c0472ffe45" providerId="LiveId" clId="{6FD41D55-F735-4812-B28B-3DE09B0C62BA}" dt="2025-03-29T20:35:20.795" v="20"/>
          <ac:spMkLst>
            <pc:docMk/>
            <pc:sldMk cId="1062879575" sldId="263"/>
            <ac:spMk id="4" creationId="{00000000-0000-0000-0000-000000000000}"/>
          </ac:spMkLst>
        </pc:spChg>
      </pc:sldChg>
      <pc:sldChg chg="modSp mod">
        <pc:chgData name="Jacky Chen" userId="f978b6c0472ffe45" providerId="LiveId" clId="{6FD41D55-F735-4812-B28B-3DE09B0C62BA}" dt="2025-03-29T20:35:24.873" v="21"/>
        <pc:sldMkLst>
          <pc:docMk/>
          <pc:sldMk cId="1218767217" sldId="264"/>
        </pc:sldMkLst>
        <pc:spChg chg="mod">
          <ac:chgData name="Jacky Chen" userId="f978b6c0472ffe45" providerId="LiveId" clId="{6FD41D55-F735-4812-B28B-3DE09B0C62BA}" dt="2025-03-29T20:35:24.873" v="21"/>
          <ac:spMkLst>
            <pc:docMk/>
            <pc:sldMk cId="1218767217" sldId="264"/>
            <ac:spMk id="4" creationId="{00000000-0000-0000-0000-000000000000}"/>
          </ac:spMkLst>
        </pc:spChg>
      </pc:sldChg>
      <pc:sldChg chg="modSp mod">
        <pc:chgData name="Jacky Chen" userId="f978b6c0472ffe45" providerId="LiveId" clId="{6FD41D55-F735-4812-B28B-3DE09B0C62BA}" dt="2025-03-29T20:35:56.892" v="29"/>
        <pc:sldMkLst>
          <pc:docMk/>
          <pc:sldMk cId="2592377785" sldId="265"/>
        </pc:sldMkLst>
        <pc:spChg chg="mod">
          <ac:chgData name="Jacky Chen" userId="f978b6c0472ffe45" providerId="LiveId" clId="{6FD41D55-F735-4812-B28B-3DE09B0C62BA}" dt="2025-03-29T20:35:56.892" v="29"/>
          <ac:spMkLst>
            <pc:docMk/>
            <pc:sldMk cId="2592377785" sldId="265"/>
            <ac:spMk id="4" creationId="{00000000-0000-0000-0000-000000000000}"/>
          </ac:spMkLst>
        </pc:spChg>
      </pc:sldChg>
      <pc:sldChg chg="modSp mod">
        <pc:chgData name="Jacky Chen" userId="f978b6c0472ffe45" providerId="LiveId" clId="{6FD41D55-F735-4812-B28B-3DE09B0C62BA}" dt="2025-03-29T20:36:00.122" v="30"/>
        <pc:sldMkLst>
          <pc:docMk/>
          <pc:sldMk cId="49277895" sldId="266"/>
        </pc:sldMkLst>
        <pc:spChg chg="mod">
          <ac:chgData name="Jacky Chen" userId="f978b6c0472ffe45" providerId="LiveId" clId="{6FD41D55-F735-4812-B28B-3DE09B0C62BA}" dt="2025-03-29T20:36:00.122" v="30"/>
          <ac:spMkLst>
            <pc:docMk/>
            <pc:sldMk cId="49277895" sldId="266"/>
            <ac:spMk id="4" creationId="{00000000-0000-0000-0000-000000000000}"/>
          </ac:spMkLst>
        </pc:spChg>
      </pc:sldChg>
      <pc:sldChg chg="modSp mod">
        <pc:chgData name="Jacky Chen" userId="f978b6c0472ffe45" providerId="LiveId" clId="{6FD41D55-F735-4812-B28B-3DE09B0C62BA}" dt="2025-03-29T20:36:03.237" v="31"/>
        <pc:sldMkLst>
          <pc:docMk/>
          <pc:sldMk cId="2841136363" sldId="267"/>
        </pc:sldMkLst>
        <pc:spChg chg="mod">
          <ac:chgData name="Jacky Chen" userId="f978b6c0472ffe45" providerId="LiveId" clId="{6FD41D55-F735-4812-B28B-3DE09B0C62BA}" dt="2025-03-29T20:36:03.237" v="31"/>
          <ac:spMkLst>
            <pc:docMk/>
            <pc:sldMk cId="2841136363" sldId="267"/>
            <ac:spMk id="4" creationId="{00000000-0000-0000-0000-000000000000}"/>
          </ac:spMkLst>
        </pc:spChg>
      </pc:sldChg>
      <pc:sldChg chg="modSp mod">
        <pc:chgData name="Jacky Chen" userId="f978b6c0472ffe45" providerId="LiveId" clId="{6FD41D55-F735-4812-B28B-3DE09B0C62BA}" dt="2025-03-29T20:36:07.103" v="32"/>
        <pc:sldMkLst>
          <pc:docMk/>
          <pc:sldMk cId="3393505531" sldId="268"/>
        </pc:sldMkLst>
        <pc:spChg chg="mod">
          <ac:chgData name="Jacky Chen" userId="f978b6c0472ffe45" providerId="LiveId" clId="{6FD41D55-F735-4812-B28B-3DE09B0C62BA}" dt="2025-03-29T20:36:07.103" v="32"/>
          <ac:spMkLst>
            <pc:docMk/>
            <pc:sldMk cId="3393505531" sldId="268"/>
            <ac:spMk id="4" creationId="{00000000-0000-0000-0000-000000000000}"/>
          </ac:spMkLst>
        </pc:spChg>
      </pc:sldChg>
      <pc:sldChg chg="modSp mod">
        <pc:chgData name="Jacky Chen" userId="f978b6c0472ffe45" providerId="LiveId" clId="{6FD41D55-F735-4812-B28B-3DE09B0C62BA}" dt="2025-04-06T15:41:32.133" v="62"/>
        <pc:sldMkLst>
          <pc:docMk/>
          <pc:sldMk cId="1542367044" sldId="269"/>
        </pc:sldMkLst>
        <pc:spChg chg="mod">
          <ac:chgData name="Jacky Chen" userId="f978b6c0472ffe45" providerId="LiveId" clId="{6FD41D55-F735-4812-B28B-3DE09B0C62BA}" dt="2025-04-06T15:41:32.133" v="62"/>
          <ac:spMkLst>
            <pc:docMk/>
            <pc:sldMk cId="1542367044" sldId="269"/>
            <ac:spMk id="4" creationId="{00000000-0000-0000-0000-000000000000}"/>
          </ac:spMkLst>
        </pc:spChg>
      </pc:sldChg>
      <pc:sldChg chg="modSp mod">
        <pc:chgData name="Jacky Chen" userId="f978b6c0472ffe45" providerId="LiveId" clId="{6FD41D55-F735-4812-B28B-3DE09B0C62BA}" dt="2025-03-29T20:36:21.541" v="37"/>
        <pc:sldMkLst>
          <pc:docMk/>
          <pc:sldMk cId="1848743840" sldId="271"/>
        </pc:sldMkLst>
        <pc:spChg chg="mod">
          <ac:chgData name="Jacky Chen" userId="f978b6c0472ffe45" providerId="LiveId" clId="{6FD41D55-F735-4812-B28B-3DE09B0C62BA}" dt="2025-03-29T20:36:21.541" v="37"/>
          <ac:spMkLst>
            <pc:docMk/>
            <pc:sldMk cId="1848743840" sldId="271"/>
            <ac:spMk id="4" creationId="{00000000-0000-0000-0000-000000000000}"/>
          </ac:spMkLst>
        </pc:spChg>
      </pc:sldChg>
      <pc:sldChg chg="modSp mod">
        <pc:chgData name="Jacky Chen" userId="f978b6c0472ffe45" providerId="LiveId" clId="{6FD41D55-F735-4812-B28B-3DE09B0C62BA}" dt="2025-03-29T20:36:25.088" v="38"/>
        <pc:sldMkLst>
          <pc:docMk/>
          <pc:sldMk cId="3815630948" sldId="274"/>
        </pc:sldMkLst>
        <pc:spChg chg="mod">
          <ac:chgData name="Jacky Chen" userId="f978b6c0472ffe45" providerId="LiveId" clId="{6FD41D55-F735-4812-B28B-3DE09B0C62BA}" dt="2025-03-29T20:36:25.088" v="38"/>
          <ac:spMkLst>
            <pc:docMk/>
            <pc:sldMk cId="3815630948" sldId="274"/>
            <ac:spMk id="4" creationId="{00000000-0000-0000-0000-000000000000}"/>
          </ac:spMkLst>
        </pc:spChg>
      </pc:sldChg>
      <pc:sldChg chg="modSp mod">
        <pc:chgData name="Jacky Chen" userId="f978b6c0472ffe45" providerId="LiveId" clId="{6FD41D55-F735-4812-B28B-3DE09B0C62BA}" dt="2025-03-29T20:36:27.159" v="39"/>
        <pc:sldMkLst>
          <pc:docMk/>
          <pc:sldMk cId="1601163914" sldId="278"/>
        </pc:sldMkLst>
        <pc:spChg chg="mod">
          <ac:chgData name="Jacky Chen" userId="f978b6c0472ffe45" providerId="LiveId" clId="{6FD41D55-F735-4812-B28B-3DE09B0C62BA}" dt="2025-03-29T20:36:27.159" v="39"/>
          <ac:spMkLst>
            <pc:docMk/>
            <pc:sldMk cId="1601163914" sldId="278"/>
            <ac:spMk id="4" creationId="{00000000-0000-0000-0000-000000000000}"/>
          </ac:spMkLst>
        </pc:spChg>
      </pc:sldChg>
      <pc:sldChg chg="modSp mod">
        <pc:chgData name="Jacky Chen" userId="f978b6c0472ffe45" providerId="LiveId" clId="{6FD41D55-F735-4812-B28B-3DE09B0C62BA}" dt="2025-03-29T20:36:38.228" v="42"/>
        <pc:sldMkLst>
          <pc:docMk/>
          <pc:sldMk cId="3038424384" sldId="280"/>
        </pc:sldMkLst>
        <pc:spChg chg="mod">
          <ac:chgData name="Jacky Chen" userId="f978b6c0472ffe45" providerId="LiveId" clId="{6FD41D55-F735-4812-B28B-3DE09B0C62BA}" dt="2025-03-29T20:36:38.228" v="42"/>
          <ac:spMkLst>
            <pc:docMk/>
            <pc:sldMk cId="3038424384" sldId="280"/>
            <ac:spMk id="2" creationId="{00000000-0000-0000-0000-000000000000}"/>
          </ac:spMkLst>
        </pc:spChg>
      </pc:sldChg>
      <pc:sldChg chg="modSp mod">
        <pc:chgData name="Jacky Chen" userId="f978b6c0472ffe45" providerId="LiveId" clId="{6FD41D55-F735-4812-B28B-3DE09B0C62BA}" dt="2025-03-29T20:36:41.173" v="43"/>
        <pc:sldMkLst>
          <pc:docMk/>
          <pc:sldMk cId="2881984917" sldId="281"/>
        </pc:sldMkLst>
        <pc:spChg chg="mod">
          <ac:chgData name="Jacky Chen" userId="f978b6c0472ffe45" providerId="LiveId" clId="{6FD41D55-F735-4812-B28B-3DE09B0C62BA}" dt="2025-03-29T20:36:41.173" v="43"/>
          <ac:spMkLst>
            <pc:docMk/>
            <pc:sldMk cId="2881984917" sldId="281"/>
            <ac:spMk id="4" creationId="{00000000-0000-0000-0000-000000000000}"/>
          </ac:spMkLst>
        </pc:spChg>
      </pc:sldChg>
      <pc:sldChg chg="modSp mod">
        <pc:chgData name="Jacky Chen" userId="f978b6c0472ffe45" providerId="LiveId" clId="{6FD41D55-F735-4812-B28B-3DE09B0C62BA}" dt="2025-03-29T20:36:45.212" v="44"/>
        <pc:sldMkLst>
          <pc:docMk/>
          <pc:sldMk cId="1322356644" sldId="282"/>
        </pc:sldMkLst>
        <pc:spChg chg="mod">
          <ac:chgData name="Jacky Chen" userId="f978b6c0472ffe45" providerId="LiveId" clId="{6FD41D55-F735-4812-B28B-3DE09B0C62BA}" dt="2025-03-29T20:36:45.212" v="44"/>
          <ac:spMkLst>
            <pc:docMk/>
            <pc:sldMk cId="1322356644" sldId="282"/>
            <ac:spMk id="4" creationId="{00000000-0000-0000-0000-000000000000}"/>
          </ac:spMkLst>
        </pc:spChg>
      </pc:sldChg>
      <pc:sldChg chg="modSp mod">
        <pc:chgData name="Jacky Chen" userId="f978b6c0472ffe45" providerId="LiveId" clId="{6FD41D55-F735-4812-B28B-3DE09B0C62BA}" dt="2025-03-29T20:36:48.630" v="45"/>
        <pc:sldMkLst>
          <pc:docMk/>
          <pc:sldMk cId="4175390974" sldId="283"/>
        </pc:sldMkLst>
        <pc:spChg chg="mod">
          <ac:chgData name="Jacky Chen" userId="f978b6c0472ffe45" providerId="LiveId" clId="{6FD41D55-F735-4812-B28B-3DE09B0C62BA}" dt="2025-03-29T20:36:48.630" v="45"/>
          <ac:spMkLst>
            <pc:docMk/>
            <pc:sldMk cId="4175390974" sldId="283"/>
            <ac:spMk id="4" creationId="{00000000-0000-0000-0000-000000000000}"/>
          </ac:spMkLst>
        </pc:spChg>
      </pc:sldChg>
      <pc:sldChg chg="modSp mod">
        <pc:chgData name="Jacky Chen" userId="f978b6c0472ffe45" providerId="LiveId" clId="{6FD41D55-F735-4812-B28B-3DE09B0C62BA}" dt="2025-03-29T20:35:31.565" v="22"/>
        <pc:sldMkLst>
          <pc:docMk/>
          <pc:sldMk cId="4072202385" sldId="284"/>
        </pc:sldMkLst>
        <pc:spChg chg="mod">
          <ac:chgData name="Jacky Chen" userId="f978b6c0472ffe45" providerId="LiveId" clId="{6FD41D55-F735-4812-B28B-3DE09B0C62BA}" dt="2025-03-29T20:35:31.565" v="22"/>
          <ac:spMkLst>
            <pc:docMk/>
            <pc:sldMk cId="4072202385" sldId="284"/>
            <ac:spMk id="3" creationId="{00000000-0000-0000-0000-000000000000}"/>
          </ac:spMkLst>
        </pc:spChg>
      </pc:sldChg>
      <pc:sldChg chg="modSp mod">
        <pc:chgData name="Jacky Chen" userId="f978b6c0472ffe45" providerId="LiveId" clId="{6FD41D55-F735-4812-B28B-3DE09B0C62BA}" dt="2025-03-29T20:35:34.404" v="23"/>
        <pc:sldMkLst>
          <pc:docMk/>
          <pc:sldMk cId="3942570953" sldId="285"/>
        </pc:sldMkLst>
        <pc:spChg chg="mod">
          <ac:chgData name="Jacky Chen" userId="f978b6c0472ffe45" providerId="LiveId" clId="{6FD41D55-F735-4812-B28B-3DE09B0C62BA}" dt="2025-03-29T20:35:34.404" v="23"/>
          <ac:spMkLst>
            <pc:docMk/>
            <pc:sldMk cId="3942570953" sldId="285"/>
            <ac:spMk id="4" creationId="{00000000-0000-0000-0000-000000000000}"/>
          </ac:spMkLst>
        </pc:spChg>
      </pc:sldChg>
      <pc:sldChg chg="modSp mod">
        <pc:chgData name="Jacky Chen" userId="f978b6c0472ffe45" providerId="LiveId" clId="{6FD41D55-F735-4812-B28B-3DE09B0C62BA}" dt="2025-03-29T20:35:36.815" v="24"/>
        <pc:sldMkLst>
          <pc:docMk/>
          <pc:sldMk cId="2973574809" sldId="286"/>
        </pc:sldMkLst>
        <pc:spChg chg="mod">
          <ac:chgData name="Jacky Chen" userId="f978b6c0472ffe45" providerId="LiveId" clId="{6FD41D55-F735-4812-B28B-3DE09B0C62BA}" dt="2025-03-29T20:35:36.815" v="24"/>
          <ac:spMkLst>
            <pc:docMk/>
            <pc:sldMk cId="2973574809" sldId="286"/>
            <ac:spMk id="4" creationId="{00000000-0000-0000-0000-000000000000}"/>
          </ac:spMkLst>
        </pc:spChg>
      </pc:sldChg>
      <pc:sldChg chg="modSp mod">
        <pc:chgData name="Jacky Chen" userId="f978b6c0472ffe45" providerId="LiveId" clId="{6FD41D55-F735-4812-B28B-3DE09B0C62BA}" dt="2025-03-29T20:35:39.511" v="25"/>
        <pc:sldMkLst>
          <pc:docMk/>
          <pc:sldMk cId="368849537" sldId="287"/>
        </pc:sldMkLst>
        <pc:spChg chg="mod">
          <ac:chgData name="Jacky Chen" userId="f978b6c0472ffe45" providerId="LiveId" clId="{6FD41D55-F735-4812-B28B-3DE09B0C62BA}" dt="2025-03-29T20:35:39.511" v="25"/>
          <ac:spMkLst>
            <pc:docMk/>
            <pc:sldMk cId="368849537" sldId="287"/>
            <ac:spMk id="3" creationId="{00000000-0000-0000-0000-000000000000}"/>
          </ac:spMkLst>
        </pc:spChg>
      </pc:sldChg>
      <pc:sldChg chg="modSp mod">
        <pc:chgData name="Jacky Chen" userId="f978b6c0472ffe45" providerId="LiveId" clId="{6FD41D55-F735-4812-B28B-3DE09B0C62BA}" dt="2025-03-29T20:35:43.614" v="26"/>
        <pc:sldMkLst>
          <pc:docMk/>
          <pc:sldMk cId="2051135325" sldId="288"/>
        </pc:sldMkLst>
        <pc:spChg chg="mod">
          <ac:chgData name="Jacky Chen" userId="f978b6c0472ffe45" providerId="LiveId" clId="{6FD41D55-F735-4812-B28B-3DE09B0C62BA}" dt="2025-03-29T20:35:43.614" v="26"/>
          <ac:spMkLst>
            <pc:docMk/>
            <pc:sldMk cId="2051135325" sldId="288"/>
            <ac:spMk id="5" creationId="{00000000-0000-0000-0000-000000000000}"/>
          </ac:spMkLst>
        </pc:spChg>
      </pc:sldChg>
      <pc:sldChg chg="modSp mod">
        <pc:chgData name="Jacky Chen" userId="f978b6c0472ffe45" providerId="LiveId" clId="{6FD41D55-F735-4812-B28B-3DE09B0C62BA}" dt="2025-03-29T20:35:46.440" v="27"/>
        <pc:sldMkLst>
          <pc:docMk/>
          <pc:sldMk cId="2755503798" sldId="289"/>
        </pc:sldMkLst>
        <pc:spChg chg="mod">
          <ac:chgData name="Jacky Chen" userId="f978b6c0472ffe45" providerId="LiveId" clId="{6FD41D55-F735-4812-B28B-3DE09B0C62BA}" dt="2025-03-29T20:35:46.440" v="27"/>
          <ac:spMkLst>
            <pc:docMk/>
            <pc:sldMk cId="2755503798" sldId="289"/>
            <ac:spMk id="4" creationId="{00000000-0000-0000-0000-000000000000}"/>
          </ac:spMkLst>
        </pc:spChg>
      </pc:sldChg>
      <pc:sldChg chg="modSp mod">
        <pc:chgData name="Jacky Chen" userId="f978b6c0472ffe45" providerId="LiveId" clId="{6FD41D55-F735-4812-B28B-3DE09B0C62BA}" dt="2025-03-29T20:36:13.118" v="34"/>
        <pc:sldMkLst>
          <pc:docMk/>
          <pc:sldMk cId="2952119256" sldId="290"/>
        </pc:sldMkLst>
        <pc:spChg chg="mod">
          <ac:chgData name="Jacky Chen" userId="f978b6c0472ffe45" providerId="LiveId" clId="{6FD41D55-F735-4812-B28B-3DE09B0C62BA}" dt="2025-03-29T20:36:13.118" v="34"/>
          <ac:spMkLst>
            <pc:docMk/>
            <pc:sldMk cId="2952119256" sldId="290"/>
            <ac:spMk id="4" creationId="{00000000-0000-0000-0000-000000000000}"/>
          </ac:spMkLst>
        </pc:spChg>
      </pc:sldChg>
      <pc:sldChg chg="modSp mod">
        <pc:chgData name="Jacky Chen" userId="f978b6c0472ffe45" providerId="LiveId" clId="{6FD41D55-F735-4812-B28B-3DE09B0C62BA}" dt="2025-03-29T20:36:18.731" v="36"/>
        <pc:sldMkLst>
          <pc:docMk/>
          <pc:sldMk cId="3347364331" sldId="291"/>
        </pc:sldMkLst>
        <pc:spChg chg="mod">
          <ac:chgData name="Jacky Chen" userId="f978b6c0472ffe45" providerId="LiveId" clId="{6FD41D55-F735-4812-B28B-3DE09B0C62BA}" dt="2025-03-29T20:36:18.731" v="36"/>
          <ac:spMkLst>
            <pc:docMk/>
            <pc:sldMk cId="3347364331" sldId="291"/>
            <ac:spMk id="4" creationId="{00000000-0000-0000-0000-000000000000}"/>
          </ac:spMkLst>
        </pc:spChg>
      </pc:sldChg>
      <pc:sldChg chg="modSp mod">
        <pc:chgData name="Jacky Chen" userId="f978b6c0472ffe45" providerId="LiveId" clId="{6FD41D55-F735-4812-B28B-3DE09B0C62BA}" dt="2025-03-29T20:35:01.608" v="14"/>
        <pc:sldMkLst>
          <pc:docMk/>
          <pc:sldMk cId="2510526412" sldId="292"/>
        </pc:sldMkLst>
        <pc:spChg chg="mod">
          <ac:chgData name="Jacky Chen" userId="f978b6c0472ffe45" providerId="LiveId" clId="{6FD41D55-F735-4812-B28B-3DE09B0C62BA}" dt="2025-03-29T20:35:01.608" v="14"/>
          <ac:spMkLst>
            <pc:docMk/>
            <pc:sldMk cId="2510526412" sldId="292"/>
            <ac:spMk id="4" creationId="{00000000-0000-0000-0000-000000000000}"/>
          </ac:spMkLst>
        </pc:spChg>
      </pc:sldChg>
      <pc:sldChg chg="modSp mod">
        <pc:chgData name="Jacky Chen" userId="f978b6c0472ffe45" providerId="LiveId" clId="{6FD41D55-F735-4812-B28B-3DE09B0C62BA}" dt="2025-03-29T20:36:15.625" v="35"/>
        <pc:sldMkLst>
          <pc:docMk/>
          <pc:sldMk cId="32398426" sldId="293"/>
        </pc:sldMkLst>
        <pc:spChg chg="mod">
          <ac:chgData name="Jacky Chen" userId="f978b6c0472ffe45" providerId="LiveId" clId="{6FD41D55-F735-4812-B28B-3DE09B0C62BA}" dt="2025-03-29T20:36:15.625" v="35"/>
          <ac:spMkLst>
            <pc:docMk/>
            <pc:sldMk cId="32398426" sldId="293"/>
            <ac:spMk id="4" creationId="{00000000-0000-0000-0000-000000000000}"/>
          </ac:spMkLst>
        </pc:spChg>
      </pc:sldChg>
      <pc:sldChg chg="modSp mod">
        <pc:chgData name="Jacky Chen" userId="f978b6c0472ffe45" providerId="LiveId" clId="{6FD41D55-F735-4812-B28B-3DE09B0C62BA}" dt="2025-03-29T20:36:31.436" v="40"/>
        <pc:sldMkLst>
          <pc:docMk/>
          <pc:sldMk cId="3223467689" sldId="294"/>
        </pc:sldMkLst>
        <pc:spChg chg="mod">
          <ac:chgData name="Jacky Chen" userId="f978b6c0472ffe45" providerId="LiveId" clId="{6FD41D55-F735-4812-B28B-3DE09B0C62BA}" dt="2025-03-29T20:36:31.436" v="40"/>
          <ac:spMkLst>
            <pc:docMk/>
            <pc:sldMk cId="3223467689" sldId="294"/>
            <ac:spMk id="4" creationId="{00000000-0000-0000-0000-000000000000}"/>
          </ac:spMkLst>
        </pc:spChg>
      </pc:sldChg>
      <pc:sldChg chg="modSp mod">
        <pc:chgData name="Jacky Chen" userId="f978b6c0472ffe45" providerId="LiveId" clId="{6FD41D55-F735-4812-B28B-3DE09B0C62BA}" dt="2025-03-29T20:36:34.301" v="41"/>
        <pc:sldMkLst>
          <pc:docMk/>
          <pc:sldMk cId="3374240440" sldId="295"/>
        </pc:sldMkLst>
        <pc:spChg chg="mod">
          <ac:chgData name="Jacky Chen" userId="f978b6c0472ffe45" providerId="LiveId" clId="{6FD41D55-F735-4812-B28B-3DE09B0C62BA}" dt="2025-03-29T20:36:34.301" v="41"/>
          <ac:spMkLst>
            <pc:docMk/>
            <pc:sldMk cId="3374240440" sldId="295"/>
            <ac:spMk id="9" creationId="{00000000-0000-0000-0000-000000000000}"/>
          </ac:spMkLst>
        </pc:spChg>
      </pc:sldChg>
      <pc:sldChg chg="modSp mod">
        <pc:chgData name="Jacky Chen" userId="f978b6c0472ffe45" providerId="LiveId" clId="{6FD41D55-F735-4812-B28B-3DE09B0C62BA}" dt="2025-03-29T20:35:52.604" v="28"/>
        <pc:sldMkLst>
          <pc:docMk/>
          <pc:sldMk cId="2675652453" sldId="296"/>
        </pc:sldMkLst>
        <pc:spChg chg="mod">
          <ac:chgData name="Jacky Chen" userId="f978b6c0472ffe45" providerId="LiveId" clId="{6FD41D55-F735-4812-B28B-3DE09B0C62BA}" dt="2025-03-29T20:35:52.604" v="28"/>
          <ac:spMkLst>
            <pc:docMk/>
            <pc:sldMk cId="2675652453" sldId="296"/>
            <ac:spMk id="4" creationId="{00000000-0000-0000-0000-000000000000}"/>
          </ac:spMkLst>
        </pc:spChg>
      </pc:sldChg>
      <pc:sldChg chg="modSp mod">
        <pc:chgData name="Jacky Chen" userId="f978b6c0472ffe45" providerId="LiveId" clId="{6FD41D55-F735-4812-B28B-3DE09B0C62BA}" dt="2025-03-29T20:36:09.995" v="33"/>
        <pc:sldMkLst>
          <pc:docMk/>
          <pc:sldMk cId="2778882664" sldId="297"/>
        </pc:sldMkLst>
        <pc:spChg chg="mod">
          <ac:chgData name="Jacky Chen" userId="f978b6c0472ffe45" providerId="LiveId" clId="{6FD41D55-F735-4812-B28B-3DE09B0C62BA}" dt="2025-03-29T20:36:09.995" v="33"/>
          <ac:spMkLst>
            <pc:docMk/>
            <pc:sldMk cId="2778882664" sldId="297"/>
            <ac:spMk id="4" creationId="{00000000-0000-0000-0000-000000000000}"/>
          </ac:spMkLst>
        </pc:spChg>
      </pc:sldChg>
      <pc:sldChg chg="modSp mod">
        <pc:chgData name="Jacky Chen" userId="f978b6c0472ffe45" providerId="LiveId" clId="{6FD41D55-F735-4812-B28B-3DE09B0C62BA}" dt="2025-03-29T20:36:51.619" v="46"/>
        <pc:sldMkLst>
          <pc:docMk/>
          <pc:sldMk cId="3429762897" sldId="298"/>
        </pc:sldMkLst>
        <pc:spChg chg="mod">
          <ac:chgData name="Jacky Chen" userId="f978b6c0472ffe45" providerId="LiveId" clId="{6FD41D55-F735-4812-B28B-3DE09B0C62BA}" dt="2025-03-29T20:36:51.619" v="46"/>
          <ac:spMkLst>
            <pc:docMk/>
            <pc:sldMk cId="3429762897" sldId="298"/>
            <ac:spMk id="4" creationId="{00000000-0000-0000-0000-000000000000}"/>
          </ac:spMkLst>
        </pc:spChg>
      </pc:sldChg>
      <pc:sldChg chg="modSp mod">
        <pc:chgData name="Jacky Chen" userId="f978b6c0472ffe45" providerId="LiveId" clId="{6FD41D55-F735-4812-B28B-3DE09B0C62BA}" dt="2025-03-29T20:35:14.025" v="18"/>
        <pc:sldMkLst>
          <pc:docMk/>
          <pc:sldMk cId="18829461" sldId="299"/>
        </pc:sldMkLst>
        <pc:spChg chg="mod">
          <ac:chgData name="Jacky Chen" userId="f978b6c0472ffe45" providerId="LiveId" clId="{6FD41D55-F735-4812-B28B-3DE09B0C62BA}" dt="2025-03-29T20:35:14.025" v="18"/>
          <ac:spMkLst>
            <pc:docMk/>
            <pc:sldMk cId="18829461" sldId="299"/>
            <ac:spMk id="4" creationId="{00000000-0000-0000-0000-000000000000}"/>
          </ac:spMkLst>
        </pc:spChg>
      </pc:sldChg>
      <pc:sldChg chg="modSp mod">
        <pc:chgData name="Jacky Chen" userId="f978b6c0472ffe45" providerId="LiveId" clId="{6FD41D55-F735-4812-B28B-3DE09B0C62BA}" dt="2025-03-29T20:35:07.422" v="16"/>
        <pc:sldMkLst>
          <pc:docMk/>
          <pc:sldMk cId="1644806265" sldId="300"/>
        </pc:sldMkLst>
        <pc:spChg chg="mod">
          <ac:chgData name="Jacky Chen" userId="f978b6c0472ffe45" providerId="LiveId" clId="{6FD41D55-F735-4812-B28B-3DE09B0C62BA}" dt="2025-03-29T20:35:07.422" v="16"/>
          <ac:spMkLst>
            <pc:docMk/>
            <pc:sldMk cId="1644806265" sldId="300"/>
            <ac:spMk id="4" creationId="{00000000-0000-0000-0000-000000000000}"/>
          </ac:spMkLst>
        </pc:spChg>
      </pc:sldChg>
      <pc:sldChg chg="modSp mod">
        <pc:chgData name="Jacky Chen" userId="f978b6c0472ffe45" providerId="LiveId" clId="{6FD41D55-F735-4812-B28B-3DE09B0C62BA}" dt="2025-03-29T20:35:10.703" v="17"/>
        <pc:sldMkLst>
          <pc:docMk/>
          <pc:sldMk cId="2112859373" sldId="301"/>
        </pc:sldMkLst>
        <pc:spChg chg="mod">
          <ac:chgData name="Jacky Chen" userId="f978b6c0472ffe45" providerId="LiveId" clId="{6FD41D55-F735-4812-B28B-3DE09B0C62BA}" dt="2025-03-29T20:35:10.703" v="17"/>
          <ac:spMkLst>
            <pc:docMk/>
            <pc:sldMk cId="2112859373" sldId="301"/>
            <ac:spMk id="4" creationId="{477B3CA3-CF43-4102-9A67-08518F11EA85}"/>
          </ac:spMkLst>
        </pc:spChg>
      </pc:sldChg>
      <pc:sldMasterChg chg="modSldLayout">
        <pc:chgData name="Jacky Chen" userId="f978b6c0472ffe45" providerId="LiveId" clId="{6FD41D55-F735-4812-B28B-3DE09B0C62BA}" dt="2025-03-29T20:39:15.234" v="61"/>
        <pc:sldMasterMkLst>
          <pc:docMk/>
          <pc:sldMasterMk cId="709381724" sldId="2147483660"/>
        </pc:sldMasterMkLst>
        <pc:sldLayoutChg chg="modSp mod">
          <pc:chgData name="Jacky Chen" userId="f978b6c0472ffe45" providerId="LiveId" clId="{6FD41D55-F735-4812-B28B-3DE09B0C62BA}" dt="2025-03-29T20:38:38.653" v="48"/>
          <pc:sldLayoutMkLst>
            <pc:docMk/>
            <pc:sldMasterMk cId="709381724" sldId="2147483660"/>
            <pc:sldLayoutMk cId="3899206336" sldId="2147483661"/>
          </pc:sldLayoutMkLst>
          <pc:spChg chg="mod">
            <ac:chgData name="Jacky Chen" userId="f978b6c0472ffe45" providerId="LiveId" clId="{6FD41D55-F735-4812-B28B-3DE09B0C62BA}" dt="2025-03-29T20:38:38.653" v="48"/>
            <ac:spMkLst>
              <pc:docMk/>
              <pc:sldMasterMk cId="709381724" sldId="2147483660"/>
              <pc:sldLayoutMk cId="3899206336" sldId="2147483661"/>
              <ac:spMk id="95" creationId="{00000000-0000-0000-0000-000000000000}"/>
            </ac:spMkLst>
          </pc:spChg>
        </pc:sldLayoutChg>
        <pc:sldLayoutChg chg="modSp mod">
          <pc:chgData name="Jacky Chen" userId="f978b6c0472ffe45" providerId="LiveId" clId="{6FD41D55-F735-4812-B28B-3DE09B0C62BA}" dt="2025-03-29T20:38:40.967" v="49"/>
          <pc:sldLayoutMkLst>
            <pc:docMk/>
            <pc:sldMasterMk cId="709381724" sldId="2147483660"/>
            <pc:sldLayoutMk cId="3004633851" sldId="2147483662"/>
          </pc:sldLayoutMkLst>
          <pc:spChg chg="mod">
            <ac:chgData name="Jacky Chen" userId="f978b6c0472ffe45" providerId="LiveId" clId="{6FD41D55-F735-4812-B28B-3DE09B0C62BA}" dt="2025-03-29T20:38:40.967" v="49"/>
            <ac:spMkLst>
              <pc:docMk/>
              <pc:sldMasterMk cId="709381724" sldId="2147483660"/>
              <pc:sldLayoutMk cId="3004633851" sldId="2147483662"/>
              <ac:spMk id="5" creationId="{00000000-0000-0000-0000-000000000000}"/>
            </ac:spMkLst>
          </pc:spChg>
        </pc:sldLayoutChg>
        <pc:sldLayoutChg chg="modSp mod">
          <pc:chgData name="Jacky Chen" userId="f978b6c0472ffe45" providerId="LiveId" clId="{6FD41D55-F735-4812-B28B-3DE09B0C62BA}" dt="2025-03-29T20:38:42.957" v="50"/>
          <pc:sldLayoutMkLst>
            <pc:docMk/>
            <pc:sldMasterMk cId="709381724" sldId="2147483660"/>
            <pc:sldLayoutMk cId="3856398817" sldId="2147483663"/>
          </pc:sldLayoutMkLst>
          <pc:spChg chg="mod">
            <ac:chgData name="Jacky Chen" userId="f978b6c0472ffe45" providerId="LiveId" clId="{6FD41D55-F735-4812-B28B-3DE09B0C62BA}" dt="2025-03-29T20:38:42.957" v="50"/>
            <ac:spMkLst>
              <pc:docMk/>
              <pc:sldMasterMk cId="709381724" sldId="2147483660"/>
              <pc:sldLayoutMk cId="3856398817" sldId="2147483663"/>
              <ac:spMk id="5" creationId="{00000000-0000-0000-0000-000000000000}"/>
            </ac:spMkLst>
          </pc:spChg>
        </pc:sldLayoutChg>
        <pc:sldLayoutChg chg="modSp mod">
          <pc:chgData name="Jacky Chen" userId="f978b6c0472ffe45" providerId="LiveId" clId="{6FD41D55-F735-4812-B28B-3DE09B0C62BA}" dt="2025-03-29T20:38:45.809" v="51"/>
          <pc:sldLayoutMkLst>
            <pc:docMk/>
            <pc:sldMasterMk cId="709381724" sldId="2147483660"/>
            <pc:sldLayoutMk cId="2702590749" sldId="2147483664"/>
          </pc:sldLayoutMkLst>
          <pc:spChg chg="mod">
            <ac:chgData name="Jacky Chen" userId="f978b6c0472ffe45" providerId="LiveId" clId="{6FD41D55-F735-4812-B28B-3DE09B0C62BA}" dt="2025-03-29T20:38:45.809" v="51"/>
            <ac:spMkLst>
              <pc:docMk/>
              <pc:sldMasterMk cId="709381724" sldId="2147483660"/>
              <pc:sldLayoutMk cId="2702590749" sldId="2147483664"/>
              <ac:spMk id="6" creationId="{00000000-0000-0000-0000-000000000000}"/>
            </ac:spMkLst>
          </pc:spChg>
        </pc:sldLayoutChg>
        <pc:sldLayoutChg chg="modSp mod">
          <pc:chgData name="Jacky Chen" userId="f978b6c0472ffe45" providerId="LiveId" clId="{6FD41D55-F735-4812-B28B-3DE09B0C62BA}" dt="2025-03-29T20:38:48.150" v="52"/>
          <pc:sldLayoutMkLst>
            <pc:docMk/>
            <pc:sldMasterMk cId="709381724" sldId="2147483660"/>
            <pc:sldLayoutMk cId="76695219" sldId="2147483665"/>
          </pc:sldLayoutMkLst>
          <pc:spChg chg="mod">
            <ac:chgData name="Jacky Chen" userId="f978b6c0472ffe45" providerId="LiveId" clId="{6FD41D55-F735-4812-B28B-3DE09B0C62BA}" dt="2025-03-29T20:38:48.150" v="52"/>
            <ac:spMkLst>
              <pc:docMk/>
              <pc:sldMasterMk cId="709381724" sldId="2147483660"/>
              <pc:sldLayoutMk cId="76695219" sldId="2147483665"/>
              <ac:spMk id="8" creationId="{00000000-0000-0000-0000-000000000000}"/>
            </ac:spMkLst>
          </pc:spChg>
        </pc:sldLayoutChg>
        <pc:sldLayoutChg chg="modSp mod">
          <pc:chgData name="Jacky Chen" userId="f978b6c0472ffe45" providerId="LiveId" clId="{6FD41D55-F735-4812-B28B-3DE09B0C62BA}" dt="2025-03-29T20:38:50.345" v="53"/>
          <pc:sldLayoutMkLst>
            <pc:docMk/>
            <pc:sldMasterMk cId="709381724" sldId="2147483660"/>
            <pc:sldLayoutMk cId="1909410950" sldId="2147483666"/>
          </pc:sldLayoutMkLst>
          <pc:spChg chg="mod">
            <ac:chgData name="Jacky Chen" userId="f978b6c0472ffe45" providerId="LiveId" clId="{6FD41D55-F735-4812-B28B-3DE09B0C62BA}" dt="2025-03-29T20:38:50.345" v="53"/>
            <ac:spMkLst>
              <pc:docMk/>
              <pc:sldMasterMk cId="709381724" sldId="2147483660"/>
              <pc:sldLayoutMk cId="1909410950" sldId="2147483666"/>
              <ac:spMk id="4" creationId="{00000000-0000-0000-0000-000000000000}"/>
            </ac:spMkLst>
          </pc:spChg>
        </pc:sldLayoutChg>
        <pc:sldLayoutChg chg="modSp mod">
          <pc:chgData name="Jacky Chen" userId="f978b6c0472ffe45" providerId="LiveId" clId="{6FD41D55-F735-4812-B28B-3DE09B0C62BA}" dt="2025-03-29T20:38:55.181" v="54"/>
          <pc:sldLayoutMkLst>
            <pc:docMk/>
            <pc:sldMasterMk cId="709381724" sldId="2147483660"/>
            <pc:sldLayoutMk cId="401681852" sldId="2147483667"/>
          </pc:sldLayoutMkLst>
          <pc:spChg chg="mod">
            <ac:chgData name="Jacky Chen" userId="f978b6c0472ffe45" providerId="LiveId" clId="{6FD41D55-F735-4812-B28B-3DE09B0C62BA}" dt="2025-03-29T20:38:55.181" v="54"/>
            <ac:spMkLst>
              <pc:docMk/>
              <pc:sldMasterMk cId="709381724" sldId="2147483660"/>
              <pc:sldLayoutMk cId="401681852" sldId="2147483667"/>
              <ac:spMk id="3" creationId="{00000000-0000-0000-0000-000000000000}"/>
            </ac:spMkLst>
          </pc:spChg>
        </pc:sldLayoutChg>
        <pc:sldLayoutChg chg="modSp mod">
          <pc:chgData name="Jacky Chen" userId="f978b6c0472ffe45" providerId="LiveId" clId="{6FD41D55-F735-4812-B28B-3DE09B0C62BA}" dt="2025-03-29T20:38:58.180" v="55"/>
          <pc:sldLayoutMkLst>
            <pc:docMk/>
            <pc:sldMasterMk cId="709381724" sldId="2147483660"/>
            <pc:sldLayoutMk cId="4079828694" sldId="2147483668"/>
          </pc:sldLayoutMkLst>
          <pc:spChg chg="mod">
            <ac:chgData name="Jacky Chen" userId="f978b6c0472ffe45" providerId="LiveId" clId="{6FD41D55-F735-4812-B28B-3DE09B0C62BA}" dt="2025-03-29T20:38:58.180" v="55"/>
            <ac:spMkLst>
              <pc:docMk/>
              <pc:sldMasterMk cId="709381724" sldId="2147483660"/>
              <pc:sldLayoutMk cId="4079828694" sldId="2147483668"/>
              <ac:spMk id="6" creationId="{00000000-0000-0000-0000-000000000000}"/>
            </ac:spMkLst>
          </pc:spChg>
        </pc:sldLayoutChg>
        <pc:sldLayoutChg chg="modSp mod">
          <pc:chgData name="Jacky Chen" userId="f978b6c0472ffe45" providerId="LiveId" clId="{6FD41D55-F735-4812-B28B-3DE09B0C62BA}" dt="2025-03-29T20:39:00.193" v="56"/>
          <pc:sldLayoutMkLst>
            <pc:docMk/>
            <pc:sldMasterMk cId="709381724" sldId="2147483660"/>
            <pc:sldLayoutMk cId="3245219293" sldId="2147483669"/>
          </pc:sldLayoutMkLst>
          <pc:spChg chg="mod">
            <ac:chgData name="Jacky Chen" userId="f978b6c0472ffe45" providerId="LiveId" clId="{6FD41D55-F735-4812-B28B-3DE09B0C62BA}" dt="2025-03-29T20:39:00.193" v="56"/>
            <ac:spMkLst>
              <pc:docMk/>
              <pc:sldMasterMk cId="709381724" sldId="2147483660"/>
              <pc:sldLayoutMk cId="3245219293" sldId="2147483669"/>
              <ac:spMk id="6" creationId="{00000000-0000-0000-0000-000000000000}"/>
            </ac:spMkLst>
          </pc:spChg>
        </pc:sldLayoutChg>
        <pc:sldLayoutChg chg="modSp mod">
          <pc:chgData name="Jacky Chen" userId="f978b6c0472ffe45" providerId="LiveId" clId="{6FD41D55-F735-4812-B28B-3DE09B0C62BA}" dt="2025-03-29T20:39:04.361" v="57"/>
          <pc:sldLayoutMkLst>
            <pc:docMk/>
            <pc:sldMasterMk cId="709381724" sldId="2147483660"/>
            <pc:sldLayoutMk cId="3502955401" sldId="2147483670"/>
          </pc:sldLayoutMkLst>
          <pc:spChg chg="mod">
            <ac:chgData name="Jacky Chen" userId="f978b6c0472ffe45" providerId="LiveId" clId="{6FD41D55-F735-4812-B28B-3DE09B0C62BA}" dt="2025-03-29T20:39:04.361" v="57"/>
            <ac:spMkLst>
              <pc:docMk/>
              <pc:sldMasterMk cId="709381724" sldId="2147483660"/>
              <pc:sldLayoutMk cId="3502955401" sldId="2147483670"/>
              <ac:spMk id="5" creationId="{00000000-0000-0000-0000-000000000000}"/>
            </ac:spMkLst>
          </pc:spChg>
        </pc:sldLayoutChg>
        <pc:sldLayoutChg chg="modSp mod">
          <pc:chgData name="Jacky Chen" userId="f978b6c0472ffe45" providerId="LiveId" clId="{6FD41D55-F735-4812-B28B-3DE09B0C62BA}" dt="2025-03-29T20:39:06.635" v="58"/>
          <pc:sldLayoutMkLst>
            <pc:docMk/>
            <pc:sldMasterMk cId="709381724" sldId="2147483660"/>
            <pc:sldLayoutMk cId="3110756422" sldId="2147483671"/>
          </pc:sldLayoutMkLst>
          <pc:spChg chg="mod">
            <ac:chgData name="Jacky Chen" userId="f978b6c0472ffe45" providerId="LiveId" clId="{6FD41D55-F735-4812-B28B-3DE09B0C62BA}" dt="2025-03-29T20:39:06.635" v="58"/>
            <ac:spMkLst>
              <pc:docMk/>
              <pc:sldMasterMk cId="709381724" sldId="2147483660"/>
              <pc:sldLayoutMk cId="3110756422" sldId="2147483671"/>
              <ac:spMk id="5" creationId="{00000000-0000-0000-0000-000000000000}"/>
            </ac:spMkLst>
          </pc:spChg>
        </pc:sldLayoutChg>
        <pc:sldLayoutChg chg="modSp mod">
          <pc:chgData name="Jacky Chen" userId="f978b6c0472ffe45" providerId="LiveId" clId="{6FD41D55-F735-4812-B28B-3DE09B0C62BA}" dt="2025-03-29T20:39:08.795" v="59"/>
          <pc:sldLayoutMkLst>
            <pc:docMk/>
            <pc:sldMasterMk cId="709381724" sldId="2147483660"/>
            <pc:sldLayoutMk cId="125513657" sldId="2147483672"/>
          </pc:sldLayoutMkLst>
          <pc:spChg chg="mod">
            <ac:chgData name="Jacky Chen" userId="f978b6c0472ffe45" providerId="LiveId" clId="{6FD41D55-F735-4812-B28B-3DE09B0C62BA}" dt="2025-03-29T20:39:08.795" v="59"/>
            <ac:spMkLst>
              <pc:docMk/>
              <pc:sldMasterMk cId="709381724" sldId="2147483660"/>
              <pc:sldLayoutMk cId="125513657" sldId="2147483672"/>
              <ac:spMk id="6" creationId="{00000000-0000-0000-0000-000000000000}"/>
            </ac:spMkLst>
          </pc:spChg>
        </pc:sldLayoutChg>
        <pc:sldLayoutChg chg="modSp mod">
          <pc:chgData name="Jacky Chen" userId="f978b6c0472ffe45" providerId="LiveId" clId="{6FD41D55-F735-4812-B28B-3DE09B0C62BA}" dt="2025-03-29T20:39:12.821" v="60"/>
          <pc:sldLayoutMkLst>
            <pc:docMk/>
            <pc:sldMasterMk cId="709381724" sldId="2147483660"/>
            <pc:sldLayoutMk cId="3181141856" sldId="2147483673"/>
          </pc:sldLayoutMkLst>
          <pc:spChg chg="mod">
            <ac:chgData name="Jacky Chen" userId="f978b6c0472ffe45" providerId="LiveId" clId="{6FD41D55-F735-4812-B28B-3DE09B0C62BA}" dt="2025-03-29T20:39:12.821" v="60"/>
            <ac:spMkLst>
              <pc:docMk/>
              <pc:sldMasterMk cId="709381724" sldId="2147483660"/>
              <pc:sldLayoutMk cId="3181141856" sldId="2147483673"/>
              <ac:spMk id="7" creationId="{00000000-0000-0000-0000-000000000000}"/>
            </ac:spMkLst>
          </pc:spChg>
        </pc:sldLayoutChg>
        <pc:sldLayoutChg chg="modSp mod">
          <pc:chgData name="Jacky Chen" userId="f978b6c0472ffe45" providerId="LiveId" clId="{6FD41D55-F735-4812-B28B-3DE09B0C62BA}" dt="2025-03-29T20:39:15.234" v="61"/>
          <pc:sldLayoutMkLst>
            <pc:docMk/>
            <pc:sldMasterMk cId="709381724" sldId="2147483660"/>
            <pc:sldLayoutMk cId="2005514273" sldId="2147483674"/>
          </pc:sldLayoutMkLst>
          <pc:spChg chg="mod">
            <ac:chgData name="Jacky Chen" userId="f978b6c0472ffe45" providerId="LiveId" clId="{6FD41D55-F735-4812-B28B-3DE09B0C62BA}" dt="2025-03-29T20:39:15.234" v="61"/>
            <ac:spMkLst>
              <pc:docMk/>
              <pc:sldMasterMk cId="709381724" sldId="2147483660"/>
              <pc:sldLayoutMk cId="2005514273" sldId="2147483674"/>
              <ac:spMk id="5"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05BF8A-DE7F-4C29-8C61-41D63EF72B18}" type="datetimeFigureOut">
              <a:rPr lang="en-CA" smtClean="0"/>
              <a:t>2026-04-15</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49BA4-9941-4BB8-B773-6A5E579177DF}" type="slidenum">
              <a:rPr lang="en-CA" smtClean="0"/>
              <a:t>‹#›</a:t>
            </a:fld>
            <a:endParaRPr lang="en-CA"/>
          </a:p>
        </p:txBody>
      </p:sp>
    </p:spTree>
    <p:extLst>
      <p:ext uri="{BB962C8B-B14F-4D97-AF65-F5344CB8AC3E}">
        <p14:creationId xmlns:p14="http://schemas.microsoft.com/office/powerpoint/2010/main" val="1645643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2026-04-15</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14.4% so that </a:t>
            </a:r>
            <a:endParaRPr lang="en-CA" dirty="0"/>
          </a:p>
        </p:txBody>
      </p:sp>
      <p:sp>
        <p:nvSpPr>
          <p:cNvPr id="4" name="Slide Number Placeholder 3"/>
          <p:cNvSpPr>
            <a:spLocks noGrp="1"/>
          </p:cNvSpPr>
          <p:nvPr>
            <p:ph type="sldNum" sz="quarter" idx="10"/>
          </p:nvPr>
        </p:nvSpPr>
        <p:spPr/>
        <p:txBody>
          <a:bodyPr/>
          <a:lstStyle/>
          <a:p>
            <a:fld id="{551E2A24-94B3-4CFC-9703-EECBE5CCBD91}" type="slidenum">
              <a:rPr lang="en-CA" smtClean="0"/>
              <a:t>33</a:t>
            </a:fld>
            <a:endParaRPr lang="en-CA"/>
          </a:p>
        </p:txBody>
      </p:sp>
    </p:spTree>
    <p:extLst>
      <p:ext uri="{BB962C8B-B14F-4D97-AF65-F5344CB8AC3E}">
        <p14:creationId xmlns:p14="http://schemas.microsoft.com/office/powerpoint/2010/main" val="4606483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81DB8C79-38FE-4736-A430-7EF125B9AB7D}" type="datetime1">
              <a:rPr lang="en-CA" smtClean="0"/>
              <a:t>2026-04-15</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02A014B0-1428-434A-A24B-607844D50ABF}" type="datetime1">
              <a:rPr lang="en-CA" smtClean="0"/>
              <a:t>2026-04-15</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72C6C6A4-6F10-45CA-B738-DD79C69F572C}" type="datetime1">
              <a:rPr lang="en-CA" smtClean="0"/>
              <a:t>2026-04-15</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B73552EE-051E-4269-8AE4-83DDC9D3FBF2}" type="datetime1">
              <a:rPr lang="en-CA" smtClean="0"/>
              <a:t>2026-04-15</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2CA18C56-715B-484B-A370-6B3F13F3BF8D}" type="datetime1">
              <a:rPr lang="en-CA" smtClean="0"/>
              <a:t>2026-04-15</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A512FEB-0CF3-4165-AA43-84FF6C2DD3FB}" type="datetime1">
              <a:rPr lang="en-CA" smtClean="0"/>
              <a:t>2026-04-15</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4C5F96D3-0CD4-490F-BF6D-A7E00F9C66D4}" type="datetime1">
              <a:rPr lang="en-CA" smtClean="0"/>
              <a:t>2026-04-15</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AF5220D-1DCB-4094-848F-75977193CB39}" type="datetime1">
              <a:rPr lang="en-CA" smtClean="0"/>
              <a:t>2026-04-15</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B80619D-2ABB-44AF-9859-A2347495F545}" type="datetime1">
              <a:rPr lang="en-CA" smtClean="0"/>
              <a:t>2026-04-15</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4B644362-45A7-44C2-A4C4-733855D815AE}" type="datetime1">
              <a:rPr lang="en-CA" smtClean="0"/>
              <a:t>2026-04-15</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32E18A78-B5B5-408A-8FC7-FC3ED57491A6}" type="datetime1">
              <a:rPr lang="en-CA" smtClean="0"/>
              <a:t>2026-04-15</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614C409B-8975-49CB-8FBF-83D62AA6D52B}" type="datetime1">
              <a:rPr lang="en-CA" smtClean="0"/>
              <a:t>2026-04-15</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29BCBB52-C6B8-47D4-A89D-F299D738F609}" type="datetime1">
              <a:rPr lang="en-CA" smtClean="0"/>
              <a:t>2026-04-15</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84442B3-0234-4333-8BCD-39F0A44E537A}" type="datetime1">
              <a:rPr lang="en-CA" smtClean="0"/>
              <a:t>2026-04-15</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ED7D9194-7A7C-4C79-BA9F-5F6119BEC813}" type="datetime1">
              <a:rPr lang="en-CA" smtClean="0"/>
              <a:t>2026-04-15</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5.wmf"/><Relationship Id="rId18" Type="http://schemas.openxmlformats.org/officeDocument/2006/relationships/image" Target="../media/image28.png"/><Relationship Id="rId3" Type="http://schemas.openxmlformats.org/officeDocument/2006/relationships/image" Target="../media/image20.wmf"/><Relationship Id="rId7" Type="http://schemas.openxmlformats.org/officeDocument/2006/relationships/image" Target="../media/image22.wmf"/><Relationship Id="rId12" Type="http://schemas.openxmlformats.org/officeDocument/2006/relationships/oleObject" Target="../embeddings/oleObject11.bin"/><Relationship Id="rId17" Type="http://schemas.openxmlformats.org/officeDocument/2006/relationships/image" Target="../media/image27.wmf"/><Relationship Id="rId2" Type="http://schemas.openxmlformats.org/officeDocument/2006/relationships/oleObject" Target="../embeddings/oleObject6.bin"/><Relationship Id="rId16" Type="http://schemas.openxmlformats.org/officeDocument/2006/relationships/oleObject" Target="../embeddings/oleObject13.bin"/><Relationship Id="rId20" Type="http://schemas.openxmlformats.org/officeDocument/2006/relationships/image" Target="../media/image29.wmf"/><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24.wmf"/><Relationship Id="rId5" Type="http://schemas.openxmlformats.org/officeDocument/2006/relationships/image" Target="../media/image21.wmf"/><Relationship Id="rId15" Type="http://schemas.openxmlformats.org/officeDocument/2006/relationships/image" Target="../media/image26.wmf"/><Relationship Id="rId10" Type="http://schemas.openxmlformats.org/officeDocument/2006/relationships/oleObject" Target="../embeddings/oleObject10.bin"/><Relationship Id="rId19" Type="http://schemas.openxmlformats.org/officeDocument/2006/relationships/oleObject" Target="../embeddings/oleObject14.bin"/><Relationship Id="rId4" Type="http://schemas.openxmlformats.org/officeDocument/2006/relationships/oleObject" Target="../embeddings/oleObject7.bin"/><Relationship Id="rId9" Type="http://schemas.openxmlformats.org/officeDocument/2006/relationships/image" Target="../media/image23.wmf"/><Relationship Id="rId14" Type="http://schemas.openxmlformats.org/officeDocument/2006/relationships/oleObject" Target="../embeddings/oleObject12.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5.wmf"/><Relationship Id="rId18" Type="http://schemas.openxmlformats.org/officeDocument/2006/relationships/oleObject" Target="../embeddings/oleObject23.bin"/><Relationship Id="rId26" Type="http://schemas.openxmlformats.org/officeDocument/2006/relationships/oleObject" Target="../embeddings/oleObject27.bin"/><Relationship Id="rId3" Type="http://schemas.openxmlformats.org/officeDocument/2006/relationships/image" Target="../media/image30.wmf"/><Relationship Id="rId21" Type="http://schemas.openxmlformats.org/officeDocument/2006/relationships/image" Target="../media/image39.wmf"/><Relationship Id="rId7" Type="http://schemas.openxmlformats.org/officeDocument/2006/relationships/image" Target="../media/image32.wmf"/><Relationship Id="rId12" Type="http://schemas.openxmlformats.org/officeDocument/2006/relationships/oleObject" Target="../embeddings/oleObject20.bin"/><Relationship Id="rId17" Type="http://schemas.openxmlformats.org/officeDocument/2006/relationships/image" Target="../media/image37.wmf"/><Relationship Id="rId25" Type="http://schemas.openxmlformats.org/officeDocument/2006/relationships/image" Target="../media/image41.wmf"/><Relationship Id="rId2" Type="http://schemas.openxmlformats.org/officeDocument/2006/relationships/oleObject" Target="../embeddings/oleObject15.bin"/><Relationship Id="rId16" Type="http://schemas.openxmlformats.org/officeDocument/2006/relationships/oleObject" Target="../embeddings/oleObject22.bin"/><Relationship Id="rId20" Type="http://schemas.openxmlformats.org/officeDocument/2006/relationships/oleObject" Target="../embeddings/oleObject24.bin"/><Relationship Id="rId29" Type="http://schemas.openxmlformats.org/officeDocument/2006/relationships/image" Target="../media/image43.wmf"/><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34.wmf"/><Relationship Id="rId24" Type="http://schemas.openxmlformats.org/officeDocument/2006/relationships/oleObject" Target="../embeddings/oleObject26.bin"/><Relationship Id="rId5" Type="http://schemas.openxmlformats.org/officeDocument/2006/relationships/image" Target="../media/image31.wmf"/><Relationship Id="rId15" Type="http://schemas.openxmlformats.org/officeDocument/2006/relationships/image" Target="../media/image36.wmf"/><Relationship Id="rId23" Type="http://schemas.openxmlformats.org/officeDocument/2006/relationships/image" Target="../media/image40.wmf"/><Relationship Id="rId28" Type="http://schemas.openxmlformats.org/officeDocument/2006/relationships/oleObject" Target="../embeddings/oleObject28.bin"/><Relationship Id="rId10" Type="http://schemas.openxmlformats.org/officeDocument/2006/relationships/oleObject" Target="../embeddings/oleObject19.bin"/><Relationship Id="rId19" Type="http://schemas.openxmlformats.org/officeDocument/2006/relationships/image" Target="../media/image38.wmf"/><Relationship Id="rId31" Type="http://schemas.openxmlformats.org/officeDocument/2006/relationships/image" Target="../media/image44.wmf"/><Relationship Id="rId4" Type="http://schemas.openxmlformats.org/officeDocument/2006/relationships/oleObject" Target="../embeddings/oleObject16.bin"/><Relationship Id="rId9" Type="http://schemas.openxmlformats.org/officeDocument/2006/relationships/image" Target="../media/image33.wmf"/><Relationship Id="rId14" Type="http://schemas.openxmlformats.org/officeDocument/2006/relationships/oleObject" Target="../embeddings/oleObject21.bin"/><Relationship Id="rId22" Type="http://schemas.openxmlformats.org/officeDocument/2006/relationships/oleObject" Target="../embeddings/oleObject25.bin"/><Relationship Id="rId27" Type="http://schemas.openxmlformats.org/officeDocument/2006/relationships/image" Target="../media/image42.wmf"/><Relationship Id="rId30" Type="http://schemas.openxmlformats.org/officeDocument/2006/relationships/oleObject" Target="../embeddings/oleObject29.bin"/></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828800"/>
            <a:ext cx="5681272" cy="2362200"/>
          </a:xfrm>
        </p:spPr>
        <p:txBody>
          <a:bodyPr/>
          <a:lstStyle/>
          <a:p>
            <a:r>
              <a:rPr lang="zh-CN" altLang="en-US" sz="3600" i="0" dirty="0"/>
              <a:t>商用机器学习</a:t>
            </a:r>
            <a:endParaRPr lang="en-CA" sz="3600" i="0" dirty="0"/>
          </a:p>
        </p:txBody>
      </p:sp>
      <p:sp>
        <p:nvSpPr>
          <p:cNvPr id="3" name="Subtitle 2"/>
          <p:cNvSpPr>
            <a:spLocks noGrp="1"/>
          </p:cNvSpPr>
          <p:nvPr>
            <p:ph type="subTitle" idx="1"/>
          </p:nvPr>
        </p:nvSpPr>
        <p:spPr>
          <a:xfrm>
            <a:off x="1835696" y="4149080"/>
            <a:ext cx="4104456" cy="1295400"/>
          </a:xfrm>
        </p:spPr>
        <p:txBody>
          <a:bodyPr>
            <a:noAutofit/>
          </a:bodyPr>
          <a:lstStyle/>
          <a:p>
            <a:r>
              <a:rPr lang="zh-CN" altLang="en-US" sz="3200" dirty="0"/>
              <a:t>线性与逻辑回归</a:t>
            </a:r>
            <a:endParaRPr lang="en-CA" sz="3200" dirty="0"/>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线性回归</a:t>
            </a:r>
            <a:endParaRPr lang="en-CA" i="0" dirty="0"/>
          </a:p>
        </p:txBody>
      </p:sp>
      <p:sp>
        <p:nvSpPr>
          <p:cNvPr id="3" name="Content Placeholder 2"/>
          <p:cNvSpPr>
            <a:spLocks noGrp="1"/>
          </p:cNvSpPr>
          <p:nvPr>
            <p:ph idx="1"/>
          </p:nvPr>
        </p:nvSpPr>
        <p:spPr>
          <a:xfrm>
            <a:off x="685800" y="2147888"/>
            <a:ext cx="7846640" cy="4114800"/>
          </a:xfrm>
        </p:spPr>
        <p:txBody>
          <a:bodyPr/>
          <a:lstStyle/>
          <a:p>
            <a:r>
              <a:rPr lang="zh-CN" altLang="en-US" sz="2800" dirty="0"/>
              <a:t>线性回归是一种非常流行的工具，因为一旦假设模型是线性的，就不需要大量的数据。</a:t>
            </a:r>
            <a:endParaRPr lang="en-US" altLang="zh-CN" sz="2800" dirty="0"/>
          </a:p>
          <a:p>
            <a:endParaRPr lang="en-US" altLang="zh-CN" sz="2800" dirty="0"/>
          </a:p>
          <a:p>
            <a:r>
              <a:rPr lang="zh-CN" altLang="en-US" sz="2800" dirty="0"/>
              <a:t>在机器学习中，我们将常数项称为偏置（</a:t>
            </a:r>
            <a:r>
              <a:rPr lang="en-US" altLang="zh-CN" sz="2800" dirty="0"/>
              <a:t>bias</a:t>
            </a:r>
            <a:r>
              <a:rPr lang="zh-CN" altLang="en-US" sz="2800" dirty="0"/>
              <a:t>），将系数称为权重（</a:t>
            </a:r>
            <a:r>
              <a:rPr lang="en-US" altLang="zh-CN" sz="2800" dirty="0"/>
              <a:t>weights</a:t>
            </a:r>
            <a:r>
              <a:rPr lang="zh-CN" altLang="en-US" sz="2800" dirty="0"/>
              <a:t>）。</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dirty="0"/>
          </a:p>
        </p:txBody>
      </p:sp>
    </p:spTree>
    <p:extLst>
      <p:ext uri="{BB962C8B-B14F-4D97-AF65-F5344CB8AC3E}">
        <p14:creationId xmlns:p14="http://schemas.microsoft.com/office/powerpoint/2010/main" val="75909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18F2-6C8A-1D14-8D29-77AE0E9C8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54A81-6498-6EFC-2694-F28DDE9A1A3B}"/>
              </a:ext>
            </a:extLst>
          </p:cNvPr>
          <p:cNvSpPr>
            <a:spLocks noGrp="1"/>
          </p:cNvSpPr>
          <p:nvPr>
            <p:ph type="title"/>
          </p:nvPr>
        </p:nvSpPr>
        <p:spPr>
          <a:xfrm>
            <a:off x="251520" y="836712"/>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21ED8DBE-5C64-B8BD-7B9F-C93461197A87}"/>
              </a:ext>
            </a:extLst>
          </p:cNvPr>
          <p:cNvSpPr>
            <a:spLocks noGrp="1"/>
          </p:cNvSpPr>
          <p:nvPr>
            <p:ph type="sldNum" sz="quarter" idx="12"/>
          </p:nvPr>
        </p:nvSpPr>
        <p:spPr/>
        <p:txBody>
          <a:bodyPr/>
          <a:lstStyle/>
          <a:p>
            <a:fld id="{2E8C09BE-1715-42CA-A91A-E7B0E09A3015}" type="slidenum">
              <a:rPr lang="en-CA" smtClean="0"/>
              <a:t>3</a:t>
            </a:fld>
            <a:endParaRPr lang="en-CA" dirty="0"/>
          </a:p>
        </p:txBody>
      </p:sp>
      <p:pic>
        <p:nvPicPr>
          <p:cNvPr id="7" name="图片 6">
            <a:extLst>
              <a:ext uri="{FF2B5EF4-FFF2-40B4-BE49-F238E27FC236}">
                <a16:creationId xmlns:a16="http://schemas.microsoft.com/office/drawing/2014/main" id="{FACE5945-15AC-CAA0-9F66-80F068613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904" y="1962338"/>
            <a:ext cx="8219544" cy="4132478"/>
          </a:xfrm>
          <a:prstGeom prst="rect">
            <a:avLst/>
          </a:prstGeom>
        </p:spPr>
      </p:pic>
    </p:spTree>
    <p:extLst>
      <p:ext uri="{BB962C8B-B14F-4D97-AF65-F5344CB8AC3E}">
        <p14:creationId xmlns:p14="http://schemas.microsoft.com/office/powerpoint/2010/main" val="286755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EC42-30F8-B346-C43D-C0C7796E4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62DF2-6E33-E4AB-3951-E7EB01846055}"/>
              </a:ext>
            </a:extLst>
          </p:cNvPr>
          <p:cNvSpPr>
            <a:spLocks noGrp="1"/>
          </p:cNvSpPr>
          <p:nvPr>
            <p:ph type="title"/>
          </p:nvPr>
        </p:nvSpPr>
        <p:spPr>
          <a:xfrm>
            <a:off x="179512" y="692696"/>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955C260C-6E29-7E9E-36FA-79EF7324F12C}"/>
              </a:ext>
            </a:extLst>
          </p:cNvPr>
          <p:cNvSpPr>
            <a:spLocks noGrp="1"/>
          </p:cNvSpPr>
          <p:nvPr>
            <p:ph type="sldNum" sz="quarter" idx="12"/>
          </p:nvPr>
        </p:nvSpPr>
        <p:spPr/>
        <p:txBody>
          <a:bodyPr/>
          <a:lstStyle/>
          <a:p>
            <a:fld id="{2E8C09BE-1715-42CA-A91A-E7B0E09A3015}" type="slidenum">
              <a:rPr lang="en-CA" smtClean="0"/>
              <a:t>4</a:t>
            </a:fld>
            <a:endParaRPr lang="en-CA" dirty="0"/>
          </a:p>
        </p:txBody>
      </p:sp>
      <p:pic>
        <p:nvPicPr>
          <p:cNvPr id="4" name="图片 3">
            <a:extLst>
              <a:ext uri="{FF2B5EF4-FFF2-40B4-BE49-F238E27FC236}">
                <a16:creationId xmlns:a16="http://schemas.microsoft.com/office/drawing/2014/main" id="{F7AB6065-F791-2547-F7C3-E380094C3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300" y="1556792"/>
            <a:ext cx="7887108" cy="4911518"/>
          </a:xfrm>
          <a:prstGeom prst="rect">
            <a:avLst/>
          </a:prstGeom>
        </p:spPr>
      </p:pic>
    </p:spTree>
    <p:extLst>
      <p:ext uri="{BB962C8B-B14F-4D97-AF65-F5344CB8AC3E}">
        <p14:creationId xmlns:p14="http://schemas.microsoft.com/office/powerpoint/2010/main" val="27561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0E81-0544-78F6-4E42-07AC1B01A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04716-A569-60F4-72F0-EDC074FCE10E}"/>
              </a:ext>
            </a:extLst>
          </p:cNvPr>
          <p:cNvSpPr>
            <a:spLocks noGrp="1"/>
          </p:cNvSpPr>
          <p:nvPr>
            <p:ph type="title"/>
          </p:nvPr>
        </p:nvSpPr>
        <p:spPr>
          <a:xfrm>
            <a:off x="179512" y="692696"/>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A196D3F2-5382-0307-4C0B-8D72767F1BFD}"/>
              </a:ext>
            </a:extLst>
          </p:cNvPr>
          <p:cNvSpPr>
            <a:spLocks noGrp="1"/>
          </p:cNvSpPr>
          <p:nvPr>
            <p:ph type="sldNum" sz="quarter" idx="12"/>
          </p:nvPr>
        </p:nvSpPr>
        <p:spPr/>
        <p:txBody>
          <a:bodyPr/>
          <a:lstStyle/>
          <a:p>
            <a:fld id="{2E8C09BE-1715-42CA-A91A-E7B0E09A3015}" type="slidenum">
              <a:rPr lang="en-CA" smtClean="0"/>
              <a:t>5</a:t>
            </a:fld>
            <a:endParaRPr lang="en-CA" dirty="0"/>
          </a:p>
        </p:txBody>
      </p:sp>
      <p:pic>
        <p:nvPicPr>
          <p:cNvPr id="6" name="图片 5">
            <a:extLst>
              <a:ext uri="{FF2B5EF4-FFF2-40B4-BE49-F238E27FC236}">
                <a16:creationId xmlns:a16="http://schemas.microsoft.com/office/drawing/2014/main" id="{36309E87-55E7-1EEA-0FEB-A44F54091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27" y="1591723"/>
            <a:ext cx="8748464" cy="4699385"/>
          </a:xfrm>
          <a:prstGeom prst="rect">
            <a:avLst/>
          </a:prstGeom>
        </p:spPr>
      </p:pic>
    </p:spTree>
    <p:extLst>
      <p:ext uri="{BB962C8B-B14F-4D97-AF65-F5344CB8AC3E}">
        <p14:creationId xmlns:p14="http://schemas.microsoft.com/office/powerpoint/2010/main" val="1792761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多元线性回归模型</a:t>
            </a:r>
            <a:endParaRPr lang="en-CA" sz="21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518" y="2025972"/>
                <a:ext cx="8208912" cy="4114800"/>
              </a:xfrm>
            </p:spPr>
            <p:txBody>
              <a:bodyPr/>
              <a:lstStyle/>
              <a:p>
                <a:pPr marL="0" indent="0">
                  <a:buNone/>
                </a:pPr>
                <a:r>
                  <a:rPr lang="zh-CN" altLang="en-US" sz="2400" dirty="0"/>
                  <a:t>假设有 </a:t>
                </a:r>
                <a14:m>
                  <m:oMath xmlns:m="http://schemas.openxmlformats.org/officeDocument/2006/math">
                    <m:r>
                      <a:rPr lang="zh-CN" altLang="en-US" sz="2400" i="1">
                        <a:latin typeface="Cambria Math" panose="02040503050406030204" pitchFamily="18" charset="0"/>
                      </a:rPr>
                      <m:t>𝑛</m:t>
                    </m:r>
                  </m:oMath>
                </a14:m>
                <a:r>
                  <a:rPr lang="zh-CN" altLang="en-US" sz="2400" dirty="0"/>
                  <a:t> 个观测值和 </a:t>
                </a:r>
                <a14:m>
                  <m:oMath xmlns:m="http://schemas.openxmlformats.org/officeDocument/2006/math">
                    <m:r>
                      <a:rPr lang="zh-CN" altLang="en-US" sz="2400" i="1">
                        <a:latin typeface="Cambria Math" panose="02040503050406030204" pitchFamily="18" charset="0"/>
                      </a:rPr>
                      <m:t>𝑚</m:t>
                    </m:r>
                  </m:oMath>
                </a14:m>
                <a:r>
                  <a:rPr lang="zh-CN" altLang="en-US" sz="2400" dirty="0"/>
                  <a:t> 个特征。模型为：</a:t>
                </a:r>
                <a:endParaRPr lang="en-CA" sz="2400" dirty="0"/>
              </a:p>
              <a:p>
                <a:pPr marL="0" indent="0" algn="ctr">
                  <a:buNone/>
                </a:pPr>
                <a:r>
                  <a:rPr lang="en-CA" sz="2400" i="1" dirty="0">
                    <a:latin typeface="+mj-lt"/>
                  </a:rPr>
                  <a:t>Y = a+b</a:t>
                </a:r>
                <a:r>
                  <a:rPr lang="en-CA" sz="2400" baseline="-25000" dirty="0">
                    <a:latin typeface="+mj-lt"/>
                  </a:rPr>
                  <a:t>1</a:t>
                </a:r>
                <a:r>
                  <a:rPr lang="en-CA" sz="2400" i="1" dirty="0">
                    <a:latin typeface="+mj-lt"/>
                  </a:rPr>
                  <a:t>X</a:t>
                </a:r>
                <a:r>
                  <a:rPr lang="en-CA" sz="2400" baseline="-25000" dirty="0">
                    <a:latin typeface="+mj-lt"/>
                  </a:rPr>
                  <a:t>1</a:t>
                </a:r>
                <a:r>
                  <a:rPr lang="en-CA" sz="2400" i="1" dirty="0">
                    <a:latin typeface="+mj-lt"/>
                  </a:rPr>
                  <a:t>+b</a:t>
                </a:r>
                <a:r>
                  <a:rPr lang="en-CA" sz="2400" baseline="-25000" dirty="0">
                    <a:latin typeface="+mj-lt"/>
                  </a:rPr>
                  <a:t>2</a:t>
                </a:r>
                <a:r>
                  <a:rPr lang="en-CA" sz="2400" i="1" dirty="0">
                    <a:latin typeface="+mj-lt"/>
                  </a:rPr>
                  <a:t>X</a:t>
                </a:r>
                <a:r>
                  <a:rPr lang="en-CA" sz="2400" baseline="-25000" dirty="0">
                    <a:latin typeface="+mj-lt"/>
                  </a:rPr>
                  <a:t>2</a:t>
                </a:r>
                <a:r>
                  <a:rPr lang="en-CA" sz="2400" i="1" dirty="0">
                    <a:latin typeface="+mj-lt"/>
                  </a:rPr>
                  <a:t>+….+</a:t>
                </a:r>
                <a:r>
                  <a:rPr lang="en-CA" sz="2400" i="1" dirty="0" err="1">
                    <a:latin typeface="+mj-lt"/>
                  </a:rPr>
                  <a:t>b</a:t>
                </a:r>
                <a:r>
                  <a:rPr lang="en-CA" sz="2400" i="1" baseline="-25000" dirty="0" err="1">
                    <a:latin typeface="+mj-lt"/>
                  </a:rPr>
                  <a:t>m</a:t>
                </a:r>
                <a:r>
                  <a:rPr lang="en-CA" sz="2400" i="1" dirty="0" err="1">
                    <a:latin typeface="+mj-lt"/>
                  </a:rPr>
                  <a:t>X</a:t>
                </a:r>
                <a:r>
                  <a:rPr lang="en-CA" sz="2400" i="1" baseline="-25000" dirty="0" err="1">
                    <a:latin typeface="+mj-lt"/>
                  </a:rPr>
                  <a:t>m</a:t>
                </a:r>
                <a:r>
                  <a:rPr lang="en-CA" sz="2400" i="1" dirty="0" err="1">
                    <a:latin typeface="+mj-lt"/>
                  </a:rPr>
                  <a:t>+</a:t>
                </a:r>
                <a:r>
                  <a:rPr lang="en-CA" sz="2400" i="1" dirty="0" err="1">
                    <a:latin typeface="Symbol" panose="05050102010706020507" pitchFamily="18" charset="2"/>
                  </a:rPr>
                  <a:t>e</a:t>
                </a:r>
                <a:endParaRPr lang="en-CA" sz="2400" i="1" dirty="0">
                  <a:latin typeface="Symbol" panose="05050102010706020507" pitchFamily="18" charset="2"/>
                </a:endParaRPr>
              </a:p>
              <a:p>
                <a:pPr marL="0" indent="0">
                  <a:buNone/>
                </a:pPr>
                <a:r>
                  <a:rPr lang="en-CA" sz="2400" dirty="0"/>
                  <a:t>Standard approach is to choose </a:t>
                </a:r>
                <a:r>
                  <a:rPr lang="en-CA" sz="2400" i="1" dirty="0">
                    <a:latin typeface="+mj-lt"/>
                  </a:rPr>
                  <a:t>a</a:t>
                </a:r>
                <a:r>
                  <a:rPr lang="en-CA" sz="2400" dirty="0"/>
                  <a:t> and the</a:t>
                </a:r>
                <a:r>
                  <a:rPr lang="en-CA" sz="2400" i="1" dirty="0">
                    <a:latin typeface="+mj-lt"/>
                  </a:rPr>
                  <a:t> b</a:t>
                </a:r>
                <a:r>
                  <a:rPr lang="en-CA" sz="2400" i="1" baseline="-25000" dirty="0">
                    <a:latin typeface="+mj-lt"/>
                  </a:rPr>
                  <a:t>i</a:t>
                </a:r>
                <a:r>
                  <a:rPr lang="en-CA" sz="2400" i="1" dirty="0">
                    <a:latin typeface="+mj-lt"/>
                  </a:rPr>
                  <a:t> </a:t>
                </a:r>
                <a:r>
                  <a:rPr lang="en-CA" sz="2400" dirty="0"/>
                  <a:t>to minimize the mean square error (</a:t>
                </a:r>
                <a:r>
                  <a:rPr lang="en-CA" sz="2400" dirty="0" err="1"/>
                  <a:t>mse</a:t>
                </a:r>
                <a:r>
                  <a:rPr lang="en-CA" sz="2400" dirty="0"/>
                  <a:t>). </a:t>
                </a:r>
              </a:p>
              <a:p>
                <a:pPr marL="0" indent="0">
                  <a:buNone/>
                </a:pPr>
                <a:endParaRPr lang="en-CA" sz="2400" dirty="0">
                  <a:latin typeface="+mj-lt"/>
                </a:endParaRPr>
              </a:p>
              <a:p>
                <a:pPr marL="0" indent="0">
                  <a:buNone/>
                </a:pPr>
                <a:endParaRPr lang="en-CA" sz="2400" dirty="0">
                  <a:latin typeface="+mj-lt"/>
                </a:endParaRPr>
              </a:p>
              <a:p>
                <a:pPr marL="0" indent="0">
                  <a:buNone/>
                </a:pPr>
                <a:r>
                  <a:rPr lang="zh-CN" altLang="en-US" dirty="0"/>
                  <a:t>标准方法是选择 </a:t>
                </a:r>
                <a14:m>
                  <m:oMath xmlns:m="http://schemas.openxmlformats.org/officeDocument/2006/math">
                    <m:r>
                      <a:rPr lang="zh-CN" altLang="en-US" i="1">
                        <a:latin typeface="Cambria Math" panose="02040503050406030204" pitchFamily="18" charset="0"/>
                      </a:rPr>
                      <m:t>𝑎</m:t>
                    </m:r>
                  </m:oMath>
                </a14:m>
                <a:r>
                  <a:rPr lang="zh-CN" altLang="en-US" dirty="0"/>
                  <a:t> 和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𝑖</m:t>
                        </m:r>
                      </m:sub>
                    </m:sSub>
                  </m:oMath>
                </a14:m>
                <a:r>
                  <a:rPr lang="zh-CN" altLang="en-US" dirty="0"/>
                  <a:t>，以最小化均方误差（</a:t>
                </a:r>
                <a:r>
                  <a:rPr lang="en-US" altLang="zh-CN" dirty="0"/>
                  <a:t>MSE</a:t>
                </a:r>
                <a:r>
                  <a:rPr lang="zh-CN" altLang="en-US" dirty="0"/>
                  <a:t>）。</a:t>
                </a:r>
              </a:p>
              <a:p>
                <a:pPr marL="0" indent="0">
                  <a:buNone/>
                </a:pPr>
                <a:r>
                  <a:rPr lang="zh-CN" altLang="en-US" dirty="0"/>
                  <a:t>这可以通过求矩阵的逆来解析地完成。对于需要求解最小值但不存在解析解的情况，可以使用梯度下降算法。</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518" y="2025972"/>
                <a:ext cx="8208912" cy="4114800"/>
              </a:xfrm>
              <a:blipFill>
                <a:blip r:embed="rId2"/>
                <a:stretch>
                  <a:fillRect l="-1114" t="-1185" r="-817"/>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6</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229669149"/>
              </p:ext>
            </p:extLst>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6" name="Object 5"/>
                      <p:cNvPicPr/>
                      <p:nvPr/>
                    </p:nvPicPr>
                    <p:blipFill>
                      <a:blip r:embed="rId4"/>
                      <a:stretch>
                        <a:fillRect/>
                      </a:stretch>
                    </p:blipFill>
                    <p:spPr>
                      <a:xfrm>
                        <a:off x="4229100" y="3353991"/>
                        <a:ext cx="685800" cy="14882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082850815"/>
              </p:ext>
            </p:extLst>
          </p:nvPr>
        </p:nvGraphicFramePr>
        <p:xfrm>
          <a:off x="1594257" y="3686647"/>
          <a:ext cx="5726161" cy="845473"/>
        </p:xfrm>
        <a:graphic>
          <a:graphicData uri="http://schemas.openxmlformats.org/presentationml/2006/ole">
            <mc:AlternateContent xmlns:mc="http://schemas.openxmlformats.org/markup-compatibility/2006">
              <mc:Choice xmlns:v="urn:schemas-microsoft-com:vml" Requires="v">
                <p:oleObj name="Equation" r:id="rId5" imgW="3174840" imgH="469800" progId="Equation.DSMT4">
                  <p:embed/>
                </p:oleObj>
              </mc:Choice>
              <mc:Fallback>
                <p:oleObj name="Equation" r:id="rId5" imgW="3174840" imgH="469800" progId="Equation.DSMT4">
                  <p:embed/>
                  <p:pic>
                    <p:nvPicPr>
                      <p:cNvPr id="7" name="Object 6"/>
                      <p:cNvPicPr/>
                      <p:nvPr/>
                    </p:nvPicPr>
                    <p:blipFill>
                      <a:blip r:embed="rId6"/>
                      <a:stretch>
                        <a:fillRect/>
                      </a:stretch>
                    </p:blipFill>
                    <p:spPr>
                      <a:xfrm>
                        <a:off x="1594257" y="3686647"/>
                        <a:ext cx="5726161" cy="845473"/>
                      </a:xfrm>
                      <a:prstGeom prst="rect">
                        <a:avLst/>
                      </a:prstGeom>
                    </p:spPr>
                  </p:pic>
                </p:oleObj>
              </mc:Fallback>
            </mc:AlternateContent>
          </a:graphicData>
        </a:graphic>
      </p:graphicFrame>
    </p:spTree>
    <p:extLst>
      <p:ext uri="{BB962C8B-B14F-4D97-AF65-F5344CB8AC3E}">
        <p14:creationId xmlns:p14="http://schemas.microsoft.com/office/powerpoint/2010/main" val="187114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EC744-1530-C6EC-B21A-3B843A752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FE20B-65F0-F90B-C5AC-05C71561BED4}"/>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9EA06BFB-23BD-63D7-FA82-B371FB7B6B2D}"/>
              </a:ext>
            </a:extLst>
          </p:cNvPr>
          <p:cNvSpPr>
            <a:spLocks noGrp="1"/>
          </p:cNvSpPr>
          <p:nvPr>
            <p:ph type="sldNum" sz="quarter" idx="12"/>
          </p:nvPr>
        </p:nvSpPr>
        <p:spPr/>
        <p:txBody>
          <a:bodyPr/>
          <a:lstStyle/>
          <a:p>
            <a:fld id="{2E8C09BE-1715-42CA-A91A-E7B0E09A3015}" type="slidenum">
              <a:rPr lang="en-CA" smtClean="0"/>
              <a:t>7</a:t>
            </a:fld>
            <a:endParaRPr lang="en-CA"/>
          </a:p>
        </p:txBody>
      </p:sp>
      <p:graphicFrame>
        <p:nvGraphicFramePr>
          <p:cNvPr id="6" name="Object 5">
            <a:extLst>
              <a:ext uri="{FF2B5EF4-FFF2-40B4-BE49-F238E27FC236}">
                <a16:creationId xmlns:a16="http://schemas.microsoft.com/office/drawing/2014/main" id="{F563ACBA-5A0A-C252-6D7F-4DD46E49B27F}"/>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8" name="图片 7">
            <a:extLst>
              <a:ext uri="{FF2B5EF4-FFF2-40B4-BE49-F238E27FC236}">
                <a16:creationId xmlns:a16="http://schemas.microsoft.com/office/drawing/2014/main" id="{8E76EC05-B7BC-08D0-7600-EAAD479C57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1473877"/>
            <a:ext cx="7920880" cy="4825237"/>
          </a:xfrm>
          <a:prstGeom prst="rect">
            <a:avLst/>
          </a:prstGeom>
        </p:spPr>
      </p:pic>
    </p:spTree>
    <p:extLst>
      <p:ext uri="{BB962C8B-B14F-4D97-AF65-F5344CB8AC3E}">
        <p14:creationId xmlns:p14="http://schemas.microsoft.com/office/powerpoint/2010/main" val="1973036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21BFE-C66F-1B21-39E1-D67E1E9F3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998F9-1CE2-643E-5F99-C18EED904CF0}"/>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414529F8-6FE2-4C79-478A-EC350F460E8F}"/>
              </a:ext>
            </a:extLst>
          </p:cNvPr>
          <p:cNvSpPr>
            <a:spLocks noGrp="1"/>
          </p:cNvSpPr>
          <p:nvPr>
            <p:ph type="sldNum" sz="quarter" idx="12"/>
          </p:nvPr>
        </p:nvSpPr>
        <p:spPr/>
        <p:txBody>
          <a:bodyPr/>
          <a:lstStyle/>
          <a:p>
            <a:fld id="{2E8C09BE-1715-42CA-A91A-E7B0E09A3015}" type="slidenum">
              <a:rPr lang="en-CA" smtClean="0"/>
              <a:t>8</a:t>
            </a:fld>
            <a:endParaRPr lang="en-CA"/>
          </a:p>
        </p:txBody>
      </p:sp>
      <p:graphicFrame>
        <p:nvGraphicFramePr>
          <p:cNvPr id="6" name="Object 5">
            <a:extLst>
              <a:ext uri="{FF2B5EF4-FFF2-40B4-BE49-F238E27FC236}">
                <a16:creationId xmlns:a16="http://schemas.microsoft.com/office/drawing/2014/main" id="{0E445D4A-6427-E05F-295F-1E1D73B17B8D}"/>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F563ACBA-5A0A-C252-6D7F-4DD46E49B27F}"/>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C270A8E3-4B39-0AA3-170B-FC5B269B4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1412776"/>
            <a:ext cx="8172400" cy="5063949"/>
          </a:xfrm>
          <a:prstGeom prst="rect">
            <a:avLst/>
          </a:prstGeom>
        </p:spPr>
      </p:pic>
    </p:spTree>
    <p:extLst>
      <p:ext uri="{BB962C8B-B14F-4D97-AF65-F5344CB8AC3E}">
        <p14:creationId xmlns:p14="http://schemas.microsoft.com/office/powerpoint/2010/main" val="155299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4D824-9AE5-4CCF-A23F-CC1927FC4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CCE2E-4FCE-BE1A-244E-31A9C72922B1}"/>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D6B18BC5-8689-4FB3-5DC4-2BC9B5607D59}"/>
              </a:ext>
            </a:extLst>
          </p:cNvPr>
          <p:cNvSpPr>
            <a:spLocks noGrp="1"/>
          </p:cNvSpPr>
          <p:nvPr>
            <p:ph type="sldNum" sz="quarter" idx="12"/>
          </p:nvPr>
        </p:nvSpPr>
        <p:spPr/>
        <p:txBody>
          <a:bodyPr/>
          <a:lstStyle/>
          <a:p>
            <a:fld id="{2E8C09BE-1715-42CA-A91A-E7B0E09A3015}" type="slidenum">
              <a:rPr lang="en-CA" smtClean="0"/>
              <a:t>9</a:t>
            </a:fld>
            <a:endParaRPr lang="en-CA"/>
          </a:p>
        </p:txBody>
      </p:sp>
      <p:graphicFrame>
        <p:nvGraphicFramePr>
          <p:cNvPr id="6" name="Object 5">
            <a:extLst>
              <a:ext uri="{FF2B5EF4-FFF2-40B4-BE49-F238E27FC236}">
                <a16:creationId xmlns:a16="http://schemas.microsoft.com/office/drawing/2014/main" id="{60EDD341-01A5-C4A3-17D5-5BEA716575C9}"/>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0E445D4A-6427-E05F-295F-1E1D73B17B8D}"/>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9ABD44FD-6F38-F327-135A-2B90D969BC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1484784"/>
            <a:ext cx="7810047" cy="4104456"/>
          </a:xfrm>
          <a:prstGeom prst="rect">
            <a:avLst/>
          </a:prstGeom>
        </p:spPr>
      </p:pic>
    </p:spTree>
    <p:extLst>
      <p:ext uri="{BB962C8B-B14F-4D97-AF65-F5344CB8AC3E}">
        <p14:creationId xmlns:p14="http://schemas.microsoft.com/office/powerpoint/2010/main" val="3290291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C4FF-FA13-6F63-1B3F-40C65A0F6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7F4F5-69A7-1111-3AAE-9FF3D684A709}"/>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79D053E4-3478-62A1-4111-B2A59647B858}"/>
              </a:ext>
            </a:extLst>
          </p:cNvPr>
          <p:cNvSpPr>
            <a:spLocks noGrp="1"/>
          </p:cNvSpPr>
          <p:nvPr>
            <p:ph type="sldNum" sz="quarter" idx="12"/>
          </p:nvPr>
        </p:nvSpPr>
        <p:spPr/>
        <p:txBody>
          <a:bodyPr/>
          <a:lstStyle/>
          <a:p>
            <a:fld id="{2E8C09BE-1715-42CA-A91A-E7B0E09A3015}" type="slidenum">
              <a:rPr lang="en-CA" smtClean="0"/>
              <a:t>10</a:t>
            </a:fld>
            <a:endParaRPr lang="en-CA"/>
          </a:p>
        </p:txBody>
      </p:sp>
      <p:graphicFrame>
        <p:nvGraphicFramePr>
          <p:cNvPr id="6" name="Object 5">
            <a:extLst>
              <a:ext uri="{FF2B5EF4-FFF2-40B4-BE49-F238E27FC236}">
                <a16:creationId xmlns:a16="http://schemas.microsoft.com/office/drawing/2014/main" id="{4FD0D82E-0B08-84D4-7883-8C6D0B0C2C98}"/>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60EDD341-01A5-C4A3-17D5-5BEA716575C9}"/>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5C3B5010-B6E3-E725-CAD1-F8A24CC1EA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552" y="1628800"/>
            <a:ext cx="7992888" cy="4469492"/>
          </a:xfrm>
          <a:prstGeom prst="rect">
            <a:avLst/>
          </a:prstGeom>
        </p:spPr>
      </p:pic>
    </p:spTree>
    <p:extLst>
      <p:ext uri="{BB962C8B-B14F-4D97-AF65-F5344CB8AC3E}">
        <p14:creationId xmlns:p14="http://schemas.microsoft.com/office/powerpoint/2010/main" val="3195065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287A-11E7-BEC6-E874-C556C57B8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9F157-04B2-D988-2678-FA392FB6DA36}"/>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E8EE369A-3512-523C-06FA-987E4DF4D179}"/>
              </a:ext>
            </a:extLst>
          </p:cNvPr>
          <p:cNvSpPr>
            <a:spLocks noGrp="1"/>
          </p:cNvSpPr>
          <p:nvPr>
            <p:ph type="sldNum" sz="quarter" idx="12"/>
          </p:nvPr>
        </p:nvSpPr>
        <p:spPr/>
        <p:txBody>
          <a:bodyPr/>
          <a:lstStyle/>
          <a:p>
            <a:fld id="{2E8C09BE-1715-42CA-A91A-E7B0E09A3015}" type="slidenum">
              <a:rPr lang="en-CA" smtClean="0"/>
              <a:t>11</a:t>
            </a:fld>
            <a:endParaRPr lang="en-CA"/>
          </a:p>
        </p:txBody>
      </p:sp>
      <p:graphicFrame>
        <p:nvGraphicFramePr>
          <p:cNvPr id="6" name="Object 5">
            <a:extLst>
              <a:ext uri="{FF2B5EF4-FFF2-40B4-BE49-F238E27FC236}">
                <a16:creationId xmlns:a16="http://schemas.microsoft.com/office/drawing/2014/main" id="{B0E43D3B-9D19-25E9-00F5-2B2705A2EF4C}"/>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4FD0D82E-0B08-84D4-7883-8C6D0B0C2C98}"/>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1FCA4CA1-C628-8D7B-40DD-50F39F2A4145}"/>
              </a:ext>
            </a:extLst>
          </p:cNvPr>
          <p:cNvSpPr txBox="1"/>
          <p:nvPr/>
        </p:nvSpPr>
        <p:spPr>
          <a:xfrm>
            <a:off x="323528" y="1844824"/>
            <a:ext cx="8424935" cy="4524315"/>
          </a:xfrm>
          <a:prstGeom prst="rect">
            <a:avLst/>
          </a:prstGeom>
          <a:noFill/>
        </p:spPr>
        <p:txBody>
          <a:bodyPr wrap="square">
            <a:spAutoFit/>
          </a:bodyPr>
          <a:lstStyle/>
          <a:p>
            <a:pPr algn="l" latinLnBrk="1">
              <a:buNone/>
            </a:pPr>
            <a:r>
              <a:rPr lang="en-US" altLang="zh-CN" sz="2400" b="0" i="0" dirty="0">
                <a:solidFill>
                  <a:srgbClr val="0F1115"/>
                </a:solidFill>
                <a:effectLst/>
                <a:latin typeface="var(--ds-font-family-code)"/>
              </a:rPr>
              <a:t>load </a:t>
            </a:r>
            <a:r>
              <a:rPr lang="en-US" altLang="zh-CN" sz="2400" b="0" i="0" dirty="0" err="1">
                <a:solidFill>
                  <a:srgbClr val="0F1115"/>
                </a:solidFill>
                <a:effectLst/>
                <a:latin typeface="var(--ds-font-family-code)"/>
              </a:rPr>
              <a:t>carsmall</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以 </a:t>
            </a:r>
            <a:r>
              <a:rPr lang="en-US" altLang="zh-CN" sz="2400" b="0" i="1" dirty="0">
                <a:solidFill>
                  <a:srgbClr val="A0A1A7"/>
                </a:solidFill>
                <a:effectLst/>
                <a:latin typeface="var(--ds-font-family-code)"/>
              </a:rPr>
              <a:t>Weight, Horsepower, Acceleration </a:t>
            </a:r>
            <a:r>
              <a:rPr lang="zh-CN" altLang="en-US" sz="2400" b="0" i="1" dirty="0">
                <a:solidFill>
                  <a:srgbClr val="A0A1A7"/>
                </a:solidFill>
                <a:effectLst/>
                <a:latin typeface="var(--ds-font-family-code)"/>
              </a:rPr>
              <a:t>为自变量，</a:t>
            </a:r>
            <a:r>
              <a:rPr lang="en-US" altLang="zh-CN" sz="2400" b="0" i="1" dirty="0">
                <a:solidFill>
                  <a:srgbClr val="A0A1A7"/>
                </a:solidFill>
                <a:effectLst/>
                <a:latin typeface="var(--ds-font-family-code)"/>
              </a:rPr>
              <a:t>MPG </a:t>
            </a:r>
            <a:r>
              <a:rPr lang="zh-CN" altLang="en-US" sz="2400" b="0" i="1" dirty="0">
                <a:solidFill>
                  <a:srgbClr val="A0A1A7"/>
                </a:solidFill>
                <a:effectLst/>
                <a:latin typeface="var(--ds-font-family-code)"/>
              </a:rPr>
              <a:t>为因变量</a:t>
            </a:r>
            <a:endParaRPr lang="zh-CN" altLang="en-US" sz="2400" b="0" i="0" dirty="0">
              <a:solidFill>
                <a:srgbClr val="0F1115"/>
              </a:solidFill>
              <a:effectLst/>
              <a:latin typeface="var(--ds-font-family-code)"/>
            </a:endParaRPr>
          </a:p>
          <a:p>
            <a:pPr algn="l" latinLnBrk="1">
              <a:buNone/>
            </a:pPr>
            <a:r>
              <a:rPr lang="en-US" altLang="zh-CN" sz="2400" b="0" i="0" dirty="0">
                <a:solidFill>
                  <a:srgbClr val="0F1115"/>
                </a:solidFill>
                <a:effectLst/>
                <a:latin typeface="var(--ds-font-family-code)"/>
              </a:rPr>
              <a:t>X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Weight</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Horsepower</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Acceleration</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t>
            </a:r>
          </a:p>
          <a:p>
            <a:pPr algn="l" latinLnBrk="1">
              <a:buNone/>
            </a:pPr>
            <a:r>
              <a:rPr lang="en-US" altLang="zh-CN" sz="2400" b="0" i="0" dirty="0">
                <a:solidFill>
                  <a:srgbClr val="0F1115"/>
                </a:solidFill>
                <a:effectLst/>
                <a:latin typeface="var(--ds-font-family-code)"/>
              </a:rPr>
              <a:t>Y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MPG</a:t>
            </a:r>
            <a:r>
              <a:rPr lang="en-US" altLang="zh-CN" sz="2400" b="0" i="0" dirty="0">
                <a:solidFill>
                  <a:srgbClr val="383A42"/>
                </a:solidFill>
                <a:effectLst/>
                <a:latin typeface="var(--ds-font-family-code)"/>
              </a:rPr>
              <a:t>;</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使用矩阵形式的数据进行拟合</a:t>
            </a:r>
            <a:endParaRPr lang="zh-CN" altLang="en-US" sz="2400" b="0" i="0" dirty="0">
              <a:solidFill>
                <a:srgbClr val="0F1115"/>
              </a:solidFill>
              <a:effectLst/>
              <a:latin typeface="var(--ds-font-family-code)"/>
            </a:endParaRPr>
          </a:p>
          <a:p>
            <a:pPr algn="l" latinLnBrk="1">
              <a:buNone/>
            </a:pPr>
            <a:r>
              <a:rPr lang="en-US" altLang="zh-CN" sz="2400" b="0" i="0" dirty="0">
                <a:solidFill>
                  <a:srgbClr val="0F1115"/>
                </a:solidFill>
                <a:effectLst/>
                <a:latin typeface="var(--ds-font-family-code)"/>
              </a:rPr>
              <a:t>mdl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a:t>
            </a:r>
            <a:r>
              <a:rPr lang="en-US" altLang="zh-CN" sz="2400" b="0" i="0" dirty="0" err="1">
                <a:solidFill>
                  <a:srgbClr val="4078F2"/>
                </a:solidFill>
                <a:effectLst/>
                <a:latin typeface="var(--ds-font-family-code)"/>
              </a:rPr>
              <a:t>fitlm</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X</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Y</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t>
            </a:r>
          </a:p>
          <a:p>
            <a:pPr algn="l" latinLnBrk="1">
              <a:buNone/>
            </a:pP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直接在命令窗口显示模型摘要（包含系数、</a:t>
            </a:r>
            <a:r>
              <a:rPr lang="en-US" altLang="zh-CN" sz="2400" b="0" i="1" dirty="0">
                <a:solidFill>
                  <a:srgbClr val="A0A1A7"/>
                </a:solidFill>
                <a:effectLst/>
                <a:latin typeface="var(--ds-font-family-code)"/>
              </a:rPr>
              <a:t>R</a:t>
            </a:r>
            <a:r>
              <a:rPr lang="zh-CN" altLang="en-US" sz="2400" b="0" i="1" dirty="0">
                <a:solidFill>
                  <a:srgbClr val="A0A1A7"/>
                </a:solidFill>
                <a:effectLst/>
                <a:latin typeface="var(--ds-font-family-code)"/>
              </a:rPr>
              <a:t>方、</a:t>
            </a:r>
            <a:r>
              <a:rPr lang="en-US" altLang="zh-CN" sz="2400" b="0" i="1" dirty="0">
                <a:solidFill>
                  <a:srgbClr val="A0A1A7"/>
                </a:solidFill>
                <a:effectLst/>
                <a:latin typeface="var(--ds-font-family-code)"/>
              </a:rPr>
              <a:t>F</a:t>
            </a:r>
            <a:r>
              <a:rPr lang="zh-CN" altLang="en-US" sz="2400" b="0" i="1" dirty="0">
                <a:solidFill>
                  <a:srgbClr val="A0A1A7"/>
                </a:solidFill>
                <a:effectLst/>
                <a:latin typeface="var(--ds-font-family-code)"/>
              </a:rPr>
              <a:t>统计量等）</a:t>
            </a:r>
            <a:endParaRPr lang="zh-CN" altLang="en-US" sz="2400" b="0" i="0" dirty="0">
              <a:solidFill>
                <a:srgbClr val="0F1115"/>
              </a:solidFill>
              <a:effectLst/>
              <a:latin typeface="var(--ds-font-family-code)"/>
            </a:endParaRPr>
          </a:p>
          <a:p>
            <a:pPr algn="l" latinLnBrk="1">
              <a:buNone/>
            </a:pPr>
            <a:r>
              <a:rPr lang="en-US" altLang="zh-CN" sz="2400" b="0" i="0" dirty="0">
                <a:solidFill>
                  <a:srgbClr val="4078F2"/>
                </a:solidFill>
                <a:effectLst/>
                <a:latin typeface="var(--ds-font-family-code)"/>
              </a:rPr>
              <a:t>display</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mdl</a:t>
            </a:r>
            <a:r>
              <a:rPr lang="en-US" altLang="zh-CN" sz="2400" b="0" i="0" dirty="0">
                <a:solidFill>
                  <a:srgbClr val="383A42"/>
                </a:solidFill>
                <a:effectLst/>
                <a:latin typeface="var(--ds-font-family-code)"/>
              </a:rPr>
              <a:t>)</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也可以使用 </a:t>
            </a:r>
            <a:r>
              <a:rPr lang="en-US" altLang="zh-CN" sz="2400" b="0" i="1" dirty="0">
                <a:solidFill>
                  <a:srgbClr val="A0A1A7"/>
                </a:solidFill>
                <a:effectLst/>
                <a:latin typeface="var(--ds-font-family-code)"/>
              </a:rPr>
              <a:t>summary </a:t>
            </a:r>
            <a:r>
              <a:rPr lang="zh-CN" altLang="en-US" sz="2400" b="0" i="1" dirty="0">
                <a:solidFill>
                  <a:srgbClr val="A0A1A7"/>
                </a:solidFill>
                <a:effectLst/>
                <a:latin typeface="var(--ds-font-family-code)"/>
              </a:rPr>
              <a:t>函数获取更详细的信息</a:t>
            </a:r>
            <a:endParaRPr lang="zh-CN" altLang="en-US"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summary(mdl)</a:t>
            </a:r>
            <a:endParaRPr lang="en-US" altLang="zh-CN" sz="2400" b="0" i="0" dirty="0">
              <a:solidFill>
                <a:srgbClr val="0F1115"/>
              </a:solidFill>
              <a:effectLst/>
              <a:latin typeface="var(--ds-font-family-code)"/>
            </a:endParaRPr>
          </a:p>
        </p:txBody>
      </p:sp>
    </p:spTree>
    <p:extLst>
      <p:ext uri="{BB962C8B-B14F-4D97-AF65-F5344CB8AC3E}">
        <p14:creationId xmlns:p14="http://schemas.microsoft.com/office/powerpoint/2010/main" val="121990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214369" cy="1143000"/>
          </a:xfrm>
        </p:spPr>
        <p:txBody>
          <a:bodyPr/>
          <a:lstStyle/>
          <a:p>
            <a:r>
              <a:rPr lang="zh-CN" altLang="en-US" sz="3600" i="0" dirty="0"/>
              <a:t>梯度下降</a:t>
            </a:r>
            <a:endParaRPr lang="en-CA" sz="3600" i="0" dirty="0"/>
          </a:p>
        </p:txBody>
      </p:sp>
      <p:sp>
        <p:nvSpPr>
          <p:cNvPr id="3" name="Content Placeholder 2"/>
          <p:cNvSpPr>
            <a:spLocks noGrp="1"/>
          </p:cNvSpPr>
          <p:nvPr>
            <p:ph idx="1"/>
          </p:nvPr>
        </p:nvSpPr>
        <p:spPr>
          <a:xfrm>
            <a:off x="246062" y="2147888"/>
            <a:ext cx="8574410" cy="4114800"/>
          </a:xfrm>
        </p:spPr>
        <p:txBody>
          <a:bodyPr/>
          <a:lstStyle/>
          <a:p>
            <a:r>
              <a:rPr lang="zh-CN" altLang="en-US" sz="2800" dirty="0"/>
              <a:t>目标是改变参数以最小化一个函数。步骤如下：</a:t>
            </a:r>
          </a:p>
          <a:p>
            <a:pPr marL="0" indent="0">
              <a:buNone/>
            </a:pPr>
            <a:r>
              <a:rPr lang="en-US" altLang="zh-CN" sz="2800" dirty="0"/>
              <a:t>1. </a:t>
            </a:r>
            <a:r>
              <a:rPr lang="zh-CN" altLang="en-US" sz="2800" dirty="0"/>
              <a:t>为参数选择初始值</a:t>
            </a:r>
          </a:p>
          <a:p>
            <a:pPr marL="0" indent="0">
              <a:buNone/>
            </a:pPr>
            <a:r>
              <a:rPr lang="en-US" altLang="zh-CN" sz="2800" dirty="0"/>
              <a:t>2. </a:t>
            </a:r>
            <a:r>
              <a:rPr lang="zh-CN" altLang="en-US" sz="2800" dirty="0"/>
              <a:t>找到最陡斜率：即需要改变参数以最大程度减少目标函数值的方向</a:t>
            </a:r>
          </a:p>
          <a:p>
            <a:pPr marL="0" indent="0">
              <a:buNone/>
            </a:pPr>
            <a:r>
              <a:rPr lang="en-US" altLang="zh-CN" sz="2800" dirty="0"/>
              <a:t>3. </a:t>
            </a:r>
            <a:r>
              <a:rPr lang="zh-CN" altLang="en-US" sz="2800" dirty="0"/>
              <a:t>沿着最陡斜率的方向向下迈出一步</a:t>
            </a:r>
          </a:p>
          <a:p>
            <a:pPr marL="0" indent="0">
              <a:buNone/>
            </a:pPr>
            <a:r>
              <a:rPr lang="en-US" altLang="zh-CN" sz="2800" dirty="0"/>
              <a:t>4. </a:t>
            </a:r>
            <a:r>
              <a:rPr lang="zh-CN" altLang="en-US" sz="2800" dirty="0"/>
              <a:t>重复步骤 </a:t>
            </a:r>
            <a:r>
              <a:rPr lang="en-US" altLang="zh-CN" sz="2800" dirty="0"/>
              <a:t>2 </a:t>
            </a:r>
            <a:r>
              <a:rPr lang="zh-CN" altLang="en-US" sz="2800" dirty="0"/>
              <a:t>和 </a:t>
            </a:r>
            <a:r>
              <a:rPr lang="en-US" altLang="zh-CN" sz="2800" dirty="0"/>
              <a:t>3</a:t>
            </a:r>
          </a:p>
          <a:p>
            <a:pPr marL="0" indent="0">
              <a:buNone/>
            </a:pPr>
            <a:r>
              <a:rPr lang="en-US" altLang="zh-CN" sz="2800" dirty="0"/>
              <a:t>5. </a:t>
            </a:r>
            <a:r>
              <a:rPr lang="zh-CN" altLang="en-US" sz="2800" dirty="0"/>
              <a:t>持续进行，直到到达山谷底部</a:t>
            </a:r>
          </a:p>
        </p:txBody>
      </p:sp>
      <p:sp>
        <p:nvSpPr>
          <p:cNvPr id="5" name="Slide Number Placeholder 4"/>
          <p:cNvSpPr>
            <a:spLocks noGrp="1"/>
          </p:cNvSpPr>
          <p:nvPr>
            <p:ph type="sldNum" sz="quarter" idx="12"/>
          </p:nvPr>
        </p:nvSpPr>
        <p:spPr/>
        <p:txBody>
          <a:bodyPr/>
          <a:lstStyle/>
          <a:p>
            <a:fld id="{F979D778-5668-409F-BE61-8F31D5437AFC}" type="slidenum">
              <a:rPr lang="en-CA" smtClean="0"/>
              <a:t>12</a:t>
            </a:fld>
            <a:endParaRPr lang="en-CA"/>
          </a:p>
        </p:txBody>
      </p:sp>
    </p:spTree>
    <p:extLst>
      <p:ext uri="{BB962C8B-B14F-4D97-AF65-F5344CB8AC3E}">
        <p14:creationId xmlns:p14="http://schemas.microsoft.com/office/powerpoint/2010/main" val="2510526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类别特征</a:t>
            </a:r>
            <a:endParaRPr lang="en-CA" sz="3600" i="0" dirty="0"/>
          </a:p>
        </p:txBody>
      </p:sp>
      <p:sp>
        <p:nvSpPr>
          <p:cNvPr id="3" name="Content Placeholder 2"/>
          <p:cNvSpPr>
            <a:spLocks noGrp="1"/>
          </p:cNvSpPr>
          <p:nvPr>
            <p:ph idx="1"/>
          </p:nvPr>
        </p:nvSpPr>
        <p:spPr>
          <a:xfrm>
            <a:off x="395536" y="2092365"/>
            <a:ext cx="8352928" cy="4114800"/>
          </a:xfrm>
        </p:spPr>
        <p:txBody>
          <a:bodyPr/>
          <a:lstStyle/>
          <a:p>
            <a:r>
              <a:rPr lang="zh-CN" altLang="en-US" sz="2400" dirty="0"/>
              <a:t>类别特征是指那些包含若干非数值选项的特征。</a:t>
            </a:r>
            <a:endParaRPr lang="en-US" altLang="zh-CN" sz="2400" dirty="0"/>
          </a:p>
          <a:p>
            <a:endParaRPr lang="en-US" altLang="zh-CN" sz="2400" dirty="0"/>
          </a:p>
          <a:p>
            <a:r>
              <a:rPr lang="zh-CN" altLang="en-US" sz="2400" dirty="0"/>
              <a:t>我们可以为每个选项定义一个哑变量（虚拟变量），当该选项成立时取值为 </a:t>
            </a:r>
            <a:r>
              <a:rPr lang="en-US" altLang="zh-CN" sz="2400" dirty="0"/>
              <a:t>1</a:t>
            </a:r>
            <a:r>
              <a:rPr lang="zh-CN" altLang="en-US" sz="2400" dirty="0"/>
              <a:t>，否则为 </a:t>
            </a:r>
            <a:r>
              <a:rPr lang="en-US" altLang="zh-CN" sz="2400" dirty="0"/>
              <a:t>0</a:t>
            </a:r>
            <a:r>
              <a:rPr lang="zh-CN" altLang="en-US" sz="2400" dirty="0"/>
              <a:t>。这种方法称为独热编码。</a:t>
            </a:r>
            <a:endParaRPr lang="en-US" altLang="zh-CN" sz="2400" dirty="0"/>
          </a:p>
          <a:p>
            <a:endParaRPr lang="en-US" altLang="zh-CN" sz="2400" dirty="0"/>
          </a:p>
          <a:p>
            <a:r>
              <a:rPr lang="zh-CN" altLang="en-US" sz="2400" dirty="0"/>
              <a:t>但有时我们并不需要这么做，因为变量之间存在自然的顺序，例如：</a:t>
            </a:r>
            <a:br>
              <a:rPr lang="zh-CN" altLang="en-US" sz="2400" dirty="0"/>
            </a:br>
            <a:r>
              <a:rPr lang="zh-CN" altLang="en-US" sz="2400" dirty="0"/>
              <a:t> 小 </a:t>
            </a:r>
            <a:r>
              <a:rPr lang="en-US" altLang="zh-CN" sz="2400" dirty="0"/>
              <a:t>= 1</a:t>
            </a:r>
            <a:r>
              <a:rPr lang="zh-CN" altLang="en-US" sz="2400" dirty="0"/>
              <a:t>，中 </a:t>
            </a:r>
            <a:r>
              <a:rPr lang="en-US" altLang="zh-CN" sz="2400" dirty="0"/>
              <a:t>= 2</a:t>
            </a:r>
            <a:r>
              <a:rPr lang="zh-CN" altLang="en-US" sz="2400" dirty="0"/>
              <a:t>，大 </a:t>
            </a:r>
            <a:r>
              <a:rPr lang="en-US" altLang="zh-CN" sz="2400" dirty="0"/>
              <a:t>= 3</a:t>
            </a:r>
            <a:br>
              <a:rPr lang="zh-CN" altLang="en-US" sz="2400" dirty="0"/>
            </a:br>
            <a:r>
              <a:rPr lang="zh-CN" altLang="en-US" sz="2400" dirty="0"/>
              <a:t> 助理教授 </a:t>
            </a:r>
            <a:r>
              <a:rPr lang="en-US" altLang="zh-CN" sz="2400" dirty="0"/>
              <a:t>= 1</a:t>
            </a:r>
            <a:r>
              <a:rPr lang="zh-CN" altLang="en-US" sz="2400" dirty="0"/>
              <a:t>，副教授 </a:t>
            </a:r>
            <a:r>
              <a:rPr lang="en-US" altLang="zh-CN" sz="2400" dirty="0"/>
              <a:t>= 2</a:t>
            </a:r>
            <a:r>
              <a:rPr lang="zh-CN" altLang="en-US" sz="2400" dirty="0"/>
              <a:t>，正教授 </a:t>
            </a:r>
            <a:r>
              <a:rPr lang="en-US" altLang="zh-CN" sz="2400" dirty="0"/>
              <a:t>= 3</a:t>
            </a:r>
            <a:endParaRPr lang="en-CA" sz="2400"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13</a:t>
            </a:fld>
            <a:endParaRPr lang="en-CA" dirty="0"/>
          </a:p>
        </p:txBody>
      </p:sp>
    </p:spTree>
    <p:extLst>
      <p:ext uri="{BB962C8B-B14F-4D97-AF65-F5344CB8AC3E}">
        <p14:creationId xmlns:p14="http://schemas.microsoft.com/office/powerpoint/2010/main" val="2232818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761829"/>
            <a:ext cx="7772400" cy="1143000"/>
          </a:xfrm>
        </p:spPr>
        <p:txBody>
          <a:bodyPr/>
          <a:lstStyle/>
          <a:p>
            <a:r>
              <a:rPr lang="zh-CN" altLang="en-US" sz="3600" i="0" dirty="0"/>
              <a:t>虚拟变量陷阱</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6063" y="1988840"/>
                <a:ext cx="8646417" cy="4114800"/>
              </a:xfrm>
            </p:spPr>
            <p:txBody>
              <a:bodyPr/>
              <a:lstStyle/>
              <a:p>
                <a:r>
                  <a:rPr lang="zh-CN" altLang="en-US" sz="2400" dirty="0"/>
                  <a:t>假设我们有一个常数项和若干个取值为 </a:t>
                </a:r>
                <a:r>
                  <a:rPr lang="en-US" altLang="zh-CN" sz="2400" dirty="0"/>
                  <a:t>0 </a:t>
                </a:r>
                <a:r>
                  <a:rPr lang="zh-CN" altLang="en-US" sz="2400" dirty="0"/>
                  <a:t>或 </a:t>
                </a:r>
                <a:r>
                  <a:rPr lang="en-US" altLang="zh-CN" sz="2400" dirty="0"/>
                  <a:t>1 </a:t>
                </a:r>
                <a:r>
                  <a:rPr lang="zh-CN" altLang="en-US" sz="2400" dirty="0"/>
                  <a:t>的虚拟变量。</a:t>
                </a:r>
                <a:endParaRPr lang="en-US" altLang="zh-CN" sz="2400" dirty="0"/>
              </a:p>
              <a:p>
                <a:r>
                  <a:rPr lang="zh-CN" altLang="en-US" sz="2400" dirty="0"/>
                  <a:t>此时不存在唯一解，因为对于任意常数 </a:t>
                </a:r>
                <a14:m>
                  <m:oMath xmlns:m="http://schemas.openxmlformats.org/officeDocument/2006/math">
                    <m:r>
                      <a:rPr lang="zh-CN" altLang="en-US" sz="2400" i="1">
                        <a:latin typeface="Cambria Math" panose="02040503050406030204" pitchFamily="18" charset="0"/>
                      </a:rPr>
                      <m:t>𝐶</m:t>
                    </m:r>
                  </m:oMath>
                </a14:m>
                <a:r>
                  <a:rPr lang="zh-CN" altLang="en-US" sz="2400" dirty="0"/>
                  <a:t>，我们可以在常数项上加上 </a:t>
                </a:r>
                <a14:m>
                  <m:oMath xmlns:m="http://schemas.openxmlformats.org/officeDocument/2006/math">
                    <m:r>
                      <a:rPr lang="zh-CN" altLang="en-US" sz="2400" i="1">
                        <a:latin typeface="Cambria Math" panose="02040503050406030204" pitchFamily="18" charset="0"/>
                      </a:rPr>
                      <m:t>𝐶</m:t>
                    </m:r>
                  </m:oMath>
                </a14:m>
                <a:r>
                  <a:rPr lang="zh-CN" altLang="en-US" sz="2400" dirty="0"/>
                  <a:t>，同时从每个虚拟变量中减去 </a:t>
                </a:r>
                <a14:m>
                  <m:oMath xmlns:m="http://schemas.openxmlformats.org/officeDocument/2006/math">
                    <m:r>
                      <a:rPr lang="zh-CN" altLang="en-US" sz="2400" i="1">
                        <a:latin typeface="Cambria Math" panose="02040503050406030204" pitchFamily="18" charset="0"/>
                      </a:rPr>
                      <m:t>𝐶</m:t>
                    </m:r>
                  </m:oMath>
                </a14:m>
                <a:r>
                  <a:rPr lang="zh-CN" altLang="en-US" sz="2400" dirty="0"/>
                  <a:t>，而不改变预测结果。</a:t>
                </a:r>
                <a:endParaRPr lang="en-US" altLang="zh-CN" sz="2400" dirty="0"/>
              </a:p>
              <a:p>
                <a:r>
                  <a:rPr lang="zh-CN" altLang="en-US" sz="2400" dirty="0"/>
                  <a:t>考虑：</a:t>
                </a:r>
                <a14:m>
                  <m:oMath xmlns:m="http://schemas.openxmlformats.org/officeDocument/2006/math">
                    <m:r>
                      <a:rPr lang="en-CA" sz="2400" b="0" i="1" smtClean="0">
                        <a:latin typeface="Cambria Math" panose="02040503050406030204" pitchFamily="18" charset="0"/>
                      </a:rPr>
                      <m:t>𝑌</m:t>
                    </m:r>
                    <m:r>
                      <a:rPr lang="en-CA" sz="2400" b="0" i="1" smtClean="0">
                        <a:latin typeface="Cambria Math" panose="02040503050406030204" pitchFamily="18" charset="0"/>
                      </a:rPr>
                      <m:t>=</m:t>
                    </m:r>
                    <m:r>
                      <a:rPr lang="en-CA" sz="2400" b="0" i="1" smtClean="0">
                        <a:latin typeface="Cambria Math" panose="02040503050406030204" pitchFamily="18" charset="0"/>
                      </a:rPr>
                      <m:t>𝑎</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𝑏</m:t>
                        </m:r>
                      </m:e>
                      <m:sub>
                        <m:r>
                          <a:rPr lang="en-CA" sz="2400" b="0" i="1" smtClean="0">
                            <a:latin typeface="Cambria Math" panose="02040503050406030204" pitchFamily="18" charset="0"/>
                          </a:rPr>
                          <m:t>1</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𝑣</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𝑏</m:t>
                        </m:r>
                      </m:e>
                      <m:sub>
                        <m:r>
                          <a:rPr lang="en-CA" sz="2400" b="0" i="1" smtClean="0">
                            <a:latin typeface="Cambria Math" panose="02040503050406030204" pitchFamily="18" charset="0"/>
                          </a:rPr>
                          <m:t>2</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𝑣</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a14:m>
                <a:endParaRPr lang="en-US" sz="2400" dirty="0">
                  <a:latin typeface="Symbol" panose="05050102010706020507" pitchFamily="18" charset="2"/>
                </a:endParaRPr>
              </a:p>
              <a:p>
                <a:r>
                  <a:rPr lang="zh-CN" altLang="en-US" sz="2400" dirty="0"/>
                  <a:t>其中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en-US" altLang="zh-CN" sz="2400">
                            <a:latin typeface="Cambria Math" panose="02040503050406030204" pitchFamily="18" charset="0"/>
                          </a:rPr>
                          <m:t>1</m:t>
                        </m:r>
                      </m:sub>
                    </m:sSub>
                  </m:oMath>
                </a14:m>
                <a:r>
                  <a:rPr lang="zh-CN" altLang="en-US" sz="2400" dirty="0"/>
                  <a:t> 和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en-US" altLang="zh-CN" sz="2400">
                            <a:latin typeface="Cambria Math" panose="02040503050406030204" pitchFamily="18" charset="0"/>
                          </a:rPr>
                          <m:t>2</m:t>
                        </m:r>
                      </m:sub>
                    </m:sSub>
                  </m:oMath>
                </a14:m>
                <a:r>
                  <a:rPr lang="zh-CN" altLang="en-US" sz="2400" dirty="0"/>
                  <a:t> 是虚拟变量，当一个为 </a:t>
                </a:r>
                <a:r>
                  <a:rPr lang="en-US" altLang="zh-CN" sz="2400" dirty="0"/>
                  <a:t>0 </a:t>
                </a:r>
                <a:r>
                  <a:rPr lang="zh-CN" altLang="en-US" sz="2400" dirty="0"/>
                  <a:t>时另一个为 </a:t>
                </a:r>
                <a:r>
                  <a:rPr lang="en-US" altLang="zh-CN" sz="2400" dirty="0"/>
                  <a:t>1</a:t>
                </a:r>
                <a:r>
                  <a:rPr lang="zh-CN" altLang="en-US" sz="2400" dirty="0"/>
                  <a:t>。这等价于：</a:t>
                </a:r>
                <a:endParaRPr lang="en-US" sz="2400" dirty="0">
                  <a:latin typeface="Symbol" panose="05050102010706020507" pitchFamily="18" charset="2"/>
                </a:endParaRPr>
              </a:p>
              <a:p>
                <a:pPr marL="271463" indent="-271463">
                  <a:buNone/>
                </a:pPr>
                <a14:m>
                  <m:oMathPara xmlns:m="http://schemas.openxmlformats.org/officeDocument/2006/math">
                    <m:oMathParaPr>
                      <m:jc m:val="centerGroup"/>
                    </m:oMathParaPr>
                    <m:oMath xmlns:m="http://schemas.openxmlformats.org/officeDocument/2006/math">
                      <m:r>
                        <a:rPr lang="en-CA" sz="2400" i="1">
                          <a:latin typeface="Cambria Math" panose="02040503050406030204" pitchFamily="18" charset="0"/>
                        </a:rPr>
                        <m:t>𝑌</m:t>
                      </m:r>
                      <m:r>
                        <a:rPr lang="en-CA" sz="2400" i="1">
                          <a:latin typeface="Cambria Math" panose="02040503050406030204" pitchFamily="18" charset="0"/>
                        </a:rPr>
                        <m:t>=</m:t>
                      </m:r>
                      <m:d>
                        <m:dPr>
                          <m:ctrlPr>
                            <a:rPr lang="en-CA" sz="2400" b="0" i="1" smtClean="0">
                              <a:latin typeface="Cambria Math" panose="02040503050406030204" pitchFamily="18" charset="0"/>
                            </a:rPr>
                          </m:ctrlPr>
                        </m:dPr>
                        <m:e>
                          <m:r>
                            <a:rPr lang="en-CA" sz="2400" i="1">
                              <a:latin typeface="Cambria Math" panose="02040503050406030204" pitchFamily="18" charset="0"/>
                            </a:rPr>
                            <m:t>𝑎</m:t>
                          </m:r>
                          <m:r>
                            <a:rPr lang="en-CA" sz="2400" b="0" i="1" smtClean="0">
                              <a:latin typeface="Cambria Math" panose="02040503050406030204" pitchFamily="18" charset="0"/>
                            </a:rPr>
                            <m:t>+</m:t>
                          </m:r>
                          <m:r>
                            <a:rPr lang="en-CA" sz="2400" b="0" i="1" smtClean="0">
                              <a:latin typeface="Cambria Math" panose="02040503050406030204" pitchFamily="18" charset="0"/>
                            </a:rPr>
                            <m:t>𝐶</m:t>
                          </m:r>
                        </m:e>
                      </m:d>
                      <m:r>
                        <a:rPr lang="en-CA" sz="2400" i="1">
                          <a:latin typeface="Cambria Math" panose="02040503050406030204" pitchFamily="18" charset="0"/>
                        </a:rPr>
                        <m:t>+….+</m:t>
                      </m:r>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𝑏</m:t>
                          </m:r>
                        </m:e>
                        <m:sub>
                          <m:r>
                            <a:rPr lang="en-CA" sz="2400" i="1">
                              <a:latin typeface="Cambria Math" panose="02040503050406030204" pitchFamily="18" charset="0"/>
                            </a:rPr>
                            <m:t>1</m:t>
                          </m:r>
                        </m:sub>
                      </m:sSub>
                      <m:r>
                        <a:rPr lang="en-CA" sz="2400" b="0" i="1" smtClean="0">
                          <a:latin typeface="Cambria Math" panose="02040503050406030204" pitchFamily="18" charset="0"/>
                        </a:rPr>
                        <m:t>−</m:t>
                      </m:r>
                      <m:r>
                        <a:rPr lang="en-CA" sz="2400" b="0" i="1" smtClean="0">
                          <a:latin typeface="Cambria Math" panose="02040503050406030204" pitchFamily="18" charset="0"/>
                        </a:rPr>
                        <m:t>𝐶</m:t>
                      </m:r>
                      <m:sSub>
                        <m:sSubPr>
                          <m:ctrlPr>
                            <a:rPr lang="en-CA" sz="2400" i="1">
                              <a:latin typeface="Cambria Math" panose="02040503050406030204" pitchFamily="18" charset="0"/>
                            </a:rPr>
                          </m:ctrlPr>
                        </m:sSubPr>
                        <m:e>
                          <m:r>
                            <a:rPr lang="en-CA" sz="2400" b="0" i="1" smtClean="0">
                              <a:latin typeface="Cambria Math" panose="02040503050406030204" pitchFamily="18" charset="0"/>
                            </a:rPr>
                            <m:t>)</m:t>
                          </m:r>
                          <m:r>
                            <a:rPr lang="en-CA" sz="2400" i="1">
                              <a:latin typeface="Cambria Math" panose="02040503050406030204" pitchFamily="18" charset="0"/>
                            </a:rPr>
                            <m:t>𝑣</m:t>
                          </m:r>
                        </m:e>
                        <m:sub>
                          <m:r>
                            <a:rPr lang="en-CA" sz="2400" i="1">
                              <a:latin typeface="Cambria Math" panose="02040503050406030204" pitchFamily="18" charset="0"/>
                            </a:rPr>
                            <m:t>1</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b="0" i="1" smtClean="0">
                              <a:latin typeface="Cambria Math" panose="02040503050406030204" pitchFamily="18" charset="0"/>
                            </a:rPr>
                            <m:t>(</m:t>
                          </m:r>
                          <m:r>
                            <a:rPr lang="en-CA" sz="2400" i="1">
                              <a:latin typeface="Cambria Math" panose="02040503050406030204" pitchFamily="18" charset="0"/>
                            </a:rPr>
                            <m:t>𝑏</m:t>
                          </m:r>
                        </m:e>
                        <m:sub>
                          <m:r>
                            <a:rPr lang="en-CA" sz="2400" i="1">
                              <a:latin typeface="Cambria Math" panose="02040503050406030204" pitchFamily="18" charset="0"/>
                            </a:rPr>
                            <m:t>2</m:t>
                          </m:r>
                        </m:sub>
                      </m:sSub>
                      <m:r>
                        <a:rPr lang="en-CA" sz="2400" b="0" i="1" smtClean="0">
                          <a:latin typeface="Cambria Math" panose="02040503050406030204" pitchFamily="18" charset="0"/>
                        </a:rPr>
                        <m:t>−</m:t>
                      </m:r>
                      <m:r>
                        <a:rPr lang="en-CA" sz="2400" b="0" i="1" smtClean="0">
                          <a:latin typeface="Cambria Math" panose="02040503050406030204" pitchFamily="18" charset="0"/>
                        </a:rPr>
                        <m:t>𝐶</m:t>
                      </m:r>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𝑣</m:t>
                          </m:r>
                        </m:e>
                        <m:sub>
                          <m:r>
                            <a:rPr lang="en-CA" sz="2400" i="1">
                              <a:latin typeface="Cambria Math" panose="02040503050406030204" pitchFamily="18" charset="0"/>
                            </a:rPr>
                            <m:t>2</m:t>
                          </m:r>
                        </m:sub>
                      </m:sSub>
                      <m:r>
                        <a:rPr lang="en-CA" sz="2400" i="1">
                          <a:latin typeface="Cambria Math" panose="02040503050406030204" pitchFamily="18" charset="0"/>
                        </a:rPr>
                        <m:t>+</m:t>
                      </m:r>
                      <m:r>
                        <a:rPr lang="en-CA" sz="2400" i="1">
                          <a:latin typeface="Cambria Math" panose="02040503050406030204" pitchFamily="18" charset="0"/>
                          <a:ea typeface="Cambria Math" panose="02040503050406030204" pitchFamily="18" charset="0"/>
                        </a:rPr>
                        <m:t>𝜀</m:t>
                      </m:r>
                    </m:oMath>
                  </m:oMathPara>
                </a14:m>
                <a:endParaRPr lang="en-US" sz="2400" dirty="0"/>
              </a:p>
              <a:p>
                <a:r>
                  <a:rPr lang="zh-CN" altLang="en-US" sz="2400" dirty="0"/>
                  <a:t>正则化（将在后续讨论）可以解决这一问题。</a:t>
                </a:r>
                <a:endParaRPr lang="en-CA"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6063" y="1988840"/>
                <a:ext cx="8646417" cy="4114800"/>
              </a:xfrm>
              <a:blipFill>
                <a:blip r:embed="rId2"/>
                <a:stretch>
                  <a:fillRect t="-1185" r="-1057"/>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14</a:t>
            </a:fld>
            <a:endParaRPr lang="en-CA"/>
          </a:p>
        </p:txBody>
      </p:sp>
    </p:spTree>
    <p:extLst>
      <p:ext uri="{BB962C8B-B14F-4D97-AF65-F5344CB8AC3E}">
        <p14:creationId xmlns:p14="http://schemas.microsoft.com/office/powerpoint/2010/main" val="1644806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00B2-029B-47F8-85AE-70C96D055AA7}"/>
              </a:ext>
            </a:extLst>
          </p:cNvPr>
          <p:cNvSpPr>
            <a:spLocks noGrp="1"/>
          </p:cNvSpPr>
          <p:nvPr>
            <p:ph type="title"/>
          </p:nvPr>
        </p:nvSpPr>
        <p:spPr/>
        <p:txBody>
          <a:bodyPr/>
          <a:lstStyle/>
          <a:p>
            <a:r>
              <a:rPr lang="zh-CN" altLang="en-US" sz="3600" i="0" dirty="0"/>
              <a:t>相关性问题</a:t>
            </a:r>
            <a:endParaRPr lang="en-CA" sz="3600" i="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1301A2-0819-47CE-AE61-B8111EA7C03A}"/>
                  </a:ext>
                </a:extLst>
              </p:cNvPr>
              <p:cNvSpPr>
                <a:spLocks noGrp="1"/>
              </p:cNvSpPr>
              <p:nvPr>
                <p:ph idx="1"/>
              </p:nvPr>
            </p:nvSpPr>
            <p:spPr/>
            <p:txBody>
              <a:bodyPr/>
              <a:lstStyle/>
              <a:p>
                <a:r>
                  <a:rPr lang="zh-CN" altLang="en-US" sz="2400" dirty="0"/>
                  <a:t>假设用于估算房价的两个特征是：</a:t>
                </a:r>
                <a:br>
                  <a:rPr lang="zh-CN" altLang="en-US" sz="2400" dirty="0"/>
                </a:b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oMath>
                </a14:m>
                <a:r>
                  <a:rPr lang="zh-CN" altLang="ar-AE" sz="2400" dirty="0">
                    <a:effectLst/>
                  </a:rPr>
                  <a:t>：</a:t>
                </a:r>
                <a:r>
                  <a:rPr lang="zh-CN" altLang="en-US" sz="2400" dirty="0">
                    <a:effectLst/>
                  </a:rPr>
                  <a:t>地下室的平方英尺数</a:t>
                </a:r>
                <a:br>
                  <a:rPr lang="zh-CN" altLang="en-US" sz="2400" dirty="0">
                    <a:effectLst/>
                  </a:rPr>
                </a:b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r>
                  <a:rPr lang="zh-CN" altLang="ar-AE" sz="2400" dirty="0">
                    <a:effectLst/>
                  </a:rPr>
                  <a:t>：</a:t>
                </a:r>
                <a:r>
                  <a:rPr lang="zh-CN" altLang="en-US" sz="2400" dirty="0">
                    <a:effectLst/>
                  </a:rPr>
                  <a:t>一楼的平方英尺数</a:t>
                </a:r>
              </a:p>
              <a:p>
                <a:endParaRPr lang="en-US" altLang="zh-CN" sz="2400" dirty="0">
                  <a:effectLst/>
                </a:endParaRPr>
              </a:p>
              <a:p>
                <a:r>
                  <a:rPr lang="zh-CN" altLang="en-US" sz="2400" dirty="0">
                    <a:effectLst/>
                  </a:rPr>
                  <a:t>训练集的最佳拟合可能是：</a:t>
                </a:r>
                <a:br>
                  <a:rPr lang="zh-CN" altLang="en-US" sz="2400" dirty="0">
                    <a:effectLst/>
                  </a:rPr>
                </a:br>
                <a:r>
                  <a:rPr lang="zh-CN" altLang="en-US" sz="2400" dirty="0">
                    <a:effectLst/>
                  </a:rPr>
                  <a:t>房价（单位：千元） </a:t>
                </a:r>
                <a:r>
                  <a:rPr lang="en-US" altLang="zh-CN" sz="2400" dirty="0">
                    <a:effectLst/>
                  </a:rPr>
                  <a:t>= </a:t>
                </a:r>
                <a14:m>
                  <m:oMath xmlns:m="http://schemas.openxmlformats.org/officeDocument/2006/math">
                    <m:r>
                      <a:rPr lang="en-US" altLang="zh-CN" sz="2400">
                        <a:latin typeface="Cambria Math" panose="02040503050406030204" pitchFamily="18" charset="0"/>
                      </a:rPr>
                      <m:t>10</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r>
                      <a:rPr lang="ar-AE" altLang="zh-CN" sz="2400">
                        <a:latin typeface="Cambria Math" panose="02040503050406030204" pitchFamily="18" charset="0"/>
                      </a:rPr>
                      <m:t>−</m:t>
                    </m:r>
                    <m:r>
                      <a:rPr lang="ar-AE" altLang="zh-CN" sz="2400">
                        <a:latin typeface="Cambria Math" panose="02040503050406030204" pitchFamily="18" charset="0"/>
                      </a:rPr>
                      <m:t>9</m:t>
                    </m:r>
                    <m:r>
                      <a:rPr lang="ar-AE" altLang="zh-CN" sz="2400">
                        <a:latin typeface="Cambria Math" panose="02040503050406030204" pitchFamily="18" charset="0"/>
                      </a:rPr>
                      <m:t>.</m:t>
                    </m:r>
                    <m:r>
                      <a:rPr lang="ar-AE"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endParaRPr lang="ar-AE" altLang="zh-CN" sz="2400" dirty="0">
                  <a:effectLst/>
                </a:endParaRPr>
              </a:p>
              <a:p>
                <a:endParaRPr lang="en-US" altLang="zh-CN" sz="2400" dirty="0">
                  <a:effectLst/>
                </a:endParaRPr>
              </a:p>
              <a:p>
                <a:r>
                  <a:rPr lang="zh-CN" altLang="en-US" sz="2400" dirty="0">
                    <a:effectLst/>
                  </a:rPr>
                  <a:t>这几乎肯定存在过拟合。一个更好的模型类似于：</a:t>
                </a:r>
                <a:br>
                  <a:rPr lang="zh-CN" altLang="en-US" sz="2400" dirty="0">
                    <a:effectLst/>
                  </a:rPr>
                </a:br>
                <a:r>
                  <a:rPr lang="zh-CN" altLang="en-US" sz="2400" dirty="0">
                    <a:effectLst/>
                  </a:rPr>
                  <a:t>房价（千元） </a:t>
                </a:r>
                <a:r>
                  <a:rPr lang="en-US" altLang="zh-CN" sz="2400" dirty="0">
                    <a:effectLst/>
                  </a:rPr>
                  <a:t>= </a:t>
                </a:r>
                <a14:m>
                  <m:oMath xmlns:m="http://schemas.openxmlformats.org/officeDocument/2006/math">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oMath>
                </a14:m>
                <a:r>
                  <a:rPr lang="ar-AE" altLang="zh-CN" sz="2400" dirty="0">
                    <a:effectLst/>
                  </a:rPr>
                  <a:t> </a:t>
                </a:r>
                <a:r>
                  <a:rPr lang="zh-CN" altLang="en-US" sz="2400" dirty="0">
                    <a:effectLst/>
                  </a:rPr>
                  <a:t>或 房价（千元） </a:t>
                </a:r>
                <a:r>
                  <a:rPr lang="en-US" altLang="zh-CN" sz="2400" dirty="0">
                    <a:effectLst/>
                  </a:rPr>
                  <a:t>= </a:t>
                </a:r>
                <a14:m>
                  <m:oMath xmlns:m="http://schemas.openxmlformats.org/officeDocument/2006/math">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br>
                  <a:rPr lang="ar-AE" altLang="zh-CN" sz="2400" dirty="0"/>
                </a:br>
                <a:endParaRPr lang="en-CA" sz="2400" dirty="0"/>
              </a:p>
            </p:txBody>
          </p:sp>
        </mc:Choice>
        <mc:Fallback xmlns="">
          <p:sp>
            <p:nvSpPr>
              <p:cNvPr id="3" name="Content Placeholder 2">
                <a:extLst>
                  <a:ext uri="{FF2B5EF4-FFF2-40B4-BE49-F238E27FC236}">
                    <a16:creationId xmlns:a16="http://schemas.microsoft.com/office/drawing/2014/main" id="{D31301A2-0819-47CE-AE61-B8111EA7C03A}"/>
                  </a:ext>
                </a:extLst>
              </p:cNvPr>
              <p:cNvSpPr>
                <a:spLocks noGrp="1" noRot="1" noChangeAspect="1" noMove="1" noResize="1" noEditPoints="1" noAdjustHandles="1" noChangeArrowheads="1" noChangeShapeType="1" noTextEdit="1"/>
              </p:cNvSpPr>
              <p:nvPr>
                <p:ph idx="1"/>
              </p:nvPr>
            </p:nvSpPr>
            <p:spPr>
              <a:blipFill>
                <a:blip r:embed="rId2"/>
                <a:stretch>
                  <a:fillRect t="-1185"/>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D18DE8BC-F4EB-456E-A3CA-568F6C916D0F}"/>
              </a:ext>
            </a:extLst>
          </p:cNvPr>
          <p:cNvSpPr>
            <a:spLocks noGrp="1"/>
          </p:cNvSpPr>
          <p:nvPr>
            <p:ph type="sldNum" sz="quarter" idx="12"/>
          </p:nvPr>
        </p:nvSpPr>
        <p:spPr/>
        <p:txBody>
          <a:bodyPr/>
          <a:lstStyle/>
          <a:p>
            <a:fld id="{F979D778-5668-409F-BE61-8F31D5437AFC}" type="slidenum">
              <a:rPr lang="en-CA" smtClean="0"/>
              <a:t>15</a:t>
            </a:fld>
            <a:endParaRPr lang="en-CA"/>
          </a:p>
        </p:txBody>
      </p:sp>
    </p:spTree>
    <p:extLst>
      <p:ext uri="{BB962C8B-B14F-4D97-AF65-F5344CB8AC3E}">
        <p14:creationId xmlns:p14="http://schemas.microsoft.com/office/powerpoint/2010/main" val="2112859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正则化</a:t>
            </a:r>
            <a:endParaRPr lang="en-CA" sz="3600" i="0" dirty="0"/>
          </a:p>
        </p:txBody>
      </p:sp>
      <p:sp>
        <p:nvSpPr>
          <p:cNvPr id="3" name="Content Placeholder 2"/>
          <p:cNvSpPr>
            <a:spLocks noGrp="1"/>
          </p:cNvSpPr>
          <p:nvPr>
            <p:ph idx="1"/>
          </p:nvPr>
        </p:nvSpPr>
        <p:spPr>
          <a:xfrm>
            <a:off x="685800" y="2147888"/>
            <a:ext cx="7772400" cy="3369344"/>
          </a:xfrm>
        </p:spPr>
        <p:txBody>
          <a:bodyPr/>
          <a:lstStyle/>
          <a:p>
            <a:r>
              <a:rPr lang="zh-CN" altLang="en-US" sz="2400" dirty="0"/>
              <a:t>正则化是一种避免过拟合的方法，并且可能通过减少特征数量来简化模型。</a:t>
            </a:r>
            <a:br>
              <a:rPr lang="zh-CN" altLang="en-US" sz="2400" dirty="0"/>
            </a:br>
            <a:r>
              <a:rPr lang="zh-CN" altLang="en-US" sz="2400" dirty="0"/>
              <a:t>可选方法包括：</a:t>
            </a:r>
          </a:p>
          <a:p>
            <a:r>
              <a:rPr lang="zh-CN" altLang="en-US" sz="2400" dirty="0"/>
              <a:t>岭回归（</a:t>
            </a:r>
            <a:r>
              <a:rPr lang="en-US" altLang="zh-CN" sz="2400" dirty="0"/>
              <a:t>Ridge</a:t>
            </a:r>
            <a:r>
              <a:rPr lang="zh-CN" altLang="en-US" sz="2400" dirty="0"/>
              <a:t>）</a:t>
            </a:r>
          </a:p>
          <a:p>
            <a:r>
              <a:rPr lang="zh-CN" altLang="en-US" sz="2400" dirty="0"/>
              <a:t>套索回归（</a:t>
            </a:r>
            <a:r>
              <a:rPr lang="en-US" altLang="zh-CN" sz="2400" dirty="0"/>
              <a:t>Lasso</a:t>
            </a:r>
            <a:r>
              <a:rPr lang="zh-CN" altLang="en-US" sz="2400" dirty="0"/>
              <a:t>）</a:t>
            </a:r>
          </a:p>
          <a:p>
            <a:r>
              <a:rPr lang="zh-CN" altLang="en-US" sz="2400" dirty="0"/>
              <a:t>弹性网络（</a:t>
            </a:r>
            <a:r>
              <a:rPr lang="en-US" altLang="zh-CN" sz="2400" dirty="0"/>
              <a:t>Elastic net</a:t>
            </a:r>
            <a:r>
              <a:rPr lang="zh-CN" altLang="en-US" sz="2400" dirty="0"/>
              <a:t>）</a:t>
            </a:r>
          </a:p>
          <a:p>
            <a:r>
              <a:rPr lang="zh-CN" altLang="en-US" sz="2400" dirty="0"/>
              <a:t>我们首先必须对特征值进行标准化处理。</a:t>
            </a:r>
          </a:p>
          <a:p>
            <a:pPr marL="342900" lvl="1" indent="0">
              <a:buNone/>
            </a:pPr>
            <a:endParaRPr lang="en-CA" dirty="0"/>
          </a:p>
          <a:p>
            <a:pPr lvl="1"/>
            <a:endParaRPr lang="en-CA" dirty="0"/>
          </a:p>
          <a:p>
            <a:endParaRPr lang="en-CA" dirty="0"/>
          </a:p>
          <a:p>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16</a:t>
            </a:fld>
            <a:endParaRPr lang="en-CA"/>
          </a:p>
        </p:txBody>
      </p:sp>
    </p:spTree>
    <p:extLst>
      <p:ext uri="{BB962C8B-B14F-4D97-AF65-F5344CB8AC3E}">
        <p14:creationId xmlns:p14="http://schemas.microsoft.com/office/powerpoint/2010/main" val="18829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05191"/>
            <a:ext cx="7772400" cy="857250"/>
          </a:xfrm>
        </p:spPr>
        <p:txBody>
          <a:bodyPr/>
          <a:lstStyle/>
          <a:p>
            <a:br>
              <a:rPr lang="en-US" altLang="zh-CN" dirty="0"/>
            </a:br>
            <a:br>
              <a:rPr lang="en-US" altLang="zh-CN" dirty="0"/>
            </a:br>
            <a:r>
              <a:rPr lang="zh-CN" altLang="en-US" sz="3600" i="0" dirty="0"/>
              <a:t>岭回归（解析解）</a:t>
            </a:r>
            <a:br>
              <a:rPr lang="zh-CN" altLang="en-US" sz="3600" i="0" dirty="0"/>
            </a:br>
            <a:br>
              <a:rPr lang="zh-CN" altLang="en-US" sz="3600" i="0" dirty="0"/>
            </a:br>
            <a:endParaRPr lang="en-CA" sz="3600"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2147888"/>
                <a:ext cx="8278688" cy="4114800"/>
              </a:xfrm>
            </p:spPr>
            <p:txBody>
              <a:bodyPr/>
              <a:lstStyle/>
              <a:p>
                <a:r>
                  <a:rPr lang="zh-CN" altLang="en-US" sz="2800" dirty="0"/>
                  <a:t>通过选择一个参数 </a:t>
                </a:r>
                <a14:m>
                  <m:oMath xmlns:m="http://schemas.openxmlformats.org/officeDocument/2006/math">
                    <m:r>
                      <m:rPr>
                        <m:nor/>
                      </m:rPr>
                      <a:rPr lang="en-CA" altLang="zh-CN" sz="2800" dirty="0">
                        <a:latin typeface="Symbol" panose="05050102010706020507" pitchFamily="18" charset="2"/>
                      </a:rPr>
                      <m:t>l</m:t>
                    </m:r>
                    <m:r>
                      <m:rPr>
                        <m:nor/>
                      </m:rPr>
                      <a:rPr lang="en-US" altLang="zh-CN" sz="2800" b="0" i="0" dirty="0" smtClean="0">
                        <a:latin typeface="Symbol" panose="05050102010706020507" pitchFamily="18" charset="2"/>
                      </a:rPr>
                      <m:t> </m:t>
                    </m:r>
                  </m:oMath>
                </a14:m>
                <a:r>
                  <a:rPr lang="zh-CN" altLang="en-US" sz="2800" dirty="0"/>
                  <a:t>并最小化（某个目标函数）来减小回归系数的值。</a:t>
                </a:r>
                <a:endParaRPr lang="en-CA" sz="2800" dirty="0"/>
              </a:p>
              <a:p>
                <a:pPr marL="0" indent="0">
                  <a:buNone/>
                </a:pPr>
                <a:endParaRPr lang="en-CA" sz="2400" dirty="0"/>
              </a:p>
              <a:p>
                <a:pPr marL="0" indent="0">
                  <a:buNone/>
                </a:pPr>
                <a:endParaRPr lang="en-CA" sz="2400" dirty="0"/>
              </a:p>
              <a:p>
                <a:endParaRPr lang="en-CA" sz="2400" dirty="0"/>
              </a:p>
              <a:p>
                <a:r>
                  <a:rPr lang="zh-CN" altLang="en-US" sz="2800" dirty="0"/>
                  <a:t>当 </a:t>
                </a:r>
                <a14:m>
                  <m:oMath xmlns:m="http://schemas.openxmlformats.org/officeDocument/2006/math">
                    <m:r>
                      <m:rPr>
                        <m:nor/>
                      </m:rPr>
                      <a:rPr lang="en-CA" altLang="zh-CN" sz="2800" dirty="0">
                        <a:latin typeface="Symbol" panose="05050102010706020507" pitchFamily="18" charset="2"/>
                      </a:rPr>
                      <m:t>l</m:t>
                    </m:r>
                  </m:oMath>
                </a14:m>
                <a:r>
                  <a:rPr lang="zh-CN" altLang="en-US" sz="2800" dirty="0"/>
                  <a:t> 增大时会发生什么？减小权重的值</a:t>
                </a:r>
                <a:endParaRPr lang="en-CA" sz="28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85800" y="2147888"/>
                <a:ext cx="8278688" cy="4114800"/>
              </a:xfrm>
              <a:blipFill>
                <a:blip r:embed="rId2"/>
                <a:stretch>
                  <a:fillRect t="-1481"/>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17</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548082970"/>
              </p:ext>
            </p:extLst>
          </p:nvPr>
        </p:nvGraphicFramePr>
        <p:xfrm>
          <a:off x="3491880" y="3212976"/>
          <a:ext cx="2160240" cy="1124116"/>
        </p:xfrm>
        <a:graphic>
          <a:graphicData uri="http://schemas.openxmlformats.org/presentationml/2006/ole">
            <mc:AlternateContent xmlns:mc="http://schemas.openxmlformats.org/markup-compatibility/2006">
              <mc:Choice xmlns:v="urn:schemas-microsoft-com:vml" Requires="v">
                <p:oleObj name="Equation" r:id="rId3" imgW="825480" imgH="431640" progId="Equation.DSMT4">
                  <p:embed/>
                </p:oleObj>
              </mc:Choice>
              <mc:Fallback>
                <p:oleObj name="Equation" r:id="rId3" imgW="825480" imgH="431640" progId="Equation.DSMT4">
                  <p:embed/>
                  <p:pic>
                    <p:nvPicPr>
                      <p:cNvPr id="6" name="Object 5"/>
                      <p:cNvPicPr/>
                      <p:nvPr/>
                    </p:nvPicPr>
                    <p:blipFill>
                      <a:blip r:embed="rId4"/>
                      <a:stretch>
                        <a:fillRect/>
                      </a:stretch>
                    </p:blipFill>
                    <p:spPr>
                      <a:xfrm>
                        <a:off x="3491880" y="3212976"/>
                        <a:ext cx="2160240" cy="1124116"/>
                      </a:xfrm>
                      <a:prstGeom prst="rect">
                        <a:avLst/>
                      </a:prstGeom>
                    </p:spPr>
                  </p:pic>
                </p:oleObj>
              </mc:Fallback>
            </mc:AlternateContent>
          </a:graphicData>
        </a:graphic>
      </p:graphicFrame>
    </p:spTree>
    <p:extLst>
      <p:ext uri="{BB962C8B-B14F-4D97-AF65-F5344CB8AC3E}">
        <p14:creationId xmlns:p14="http://schemas.microsoft.com/office/powerpoint/2010/main" val="3456074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8E93-03BF-F00A-074E-A5B1FFAA727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F9C3241-EE43-B7CE-386E-99ACC2B0ED50}"/>
              </a:ext>
            </a:extLst>
          </p:cNvPr>
          <p:cNvSpPr>
            <a:spLocks noGrp="1"/>
          </p:cNvSpPr>
          <p:nvPr>
            <p:ph type="sldNum" sz="quarter" idx="12"/>
          </p:nvPr>
        </p:nvSpPr>
        <p:spPr/>
        <p:txBody>
          <a:bodyPr/>
          <a:lstStyle/>
          <a:p>
            <a:fld id="{2E8C09BE-1715-42CA-A91A-E7B0E09A3015}" type="slidenum">
              <a:rPr lang="en-CA" smtClean="0"/>
              <a:t>18</a:t>
            </a:fld>
            <a:endParaRPr lang="en-CA"/>
          </a:p>
        </p:txBody>
      </p:sp>
      <p:sp>
        <p:nvSpPr>
          <p:cNvPr id="8" name="文本框 7">
            <a:extLst>
              <a:ext uri="{FF2B5EF4-FFF2-40B4-BE49-F238E27FC236}">
                <a16:creationId xmlns:a16="http://schemas.microsoft.com/office/drawing/2014/main" id="{1B984A3A-8153-ED6E-CBD7-2AA96ADC9D13}"/>
              </a:ext>
            </a:extLst>
          </p:cNvPr>
          <p:cNvSpPr txBox="1"/>
          <p:nvPr/>
        </p:nvSpPr>
        <p:spPr>
          <a:xfrm>
            <a:off x="323528" y="872490"/>
            <a:ext cx="7704856" cy="5909310"/>
          </a:xfrm>
          <a:prstGeom prst="rect">
            <a:avLst/>
          </a:prstGeom>
          <a:noFill/>
        </p:spPr>
        <p:txBody>
          <a:bodyPr wrap="square">
            <a:spAutoFit/>
          </a:bodyPr>
          <a:lstStyle/>
          <a:p>
            <a:pPr algn="l" latinLnBrk="1">
              <a:buNone/>
            </a:pPr>
            <a:r>
              <a:rPr lang="en-US" altLang="zh-CN" b="0" i="0" dirty="0">
                <a:solidFill>
                  <a:srgbClr val="0F1115"/>
                </a:solidFill>
                <a:effectLst/>
                <a:latin typeface="var(--ds-font-family-code)"/>
              </a:rPr>
              <a:t>load acetylene</a:t>
            </a: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构建一个包含交互项的模型矩阵</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X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x1 x2 x3</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D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x2fx</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X</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'interaction'</a:t>
            </a:r>
            <a:r>
              <a:rPr lang="en-US" altLang="zh-CN" b="0" i="0" dirty="0">
                <a:solidFill>
                  <a:srgbClr val="383A42"/>
                </a:solidFill>
                <a:effectLst/>
                <a:latin typeface="var(--ds-font-family-code)"/>
              </a:rPr>
              <a:t>);</a:t>
            </a:r>
            <a:r>
              <a:rPr lang="en-US" altLang="zh-CN" b="0" i="1" dirty="0">
                <a:solidFill>
                  <a:srgbClr val="A0A1A7"/>
                </a:solidFill>
                <a:effectLst/>
                <a:latin typeface="var(--ds-font-family-code)"/>
              </a:rPr>
              <a:t>% ridge </a:t>
            </a:r>
            <a:r>
              <a:rPr lang="zh-CN" altLang="en-US" b="0" i="1" dirty="0">
                <a:solidFill>
                  <a:srgbClr val="A0A1A7"/>
                </a:solidFill>
                <a:effectLst/>
                <a:latin typeface="var(--ds-font-family-code)"/>
              </a:rPr>
              <a:t>函数默认不含截距项，需移除 </a:t>
            </a:r>
            <a:r>
              <a:rPr lang="en-US" altLang="zh-CN" b="0" i="1" dirty="0">
                <a:solidFill>
                  <a:srgbClr val="A0A1A7"/>
                </a:solidFill>
                <a:effectLst/>
                <a:latin typeface="var(--ds-font-family-code)"/>
              </a:rPr>
              <a:t>x2fx </a:t>
            </a:r>
            <a:r>
              <a:rPr lang="zh-CN" altLang="en-US" b="0" i="1" dirty="0">
                <a:solidFill>
                  <a:srgbClr val="A0A1A7"/>
                </a:solidFill>
                <a:effectLst/>
                <a:latin typeface="var(--ds-font-family-code)"/>
              </a:rPr>
              <a:t>生成的第一列常数项</a:t>
            </a:r>
            <a:endParaRPr lang="zh-CN" altLang="en-US"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D</a:t>
            </a:r>
            <a:r>
              <a:rPr lang="en-US" altLang="zh-CN" b="0" i="0" dirty="0">
                <a:solidFill>
                  <a:srgbClr val="383A42"/>
                </a:solidFill>
                <a:effectLst/>
                <a:latin typeface="var(--ds-font-family-code)"/>
              </a:rPr>
              <a:t>(</a:t>
            </a:r>
            <a:r>
              <a:rPr lang="en-US" altLang="zh-CN" b="0" i="0" dirty="0">
                <a:solidFill>
                  <a:srgbClr val="4078F2"/>
                </a:solidFill>
                <a:effectLst/>
                <a:latin typeface="var(--ds-font-family-code)"/>
              </a:rPr>
              <a:t>:</a:t>
            </a:r>
            <a:r>
              <a:rPr lang="en-US" altLang="zh-CN" b="0" i="0" dirty="0">
                <a:solidFill>
                  <a:srgbClr val="383A42"/>
                </a:solidFill>
                <a:effectLst/>
                <a:latin typeface="var(--ds-font-family-code)"/>
              </a:rPr>
              <a:t>,</a:t>
            </a:r>
            <a:r>
              <a:rPr lang="en-US" altLang="zh-CN" b="0" i="0" dirty="0">
                <a:solidFill>
                  <a:srgbClr val="B76B01"/>
                </a:solidFill>
                <a:effectLst/>
                <a:latin typeface="var(--ds-font-family-code)"/>
              </a:rPr>
              <a:t>1</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p>
          <a:p>
            <a:pPr algn="l" latinLnBrk="1">
              <a:buNone/>
            </a:pPr>
            <a:r>
              <a:rPr lang="en-US" altLang="zh-CN" b="0" i="0" dirty="0">
                <a:solidFill>
                  <a:srgbClr val="0F1115"/>
                </a:solidFill>
                <a:effectLst/>
                <a:latin typeface="var(--ds-font-family-code)"/>
              </a:rPr>
              <a:t>Y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y</a:t>
            </a:r>
            <a:r>
              <a:rPr lang="en-US" altLang="zh-CN" b="0" i="0" dirty="0">
                <a:solidFill>
                  <a:srgbClr val="383A42"/>
                </a:solidFill>
                <a:effectLst/>
                <a:latin typeface="var(--ds-font-family-code)"/>
              </a:rPr>
              <a:t>;</a:t>
            </a:r>
          </a:p>
          <a:p>
            <a:pPr algn="l" latinLnBrk="1">
              <a:buNone/>
            </a:pPr>
            <a:r>
              <a:rPr lang="en-US" altLang="zh-CN" b="0" i="1" dirty="0">
                <a:solidFill>
                  <a:srgbClr val="A0A1A7"/>
                </a:solidFill>
                <a:effectLst/>
                <a:latin typeface="var(--ds-font-family-code)"/>
              </a:rPr>
              <a:t>% 2. </a:t>
            </a:r>
            <a:r>
              <a:rPr lang="zh-CN" altLang="en-US" b="0" i="1" dirty="0">
                <a:solidFill>
                  <a:srgbClr val="A0A1A7"/>
                </a:solidFill>
                <a:effectLst/>
                <a:latin typeface="var(--ds-font-family-code)"/>
              </a:rPr>
              <a:t>定义一组可能的 </a:t>
            </a:r>
            <a:r>
              <a:rPr lang="en-US" altLang="zh-CN" b="0" i="1" dirty="0">
                <a:solidFill>
                  <a:srgbClr val="A0A1A7"/>
                </a:solidFill>
                <a:effectLst/>
                <a:latin typeface="var(--ds-font-family-code)"/>
              </a:rPr>
              <a:t>lambda </a:t>
            </a:r>
            <a:r>
              <a:rPr lang="zh-CN" altLang="en-US" b="0" i="1" dirty="0">
                <a:solidFill>
                  <a:srgbClr val="A0A1A7"/>
                </a:solidFill>
                <a:effectLst/>
                <a:latin typeface="var(--ds-font-family-code)"/>
              </a:rPr>
              <a:t>值</a:t>
            </a:r>
            <a:endParaRPr lang="zh-CN" altLang="en-US" b="0" i="0" dirty="0">
              <a:solidFill>
                <a:srgbClr val="0F1115"/>
              </a:solidFill>
              <a:effectLst/>
              <a:latin typeface="var(--ds-font-family-code)"/>
            </a:endParaRPr>
          </a:p>
          <a:p>
            <a:pPr latinLnBrk="1"/>
            <a:r>
              <a:rPr lang="en-US" altLang="zh-CN" b="0" i="0" dirty="0">
                <a:solidFill>
                  <a:srgbClr val="0F1115"/>
                </a:solidFill>
                <a:effectLst/>
                <a:latin typeface="var(--ds-font-family-code)"/>
              </a:rPr>
              <a:t>k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err="1">
                <a:solidFill>
                  <a:srgbClr val="4078F2"/>
                </a:solidFill>
                <a:effectLst/>
                <a:latin typeface="var(--ds-font-family-code)"/>
              </a:rPr>
              <a:t>logspace</a:t>
            </a:r>
            <a:r>
              <a:rPr lang="en-US" altLang="zh-CN" b="0" i="0" dirty="0">
                <a:solidFill>
                  <a:srgbClr val="383A42"/>
                </a:solidFill>
                <a:effectLst/>
                <a:latin typeface="var(--ds-font-family-code)"/>
              </a:rPr>
              <a:t>(</a:t>
            </a:r>
            <a:r>
              <a:rPr lang="en-US" altLang="zh-CN" b="0" i="0" dirty="0">
                <a:solidFill>
                  <a:srgbClr val="4078F2"/>
                </a:solidFill>
                <a:effectLst/>
                <a:latin typeface="var(--ds-font-family-code)"/>
              </a:rPr>
              <a:t>-</a:t>
            </a:r>
            <a:r>
              <a:rPr lang="en-US" altLang="zh-CN" b="0" i="0" dirty="0">
                <a:solidFill>
                  <a:srgbClr val="B76B01"/>
                </a:solidFill>
                <a:effectLst/>
                <a:latin typeface="var(--ds-font-family-code)"/>
              </a:rPr>
              <a:t>5</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a:t>
            </a:r>
            <a:r>
              <a:rPr lang="en-US" altLang="zh-CN" b="0" i="0" dirty="0">
                <a:solidFill>
                  <a:srgbClr val="B76B01"/>
                </a:solidFill>
                <a:effectLst/>
                <a:latin typeface="var(--ds-font-family-code)"/>
              </a:rPr>
              <a:t>2.3</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B76B01"/>
                </a:solidFill>
                <a:effectLst/>
                <a:latin typeface="var(--ds-font-family-code)"/>
              </a:rPr>
              <a:t>100</a:t>
            </a:r>
            <a:r>
              <a:rPr lang="en-US" altLang="zh-CN" b="0" i="0" dirty="0">
                <a:solidFill>
                  <a:srgbClr val="383A42"/>
                </a:solidFill>
                <a:effectLst/>
                <a:latin typeface="var(--ds-font-family-code)"/>
              </a:rPr>
              <a:t>);</a:t>
            </a:r>
            <a:r>
              <a:rPr lang="en-US" altLang="zh-CN" i="1" dirty="0">
                <a:solidFill>
                  <a:srgbClr val="A0A1A7"/>
                </a:solidFill>
                <a:latin typeface="var(--ds-font-family-code)"/>
              </a:rPr>
              <a:t> % </a:t>
            </a:r>
            <a:r>
              <a:rPr lang="en-US" altLang="zh-CN" i="1" dirty="0" err="1">
                <a:solidFill>
                  <a:srgbClr val="A0A1A7"/>
                </a:solidFill>
                <a:latin typeface="var(--ds-font-family-code)"/>
              </a:rPr>
              <a:t>logspace</a:t>
            </a:r>
            <a:r>
              <a:rPr lang="en-US" altLang="zh-CN" i="1" dirty="0">
                <a:solidFill>
                  <a:srgbClr val="A0A1A7"/>
                </a:solidFill>
                <a:latin typeface="var(--ds-font-family-code)"/>
              </a:rPr>
              <a:t> </a:t>
            </a:r>
            <a:r>
              <a:rPr lang="zh-CN" altLang="en-US" i="1" dirty="0">
                <a:solidFill>
                  <a:srgbClr val="A0A1A7"/>
                </a:solidFill>
                <a:latin typeface="var(--ds-font-family-code)"/>
              </a:rPr>
              <a:t>可以生成一个从 </a:t>
            </a:r>
            <a:r>
              <a:rPr lang="en-US" altLang="zh-CN" i="1" dirty="0">
                <a:solidFill>
                  <a:srgbClr val="A0A1A7"/>
                </a:solidFill>
                <a:latin typeface="var(--ds-font-family-code)"/>
              </a:rPr>
              <a:t>1e-5 </a:t>
            </a:r>
            <a:r>
              <a:rPr lang="zh-CN" altLang="en-US" i="1" dirty="0">
                <a:solidFill>
                  <a:srgbClr val="A0A1A7"/>
                </a:solidFill>
                <a:latin typeface="var(--ds-font-family-code)"/>
              </a:rPr>
              <a:t>到 </a:t>
            </a:r>
            <a:r>
              <a:rPr lang="en-US" altLang="zh-CN" i="1" dirty="0">
                <a:solidFill>
                  <a:srgbClr val="A0A1A7"/>
                </a:solidFill>
                <a:latin typeface="var(--ds-font-family-code)"/>
              </a:rPr>
              <a:t>5e-3 </a:t>
            </a:r>
            <a:r>
              <a:rPr lang="zh-CN" altLang="en-US" i="1" dirty="0">
                <a:solidFill>
                  <a:srgbClr val="A0A1A7"/>
                </a:solidFill>
                <a:latin typeface="var(--ds-font-family-code)"/>
              </a:rPr>
              <a:t>的对数间隔序列</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3. </a:t>
            </a:r>
            <a:r>
              <a:rPr lang="zh-CN" altLang="en-US" b="0" i="1" dirty="0">
                <a:solidFill>
                  <a:srgbClr val="A0A1A7"/>
                </a:solidFill>
                <a:effectLst/>
                <a:latin typeface="var(--ds-font-family-code)"/>
              </a:rPr>
              <a:t>执行岭回归</a:t>
            </a:r>
            <a:endParaRPr lang="zh-CN" altLang="en-US" b="0" i="0" dirty="0">
              <a:solidFill>
                <a:srgbClr val="0F1115"/>
              </a:solidFill>
              <a:effectLst/>
              <a:latin typeface="var(--ds-font-family-code)"/>
            </a:endParaRPr>
          </a:p>
          <a:p>
            <a:pPr latinLnBrk="1"/>
            <a:r>
              <a:rPr lang="en-US" altLang="zh-CN" b="0" i="0" dirty="0">
                <a:solidFill>
                  <a:srgbClr val="0F1115"/>
                </a:solidFill>
                <a:effectLst/>
                <a:latin typeface="var(--ds-font-family-code)"/>
              </a:rPr>
              <a:t>B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ridge</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Y</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D</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k</a:t>
            </a:r>
            <a:r>
              <a:rPr lang="en-US" altLang="zh-CN" b="0" i="0" dirty="0">
                <a:solidFill>
                  <a:srgbClr val="383A42"/>
                </a:solidFill>
                <a:effectLst/>
                <a:latin typeface="var(--ds-font-family-code)"/>
              </a:rPr>
              <a:t>);</a:t>
            </a:r>
            <a:r>
              <a:rPr lang="en-US" altLang="zh-CN" i="1" dirty="0">
                <a:solidFill>
                  <a:srgbClr val="A0A1A7"/>
                </a:solidFill>
                <a:latin typeface="var(--ds-font-family-code)"/>
              </a:rPr>
              <a:t> % </a:t>
            </a:r>
            <a:r>
              <a:rPr lang="zh-CN" altLang="en-US" i="1" dirty="0">
                <a:solidFill>
                  <a:srgbClr val="A0A1A7"/>
                </a:solidFill>
                <a:latin typeface="var(--ds-font-family-code)"/>
              </a:rPr>
              <a:t>计算这些 </a:t>
            </a:r>
            <a:r>
              <a:rPr lang="en-US" altLang="zh-CN" i="1" dirty="0">
                <a:solidFill>
                  <a:srgbClr val="A0A1A7"/>
                </a:solidFill>
                <a:latin typeface="var(--ds-font-family-code)"/>
              </a:rPr>
              <a:t>lambda </a:t>
            </a:r>
            <a:r>
              <a:rPr lang="zh-CN" altLang="en-US" i="1" dirty="0">
                <a:solidFill>
                  <a:srgbClr val="A0A1A7"/>
                </a:solidFill>
                <a:latin typeface="var(--ds-font-family-code)"/>
              </a:rPr>
              <a:t>值对应的回归系数</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4. </a:t>
            </a:r>
            <a:r>
              <a:rPr lang="zh-CN" altLang="en-US" b="0" i="1" dirty="0">
                <a:solidFill>
                  <a:srgbClr val="A0A1A7"/>
                </a:solidFill>
                <a:effectLst/>
                <a:latin typeface="var(--ds-font-family-code)"/>
              </a:rPr>
              <a:t>可视化：绘制岭迹图 </a:t>
            </a:r>
            <a:r>
              <a:rPr lang="en-US" altLang="zh-CN" b="0" i="1" dirty="0">
                <a:solidFill>
                  <a:srgbClr val="A0A1A7"/>
                </a:solidFill>
                <a:effectLst/>
                <a:latin typeface="var(--ds-font-family-code)"/>
              </a:rPr>
              <a:t>(Ridge Trace)</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观察系数如何随 </a:t>
            </a:r>
            <a:r>
              <a:rPr lang="en-US" altLang="zh-CN" b="0" i="1" dirty="0">
                <a:solidFill>
                  <a:srgbClr val="A0A1A7"/>
                </a:solidFill>
                <a:effectLst/>
                <a:latin typeface="var(--ds-font-family-code)"/>
              </a:rPr>
              <a:t>lambda </a:t>
            </a:r>
            <a:r>
              <a:rPr lang="zh-CN" altLang="en-US" b="0" i="1" dirty="0">
                <a:solidFill>
                  <a:srgbClr val="A0A1A7"/>
                </a:solidFill>
                <a:effectLst/>
                <a:latin typeface="var(--ds-font-family-code)"/>
              </a:rPr>
              <a:t>增大而收缩</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figure</a:t>
            </a:r>
          </a:p>
          <a:p>
            <a:pPr algn="l" latinLnBrk="1">
              <a:buNone/>
            </a:pPr>
            <a:r>
              <a:rPr lang="en-US" altLang="zh-CN" b="0" i="0" dirty="0">
                <a:solidFill>
                  <a:srgbClr val="4078F2"/>
                </a:solidFill>
                <a:effectLst/>
                <a:latin typeface="var(--ds-font-family-code)"/>
              </a:rPr>
              <a:t>plot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k</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B</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a:t>
            </a:r>
            <a:r>
              <a:rPr lang="en-US" altLang="zh-CN" b="0" i="0" dirty="0" err="1">
                <a:solidFill>
                  <a:srgbClr val="50A14F"/>
                </a:solidFill>
                <a:effectLst/>
                <a:latin typeface="var(--ds-font-family-code)"/>
              </a:rPr>
              <a:t>LineWidth</a:t>
            </a:r>
            <a:r>
              <a:rPr lang="en-US" altLang="zh-CN" b="0" i="0" dirty="0">
                <a:solidFill>
                  <a:srgbClr val="50A14F"/>
                </a:solidFill>
                <a:effectLst/>
                <a:latin typeface="var(--ds-font-family-code)"/>
              </a:rPr>
              <a: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B76B01"/>
                </a:solidFill>
                <a:effectLst/>
                <a:latin typeface="var(--ds-font-family-code)"/>
              </a:rPr>
              <a:t>2</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err="1">
                <a:solidFill>
                  <a:srgbClr val="4078F2"/>
                </a:solidFill>
                <a:effectLst/>
                <a:latin typeface="var(--ds-font-family-code)"/>
              </a:rPr>
              <a:t>xlabel</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'Ridge Parameter (</a:t>
            </a:r>
            <a:r>
              <a:rPr lang="el-GR" altLang="zh-CN" b="0" i="0" dirty="0">
                <a:solidFill>
                  <a:srgbClr val="50A14F"/>
                </a:solidFill>
                <a:effectLst/>
                <a:latin typeface="var(--ds-font-family-code)"/>
              </a:rPr>
              <a:t>λ)'</a:t>
            </a:r>
            <a:r>
              <a:rPr lang="el-GR" altLang="zh-CN" b="0" i="0" dirty="0">
                <a:solidFill>
                  <a:srgbClr val="383A42"/>
                </a:solidFill>
                <a:effectLst/>
                <a:latin typeface="var(--ds-font-family-code)"/>
              </a:rPr>
              <a:t>)</a:t>
            </a:r>
            <a:endParaRPr lang="el-GR" altLang="zh-CN" b="0" i="0" dirty="0">
              <a:solidFill>
                <a:srgbClr val="0F1115"/>
              </a:solidFill>
              <a:effectLst/>
              <a:latin typeface="var(--ds-font-family-code)"/>
            </a:endParaRPr>
          </a:p>
          <a:p>
            <a:pPr algn="l" latinLnBrk="1">
              <a:buNone/>
            </a:pPr>
            <a:r>
              <a:rPr lang="en-US" altLang="zh-CN" b="0" i="0" dirty="0" err="1">
                <a:solidFill>
                  <a:srgbClr val="4078F2"/>
                </a:solidFill>
                <a:effectLst/>
                <a:latin typeface="var(--ds-font-family-code)"/>
              </a:rPr>
              <a:t>ylabel</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'Standardized Coefficient'</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title</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'Ridge Trace: Coefficient Estimates vs. </a:t>
            </a:r>
            <a:r>
              <a:rPr lang="el-GR" altLang="zh-CN" b="0" i="0" dirty="0">
                <a:solidFill>
                  <a:srgbClr val="50A14F"/>
                </a:solidFill>
                <a:effectLst/>
                <a:latin typeface="var(--ds-font-family-code)"/>
              </a:rPr>
              <a:t>λ'</a:t>
            </a:r>
            <a:r>
              <a:rPr lang="el-GR" altLang="zh-CN" b="0" i="0" dirty="0">
                <a:solidFill>
                  <a:srgbClr val="383A42"/>
                </a:solidFill>
                <a:effectLst/>
                <a:latin typeface="var(--ds-font-family-code)"/>
              </a:rPr>
              <a:t>)</a:t>
            </a:r>
            <a:endParaRPr lang="el-GR"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legend</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'x2'</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'x3'</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'x1x2'</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'x1x3'</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'x2x3'</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set</a:t>
            </a:r>
            <a:r>
              <a:rPr lang="en-US" altLang="zh-CN" b="0" i="0" dirty="0">
                <a:solidFill>
                  <a:srgbClr val="383A42"/>
                </a:solidFill>
                <a:effectLst/>
                <a:latin typeface="var(--ds-font-family-code)"/>
              </a:rPr>
              <a:t>(</a:t>
            </a:r>
            <a:r>
              <a:rPr lang="en-US" altLang="zh-CN" b="0" i="0" dirty="0" err="1">
                <a:solidFill>
                  <a:srgbClr val="0F1115"/>
                </a:solidFill>
                <a:effectLst/>
                <a:latin typeface="var(--ds-font-family-code)"/>
              </a:rPr>
              <a:t>gca</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a:t>
            </a:r>
            <a:r>
              <a:rPr lang="en-US" altLang="zh-CN" b="0" i="0" dirty="0" err="1">
                <a:solidFill>
                  <a:srgbClr val="50A14F"/>
                </a:solidFill>
                <a:effectLst/>
                <a:latin typeface="var(--ds-font-family-code)"/>
              </a:rPr>
              <a:t>XScale</a:t>
            </a:r>
            <a:r>
              <a:rPr lang="en-US" altLang="zh-CN" b="0" i="0" dirty="0">
                <a:solidFill>
                  <a:srgbClr val="50A14F"/>
                </a:solidFill>
                <a:effectLst/>
                <a:latin typeface="var(--ds-font-family-code)"/>
              </a:rPr>
              <a: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'log'</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将 </a:t>
            </a:r>
            <a:r>
              <a:rPr lang="en-US" altLang="zh-CN" b="0" i="1" dirty="0">
                <a:solidFill>
                  <a:srgbClr val="A0A1A7"/>
                </a:solidFill>
                <a:effectLst/>
                <a:latin typeface="var(--ds-font-family-code)"/>
              </a:rPr>
              <a:t>X </a:t>
            </a:r>
            <a:r>
              <a:rPr lang="zh-CN" altLang="en-US" b="0" i="1" dirty="0">
                <a:solidFill>
                  <a:srgbClr val="A0A1A7"/>
                </a:solidFill>
                <a:effectLst/>
                <a:latin typeface="var(--ds-font-family-code)"/>
              </a:rPr>
              <a:t>轴设为对数坐标，便于观察</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grid on</a:t>
            </a:r>
          </a:p>
        </p:txBody>
      </p:sp>
    </p:spTree>
    <p:extLst>
      <p:ext uri="{BB962C8B-B14F-4D97-AF65-F5344CB8AC3E}">
        <p14:creationId xmlns:p14="http://schemas.microsoft.com/office/powerpoint/2010/main" val="93748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套索回归（必须使用梯度下降算法）</a:t>
            </a:r>
            <a:endParaRPr lang="en-CA" sz="3600" dirty="0"/>
          </a:p>
        </p:txBody>
      </p:sp>
      <p:sp>
        <p:nvSpPr>
          <p:cNvPr id="3" name="Content Placeholder 2"/>
          <p:cNvSpPr>
            <a:spLocks noGrp="1"/>
          </p:cNvSpPr>
          <p:nvPr>
            <p:ph idx="1"/>
          </p:nvPr>
        </p:nvSpPr>
        <p:spPr/>
        <p:txBody>
          <a:bodyPr/>
          <a:lstStyle/>
          <a:p>
            <a:r>
              <a:rPr lang="zh-CN" altLang="en-US" sz="2800" dirty="0"/>
              <a:t>与岭回归类似，不同之处在于我们最小化</a:t>
            </a:r>
            <a:endParaRPr lang="en-CA" sz="2800" dirty="0"/>
          </a:p>
          <a:p>
            <a:endParaRPr lang="en-CA" sz="2800" dirty="0"/>
          </a:p>
          <a:p>
            <a:endParaRPr lang="en-CA" sz="2800" dirty="0"/>
          </a:p>
          <a:p>
            <a:r>
              <a:rPr lang="zh-CN" altLang="en-US" sz="2800" dirty="0"/>
              <a:t>这样做能够完全消除那些不太重要的特征。</a:t>
            </a:r>
            <a:endParaRPr lang="en-CA" sz="2800"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19</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3191923145"/>
              </p:ext>
            </p:extLst>
          </p:nvPr>
        </p:nvGraphicFramePr>
        <p:xfrm>
          <a:off x="2987824" y="2636058"/>
          <a:ext cx="2160240" cy="1092928"/>
        </p:xfrm>
        <a:graphic>
          <a:graphicData uri="http://schemas.openxmlformats.org/presentationml/2006/ole">
            <mc:AlternateContent xmlns:mc="http://schemas.openxmlformats.org/markup-compatibility/2006">
              <mc:Choice xmlns:v="urn:schemas-microsoft-com:vml" Requires="v">
                <p:oleObj name="Equation" r:id="rId2" imgW="850680" imgH="431640" progId="Equation.DSMT4">
                  <p:embed/>
                </p:oleObj>
              </mc:Choice>
              <mc:Fallback>
                <p:oleObj name="Equation" r:id="rId2" imgW="850680" imgH="431640" progId="Equation.DSMT4">
                  <p:embed/>
                  <p:pic>
                    <p:nvPicPr>
                      <p:cNvPr id="6" name="Object 5"/>
                      <p:cNvPicPr/>
                      <p:nvPr/>
                    </p:nvPicPr>
                    <p:blipFill>
                      <a:blip r:embed="rId3"/>
                      <a:stretch>
                        <a:fillRect/>
                      </a:stretch>
                    </p:blipFill>
                    <p:spPr>
                      <a:xfrm>
                        <a:off x="2987824" y="2636058"/>
                        <a:ext cx="2160240" cy="10929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B0DC3BCB-B4BF-D4A7-B778-BFBE61D3648B}"/>
              </a:ext>
            </a:extLst>
          </p:cNvPr>
          <p:cNvSpPr txBox="1"/>
          <p:nvPr/>
        </p:nvSpPr>
        <p:spPr>
          <a:xfrm>
            <a:off x="1043608" y="4472617"/>
            <a:ext cx="4049618" cy="523220"/>
          </a:xfrm>
          <a:prstGeom prst="rect">
            <a:avLst/>
          </a:prstGeom>
          <a:noFill/>
        </p:spPr>
        <p:txBody>
          <a:bodyPr wrap="square">
            <a:spAutoFit/>
          </a:bodyPr>
          <a:lstStyle/>
          <a:p>
            <a:pPr algn="l" latinLnBrk="1">
              <a:buNone/>
            </a:pP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B</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a:t>
            </a:r>
            <a:r>
              <a:rPr lang="en-US" altLang="zh-CN" sz="2800" b="0" i="0" dirty="0" err="1">
                <a:solidFill>
                  <a:srgbClr val="0F1115"/>
                </a:solidFill>
                <a:effectLst/>
                <a:latin typeface="var(--ds-font-family-code)"/>
              </a:rPr>
              <a:t>FitInfo</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a:t>
            </a:r>
            <a:r>
              <a:rPr lang="en-US" altLang="zh-CN" sz="2800" b="0" i="0" dirty="0">
                <a:solidFill>
                  <a:srgbClr val="4078F2"/>
                </a:solidFill>
                <a:effectLst/>
                <a:latin typeface="var(--ds-font-family-code)"/>
              </a:rPr>
              <a:t>=</a:t>
            </a:r>
            <a:r>
              <a:rPr lang="en-US" altLang="zh-CN" sz="2800" b="0" i="0" dirty="0">
                <a:solidFill>
                  <a:srgbClr val="0F1115"/>
                </a:solidFill>
                <a:effectLst/>
                <a:latin typeface="var(--ds-font-family-code)"/>
              </a:rPr>
              <a:t> </a:t>
            </a:r>
            <a:r>
              <a:rPr lang="en-US" altLang="zh-CN" sz="2800" b="0" i="0" dirty="0">
                <a:solidFill>
                  <a:srgbClr val="4078F2"/>
                </a:solidFill>
                <a:effectLst/>
                <a:latin typeface="var(--ds-font-family-code)"/>
              </a:rPr>
              <a:t>lasso</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X</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y</a:t>
            </a:r>
            <a:r>
              <a:rPr lang="en-US" altLang="zh-CN" sz="2800" b="0" i="0" dirty="0">
                <a:solidFill>
                  <a:srgbClr val="383A42"/>
                </a:solidFill>
                <a:effectLst/>
                <a:latin typeface="var(--ds-font-family-code)"/>
              </a:rPr>
              <a:t>);</a:t>
            </a:r>
            <a:endParaRPr lang="en-US" altLang="zh-CN" sz="2800" b="0" i="0" dirty="0">
              <a:solidFill>
                <a:srgbClr val="0F1115"/>
              </a:solidFill>
              <a:effectLst/>
              <a:latin typeface="var(--ds-font-family-code)"/>
            </a:endParaRPr>
          </a:p>
        </p:txBody>
      </p:sp>
    </p:spTree>
    <p:extLst>
      <p:ext uri="{BB962C8B-B14F-4D97-AF65-F5344CB8AC3E}">
        <p14:creationId xmlns:p14="http://schemas.microsoft.com/office/powerpoint/2010/main" val="106287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7" y="930275"/>
            <a:ext cx="7694935" cy="1143000"/>
          </a:xfrm>
        </p:spPr>
        <p:txBody>
          <a:bodyPr/>
          <a:lstStyle/>
          <a:p>
            <a:r>
              <a:rPr lang="zh-CN" altLang="en-US" sz="3600" i="0" dirty="0"/>
              <a:t>弹性网络回归</a:t>
            </a:r>
            <a:endParaRPr lang="en-CA" sz="2400" dirty="0"/>
          </a:p>
        </p:txBody>
      </p:sp>
      <p:sp>
        <p:nvSpPr>
          <p:cNvPr id="3" name="Content Placeholder 2"/>
          <p:cNvSpPr>
            <a:spLocks noGrp="1"/>
          </p:cNvSpPr>
          <p:nvPr>
            <p:ph idx="1"/>
          </p:nvPr>
        </p:nvSpPr>
        <p:spPr/>
        <p:txBody>
          <a:bodyPr/>
          <a:lstStyle/>
          <a:p>
            <a:r>
              <a:rPr lang="zh-CN" altLang="en-US" sz="2800" dirty="0"/>
              <a:t>岭回归和套索回归的结合</a:t>
            </a:r>
            <a:endParaRPr lang="en-US" altLang="zh-CN" sz="2800" dirty="0"/>
          </a:p>
          <a:p>
            <a:endParaRPr lang="en-US" altLang="zh-CN" sz="2800" dirty="0"/>
          </a:p>
          <a:p>
            <a:r>
              <a:rPr lang="zh-CN" altLang="en-US" sz="2800" dirty="0"/>
              <a:t>最小化</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20</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385084304"/>
              </p:ext>
            </p:extLst>
          </p:nvPr>
        </p:nvGraphicFramePr>
        <p:xfrm>
          <a:off x="2411760" y="2894959"/>
          <a:ext cx="4051611" cy="1152128"/>
        </p:xfrm>
        <a:graphic>
          <a:graphicData uri="http://schemas.openxmlformats.org/presentationml/2006/ole">
            <mc:AlternateContent xmlns:mc="http://schemas.openxmlformats.org/markup-compatibility/2006">
              <mc:Choice xmlns:v="urn:schemas-microsoft-com:vml" Requires="v">
                <p:oleObj name="Equation" r:id="rId2" imgW="1511280" imgH="431640" progId="Equation.DSMT4">
                  <p:embed/>
                </p:oleObj>
              </mc:Choice>
              <mc:Fallback>
                <p:oleObj name="Equation" r:id="rId2" imgW="1511280" imgH="431640" progId="Equation.DSMT4">
                  <p:embed/>
                  <p:pic>
                    <p:nvPicPr>
                      <p:cNvPr id="6" name="Object 5"/>
                      <p:cNvPicPr/>
                      <p:nvPr/>
                    </p:nvPicPr>
                    <p:blipFill>
                      <a:blip r:embed="rId3"/>
                      <a:stretch>
                        <a:fillRect/>
                      </a:stretch>
                    </p:blipFill>
                    <p:spPr>
                      <a:xfrm>
                        <a:off x="2411760" y="2894959"/>
                        <a:ext cx="4051611" cy="11521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9959C611-B787-9FAC-BFCD-320D28CA371B}"/>
              </a:ext>
            </a:extLst>
          </p:cNvPr>
          <p:cNvSpPr txBox="1"/>
          <p:nvPr/>
        </p:nvSpPr>
        <p:spPr>
          <a:xfrm>
            <a:off x="1269213" y="4170925"/>
            <a:ext cx="6336704" cy="523220"/>
          </a:xfrm>
          <a:prstGeom prst="rect">
            <a:avLst/>
          </a:prstGeom>
          <a:noFill/>
        </p:spPr>
        <p:txBody>
          <a:bodyPr wrap="square">
            <a:spAutoFit/>
          </a:bodyPr>
          <a:lstStyle/>
          <a:p>
            <a:r>
              <a:rPr lang="en-US" altLang="zh-CN" sz="2800" b="0" i="0" dirty="0">
                <a:solidFill>
                  <a:srgbClr val="0F1115"/>
                </a:solidFill>
                <a:effectLst/>
                <a:latin typeface="Menlo"/>
              </a:rPr>
              <a:t>B = lasso(X, y, 'Alpha', </a:t>
            </a:r>
            <a:r>
              <a:rPr lang="en-US" altLang="zh-CN" sz="2800" b="0" i="0" dirty="0" err="1">
                <a:solidFill>
                  <a:srgbClr val="0F1115"/>
                </a:solidFill>
                <a:effectLst/>
                <a:latin typeface="Menlo"/>
              </a:rPr>
              <a:t>alphaValue</a:t>
            </a:r>
            <a:r>
              <a:rPr lang="en-US" altLang="zh-CN" sz="2800" b="0" i="0" dirty="0">
                <a:solidFill>
                  <a:srgbClr val="0F1115"/>
                </a:solidFill>
                <a:effectLst/>
                <a:latin typeface="Menlo"/>
              </a:rPr>
              <a:t>)</a:t>
            </a:r>
            <a:endParaRPr lang="zh-CN" altLang="en-US" sz="2800" dirty="0"/>
          </a:p>
        </p:txBody>
      </p:sp>
    </p:spTree>
    <p:extLst>
      <p:ext uri="{BB962C8B-B14F-4D97-AF65-F5344CB8AC3E}">
        <p14:creationId xmlns:p14="http://schemas.microsoft.com/office/powerpoint/2010/main" val="1218767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17715"/>
            <a:ext cx="7772400" cy="1143000"/>
          </a:xfrm>
        </p:spPr>
        <p:txBody>
          <a:bodyPr/>
          <a:lstStyle/>
          <a:p>
            <a:r>
              <a:rPr lang="zh-CN" altLang="en-US" i="0" dirty="0"/>
              <a:t>工资水平预测模型</a:t>
            </a:r>
            <a:endParaRPr lang="en-CA" i="0" dirty="0"/>
          </a:p>
        </p:txBody>
      </p:sp>
      <p:graphicFrame>
        <p:nvGraphicFramePr>
          <p:cNvPr id="4" name="Table 3"/>
          <p:cNvGraphicFramePr>
            <a:graphicFrameLocks noGrp="1"/>
          </p:cNvGraphicFramePr>
          <p:nvPr>
            <p:extLst>
              <p:ext uri="{D42A27DB-BD31-4B8C-83A1-F6EECF244321}">
                <p14:modId xmlns:p14="http://schemas.microsoft.com/office/powerpoint/2010/main" val="441668693"/>
              </p:ext>
            </p:extLst>
          </p:nvPr>
        </p:nvGraphicFramePr>
        <p:xfrm>
          <a:off x="1547664" y="1628800"/>
          <a:ext cx="6120680" cy="4395461"/>
        </p:xfrm>
        <a:graphic>
          <a:graphicData uri="http://schemas.openxmlformats.org/drawingml/2006/table">
            <a:tbl>
              <a:tblPr firstRow="1" firstCol="1" bandRow="1">
                <a:tableStyleId>{5940675A-B579-460E-94D1-54222C63F5DA}</a:tableStyleId>
              </a:tblPr>
              <a:tblGrid>
                <a:gridCol w="2977341">
                  <a:extLst>
                    <a:ext uri="{9D8B030D-6E8A-4147-A177-3AD203B41FA5}">
                      <a16:colId xmlns:a16="http://schemas.microsoft.com/office/drawing/2014/main" val="20000"/>
                    </a:ext>
                  </a:extLst>
                </a:gridCol>
                <a:gridCol w="3143339">
                  <a:extLst>
                    <a:ext uri="{9D8B030D-6E8A-4147-A177-3AD203B41FA5}">
                      <a16:colId xmlns:a16="http://schemas.microsoft.com/office/drawing/2014/main" val="20001"/>
                    </a:ext>
                  </a:extLst>
                </a:gridCol>
              </a:tblGrid>
              <a:tr h="462341">
                <a:tc>
                  <a:txBody>
                    <a:bodyPr/>
                    <a:lstStyle/>
                    <a:p>
                      <a:pPr indent="180340" algn="ctr">
                        <a:lnSpc>
                          <a:spcPct val="106000"/>
                        </a:lnSpc>
                        <a:spcAft>
                          <a:spcPts val="0"/>
                        </a:spcAft>
                      </a:pPr>
                      <a:r>
                        <a:rPr lang="zh-CN" altLang="en-US" sz="2400" dirty="0">
                          <a:effectLst/>
                        </a:rPr>
                        <a:t>年龄</a:t>
                      </a:r>
                      <a:r>
                        <a:rPr lang="en-CA" sz="2400" dirty="0">
                          <a:effectLst/>
                        </a:rPr>
                        <a:t> (</a:t>
                      </a:r>
                      <a:r>
                        <a:rPr lang="zh-CN" altLang="en-US" sz="2400" dirty="0">
                          <a:effectLst/>
                        </a:rPr>
                        <a:t>岁</a:t>
                      </a:r>
                      <a:r>
                        <a:rPr lang="en-CA" sz="2400" dirty="0">
                          <a:effectLst/>
                        </a:rPr>
                        <a:t>)</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zh-CN" altLang="en-US" sz="2400" dirty="0">
                          <a:effectLst/>
                        </a:rPr>
                        <a:t>工资（元</a:t>
                      </a:r>
                      <a:r>
                        <a:rPr lang="en-CA" sz="2400" dirty="0">
                          <a:effectLst/>
                        </a:rPr>
                        <a:t>)</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93312">
                <a:tc>
                  <a:txBody>
                    <a:bodyPr/>
                    <a:lstStyle/>
                    <a:p>
                      <a:pPr indent="180340" algn="ctr">
                        <a:lnSpc>
                          <a:spcPct val="106000"/>
                        </a:lnSpc>
                        <a:spcAft>
                          <a:spcPts val="0"/>
                        </a:spcAft>
                      </a:pPr>
                      <a:r>
                        <a:rPr lang="en-CA" sz="2400" dirty="0">
                          <a:effectLst/>
                        </a:rPr>
                        <a:t>25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135,000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93312">
                <a:tc>
                  <a:txBody>
                    <a:bodyPr/>
                    <a:lstStyle/>
                    <a:p>
                      <a:pPr indent="180340" algn="ctr">
                        <a:lnSpc>
                          <a:spcPct val="106000"/>
                        </a:lnSpc>
                        <a:spcAft>
                          <a:spcPts val="0"/>
                        </a:spcAft>
                      </a:pPr>
                      <a:r>
                        <a:rPr lang="en-CA" sz="2400" dirty="0">
                          <a:effectLst/>
                        </a:rPr>
                        <a:t>55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260,000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93312">
                <a:tc>
                  <a:txBody>
                    <a:bodyPr/>
                    <a:lstStyle/>
                    <a:p>
                      <a:pPr indent="180340" algn="ctr">
                        <a:lnSpc>
                          <a:spcPct val="106000"/>
                        </a:lnSpc>
                        <a:spcAft>
                          <a:spcPts val="0"/>
                        </a:spcAft>
                      </a:pPr>
                      <a:r>
                        <a:rPr lang="en-CA" sz="2400" dirty="0">
                          <a:effectLst/>
                        </a:rPr>
                        <a:t>27</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105,000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93312">
                <a:tc>
                  <a:txBody>
                    <a:bodyPr/>
                    <a:lstStyle/>
                    <a:p>
                      <a:pPr indent="180340" algn="ctr">
                        <a:lnSpc>
                          <a:spcPct val="106000"/>
                        </a:lnSpc>
                        <a:spcAft>
                          <a:spcPts val="0"/>
                        </a:spcAft>
                      </a:pPr>
                      <a:r>
                        <a:rPr lang="en-CA" sz="2400" dirty="0">
                          <a:effectLst/>
                        </a:rPr>
                        <a:t>35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220,000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93312">
                <a:tc>
                  <a:txBody>
                    <a:bodyPr/>
                    <a:lstStyle/>
                    <a:p>
                      <a:pPr indent="180340" algn="ctr">
                        <a:lnSpc>
                          <a:spcPct val="106000"/>
                        </a:lnSpc>
                        <a:spcAft>
                          <a:spcPts val="0"/>
                        </a:spcAft>
                      </a:pPr>
                      <a:r>
                        <a:rPr lang="en-CA" sz="2400" dirty="0">
                          <a:effectLst/>
                        </a:rPr>
                        <a:t>60</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240,000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93312">
                <a:tc>
                  <a:txBody>
                    <a:bodyPr/>
                    <a:lstStyle/>
                    <a:p>
                      <a:pPr indent="180340" algn="ctr">
                        <a:lnSpc>
                          <a:spcPct val="106000"/>
                        </a:lnSpc>
                        <a:spcAft>
                          <a:spcPts val="0"/>
                        </a:spcAft>
                      </a:pPr>
                      <a:r>
                        <a:rPr lang="en-CA" sz="2400">
                          <a:effectLst/>
                        </a:rPr>
                        <a:t>65</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265,000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93312">
                <a:tc>
                  <a:txBody>
                    <a:bodyPr/>
                    <a:lstStyle/>
                    <a:p>
                      <a:pPr indent="180340" algn="ctr">
                        <a:lnSpc>
                          <a:spcPct val="106000"/>
                        </a:lnSpc>
                        <a:spcAft>
                          <a:spcPts val="0"/>
                        </a:spcAft>
                      </a:pPr>
                      <a:r>
                        <a:rPr lang="en-CA" sz="2400">
                          <a:effectLst/>
                        </a:rPr>
                        <a:t>45</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270,000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93312">
                <a:tc>
                  <a:txBody>
                    <a:bodyPr/>
                    <a:lstStyle/>
                    <a:p>
                      <a:pPr indent="180340" algn="ctr">
                        <a:lnSpc>
                          <a:spcPct val="106000"/>
                        </a:lnSpc>
                        <a:spcAft>
                          <a:spcPts val="0"/>
                        </a:spcAft>
                      </a:pPr>
                      <a:r>
                        <a:rPr lang="en-CA" sz="2400">
                          <a:effectLst/>
                        </a:rPr>
                        <a:t>40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300,000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93312">
                <a:tc>
                  <a:txBody>
                    <a:bodyPr/>
                    <a:lstStyle/>
                    <a:p>
                      <a:pPr indent="180340" algn="ctr">
                        <a:lnSpc>
                          <a:spcPct val="106000"/>
                        </a:lnSpc>
                        <a:spcAft>
                          <a:spcPts val="0"/>
                        </a:spcAft>
                      </a:pPr>
                      <a:r>
                        <a:rPr lang="en-CA" sz="2400">
                          <a:effectLst/>
                        </a:rPr>
                        <a:t>50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265,000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93312">
                <a:tc>
                  <a:txBody>
                    <a:bodyPr/>
                    <a:lstStyle/>
                    <a:p>
                      <a:pPr indent="180340" algn="ctr">
                        <a:lnSpc>
                          <a:spcPct val="106000"/>
                        </a:lnSpc>
                        <a:spcAft>
                          <a:spcPts val="0"/>
                        </a:spcAft>
                      </a:pPr>
                      <a:r>
                        <a:rPr lang="en-CA" sz="2400">
                          <a:effectLst/>
                        </a:rPr>
                        <a:t>30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105,000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2"/>
          </p:nvPr>
        </p:nvSpPr>
        <p:spPr/>
        <p:txBody>
          <a:bodyPr/>
          <a:lstStyle/>
          <a:p>
            <a:fld id="{F979D778-5668-409F-BE61-8F31D5437AFC}" type="slidenum">
              <a:rPr lang="en-CA" smtClean="0"/>
              <a:t>21</a:t>
            </a:fld>
            <a:endParaRPr lang="en-CA"/>
          </a:p>
        </p:txBody>
      </p:sp>
    </p:spTree>
    <p:extLst>
      <p:ext uri="{BB962C8B-B14F-4D97-AF65-F5344CB8AC3E}">
        <p14:creationId xmlns:p14="http://schemas.microsoft.com/office/powerpoint/2010/main" val="4072202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工资水平预测模型</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800" dirty="0"/>
                  <a:t>对模型应用正则化：</a:t>
                </a:r>
                <a:endParaRPr lang="en-US" sz="2800" dirty="0"/>
              </a:p>
              <a:p>
                <a:pPr marL="0" indent="0" algn="ctr">
                  <a:buNone/>
                </a:pPr>
                <a:endParaRPr lang="en-US" b="0" i="1" dirty="0">
                  <a:latin typeface="Cambria Math"/>
                </a:endParaRPr>
              </a:p>
              <a:p>
                <a:pPr marL="0" indent="0" algn="ctr">
                  <a:buNone/>
                </a:pPr>
                <a14:m>
                  <m:oMath xmlns:m="http://schemas.openxmlformats.org/officeDocument/2006/math">
                    <m:r>
                      <a:rPr lang="en-US" sz="2800" b="0" i="1" smtClean="0">
                        <a:latin typeface="Cambria Math"/>
                      </a:rPr>
                      <m:t>𝑌</m:t>
                    </m:r>
                    <m:r>
                      <a:rPr lang="en-US" sz="2800" b="0" i="1" smtClean="0">
                        <a:latin typeface="Cambria Math"/>
                      </a:rPr>
                      <m:t>=</m:t>
                    </m:r>
                    <m:r>
                      <a:rPr lang="en-US" sz="2800" b="0" i="1" smtClean="0">
                        <a:latin typeface="Cambria Math"/>
                      </a:rPr>
                      <m:t>𝑎</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𝑏</m:t>
                        </m:r>
                      </m:e>
                      <m:sub>
                        <m:r>
                          <a:rPr lang="en-US" sz="2800" b="0" i="1" smtClean="0">
                            <a:latin typeface="Cambria Math"/>
                          </a:rPr>
                          <m:t>1</m:t>
                        </m:r>
                      </m:sub>
                    </m:sSub>
                    <m:r>
                      <a:rPr lang="en-US" sz="2800" b="0" i="1" smtClean="0">
                        <a:latin typeface="Cambria Math"/>
                      </a:rPr>
                      <m:t>𝑋</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𝑏</m:t>
                        </m:r>
                      </m:e>
                      <m:sub>
                        <m:r>
                          <a:rPr lang="en-US" sz="2800" b="0" i="1" smtClean="0">
                            <a:latin typeface="Cambria Math"/>
                          </a:rPr>
                          <m:t>2</m:t>
                        </m:r>
                      </m:sub>
                    </m:sSub>
                    <m:sSup>
                      <m:sSupPr>
                        <m:ctrlPr>
                          <a:rPr lang="en-US" sz="2800" b="0" i="1" smtClean="0">
                            <a:latin typeface="Cambria Math" panose="02040503050406030204" pitchFamily="18" charset="0"/>
                          </a:rPr>
                        </m:ctrlPr>
                      </m:sSupPr>
                      <m:e>
                        <m:r>
                          <a:rPr lang="en-US" sz="2800" b="0" i="1" smtClean="0">
                            <a:latin typeface="Cambria Math"/>
                          </a:rPr>
                          <m:t>𝑋</m:t>
                        </m:r>
                      </m:e>
                      <m:sup>
                        <m:r>
                          <a:rPr lang="en-US" sz="2800" b="0" i="1" smtClean="0">
                            <a:latin typeface="Cambria Math"/>
                          </a:rPr>
                          <m:t>2</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3</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3</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4</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4</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5</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5</m:t>
                        </m:r>
                      </m:sup>
                    </m:sSup>
                  </m:oMath>
                </a14:m>
                <a:endParaRPr lang="en-CA" sz="2800" dirty="0"/>
              </a:p>
              <a:p>
                <a:pPr marL="0" indent="0" algn="ctr">
                  <a:buNone/>
                </a:pPr>
                <a:endParaRPr lang="en-US" dirty="0"/>
              </a:p>
              <a:p>
                <a:pPr marL="0" indent="0">
                  <a:buNone/>
                </a:pPr>
                <a:r>
                  <a:rPr lang="zh-CN" altLang="en-US" sz="2800" dirty="0"/>
                  <a:t>其中 </a:t>
                </a:r>
                <a14:m>
                  <m:oMath xmlns:m="http://schemas.openxmlformats.org/officeDocument/2006/math">
                    <m:r>
                      <a:rPr lang="zh-CN" altLang="en-US" sz="2800" i="1">
                        <a:latin typeface="Cambria Math" panose="02040503050406030204" pitchFamily="18" charset="0"/>
                      </a:rPr>
                      <m:t>𝑌</m:t>
                    </m:r>
                  </m:oMath>
                </a14:m>
                <a:r>
                  <a:rPr lang="zh-CN" altLang="en-US" sz="2800" dirty="0"/>
                  <a:t> 表示薪资，</a:t>
                </a:r>
                <a14:m>
                  <m:oMath xmlns:m="http://schemas.openxmlformats.org/officeDocument/2006/math">
                    <m:r>
                      <a:rPr lang="zh-CN" altLang="en-US" sz="2800" i="1">
                        <a:latin typeface="Cambria Math" panose="02040503050406030204" pitchFamily="18" charset="0"/>
                      </a:rPr>
                      <m:t>𝑋</m:t>
                    </m:r>
                  </m:oMath>
                </a14:m>
                <a:r>
                  <a:rPr lang="zh-CN" altLang="en-US" sz="2800" dirty="0"/>
                  <a:t> 表示年龄。</a:t>
                </a:r>
                <a:endParaRPr lang="en-CA"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47" t="-1481"/>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22</a:t>
            </a:fld>
            <a:endParaRPr lang="en-CA"/>
          </a:p>
        </p:txBody>
      </p:sp>
    </p:spTree>
    <p:extLst>
      <p:ext uri="{BB962C8B-B14F-4D97-AF65-F5344CB8AC3E}">
        <p14:creationId xmlns:p14="http://schemas.microsoft.com/office/powerpoint/2010/main" val="3942570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64704"/>
            <a:ext cx="7772400" cy="1143000"/>
          </a:xfrm>
        </p:spPr>
        <p:txBody>
          <a:bodyPr/>
          <a:lstStyle/>
          <a:p>
            <a:r>
              <a:rPr lang="en-US" sz="3600" dirty="0"/>
              <a:t>Z</a:t>
            </a:r>
            <a:r>
              <a:rPr lang="en-US" sz="3600" i="0" dirty="0"/>
              <a:t>-</a:t>
            </a:r>
            <a:r>
              <a:rPr lang="zh-CN" altLang="en-US" sz="3600" i="0" dirty="0"/>
              <a:t>评分标准化后的数据</a:t>
            </a:r>
            <a:endParaRPr lang="en-CA" sz="3600" i="0" dirty="0"/>
          </a:p>
        </p:txBody>
      </p:sp>
      <p:graphicFrame>
        <p:nvGraphicFramePr>
          <p:cNvPr id="3" name="Table 2"/>
          <p:cNvGraphicFramePr>
            <a:graphicFrameLocks noGrp="1"/>
          </p:cNvGraphicFramePr>
          <p:nvPr>
            <p:extLst>
              <p:ext uri="{D42A27DB-BD31-4B8C-83A1-F6EECF244321}">
                <p14:modId xmlns:p14="http://schemas.microsoft.com/office/powerpoint/2010/main" val="1826981374"/>
              </p:ext>
            </p:extLst>
          </p:nvPr>
        </p:nvGraphicFramePr>
        <p:xfrm>
          <a:off x="323528" y="1772816"/>
          <a:ext cx="8496944" cy="4044950"/>
        </p:xfrm>
        <a:graphic>
          <a:graphicData uri="http://schemas.openxmlformats.org/drawingml/2006/table">
            <a:tbl>
              <a:tblPr firstRow="1" firstCol="1" bandRow="1">
                <a:tableStyleId>{5940675A-B579-460E-94D1-54222C63F5DA}</a:tableStyleId>
              </a:tblPr>
              <a:tblGrid>
                <a:gridCol w="1316926">
                  <a:extLst>
                    <a:ext uri="{9D8B030D-6E8A-4147-A177-3AD203B41FA5}">
                      <a16:colId xmlns:a16="http://schemas.microsoft.com/office/drawing/2014/main" val="20000"/>
                    </a:ext>
                  </a:extLst>
                </a:gridCol>
                <a:gridCol w="1237542">
                  <a:extLst>
                    <a:ext uri="{9D8B030D-6E8A-4147-A177-3AD203B41FA5}">
                      <a16:colId xmlns:a16="http://schemas.microsoft.com/office/drawing/2014/main" val="20001"/>
                    </a:ext>
                  </a:extLst>
                </a:gridCol>
                <a:gridCol w="1485619">
                  <a:extLst>
                    <a:ext uri="{9D8B030D-6E8A-4147-A177-3AD203B41FA5}">
                      <a16:colId xmlns:a16="http://schemas.microsoft.com/office/drawing/2014/main" val="20002"/>
                    </a:ext>
                  </a:extLst>
                </a:gridCol>
                <a:gridCol w="1485619">
                  <a:extLst>
                    <a:ext uri="{9D8B030D-6E8A-4147-A177-3AD203B41FA5}">
                      <a16:colId xmlns:a16="http://schemas.microsoft.com/office/drawing/2014/main" val="20003"/>
                    </a:ext>
                  </a:extLst>
                </a:gridCol>
                <a:gridCol w="1485619">
                  <a:extLst>
                    <a:ext uri="{9D8B030D-6E8A-4147-A177-3AD203B41FA5}">
                      <a16:colId xmlns:a16="http://schemas.microsoft.com/office/drawing/2014/main" val="20004"/>
                    </a:ext>
                  </a:extLst>
                </a:gridCol>
                <a:gridCol w="1485619">
                  <a:extLst>
                    <a:ext uri="{9D8B030D-6E8A-4147-A177-3AD203B41FA5}">
                      <a16:colId xmlns:a16="http://schemas.microsoft.com/office/drawing/2014/main" val="20005"/>
                    </a:ext>
                  </a:extLst>
                </a:gridCol>
              </a:tblGrid>
              <a:tr h="358080">
                <a:tc>
                  <a:txBody>
                    <a:bodyPr/>
                    <a:lstStyle/>
                    <a:p>
                      <a:pPr algn="ctr">
                        <a:lnSpc>
                          <a:spcPct val="106000"/>
                        </a:lnSpc>
                        <a:spcAft>
                          <a:spcPts val="0"/>
                        </a:spcAft>
                      </a:pPr>
                      <a:r>
                        <a:rPr lang="zh-CN" altLang="en-US" sz="2400" dirty="0">
                          <a:effectLst/>
                          <a:latin typeface="Calibri"/>
                          <a:ea typeface="Calibri"/>
                          <a:cs typeface="Times New Roman"/>
                        </a:rPr>
                        <a:t>观测值</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5</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58080">
                <a:tc>
                  <a:txBody>
                    <a:bodyPr/>
                    <a:lstStyle/>
                    <a:p>
                      <a:pPr algn="ctr">
                        <a:lnSpc>
                          <a:spcPct val="106000"/>
                        </a:lnSpc>
                        <a:spcAft>
                          <a:spcPts val="0"/>
                        </a:spcAft>
                      </a:pPr>
                      <a:r>
                        <a:rPr lang="en-CA" sz="2400" dirty="0">
                          <a:effectLst/>
                        </a:rPr>
                        <a:t>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−1.290</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−1.128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−0.988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−0.874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−0.782</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58080">
                <a:tc>
                  <a:txBody>
                    <a:bodyPr/>
                    <a:lstStyle/>
                    <a:p>
                      <a:pPr algn="ctr">
                        <a:lnSpc>
                          <a:spcPct val="106000"/>
                        </a:lnSpc>
                        <a:spcAft>
                          <a:spcPts val="0"/>
                        </a:spcAft>
                      </a:pPr>
                      <a:r>
                        <a:rPr lang="en-CA" sz="2400" dirty="0">
                          <a:effectLst/>
                        </a:rPr>
                        <a:t>2</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0.836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0.778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0.693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0.592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0.486</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58080">
                <a:tc>
                  <a:txBody>
                    <a:bodyPr/>
                    <a:lstStyle/>
                    <a:p>
                      <a:pPr algn="ctr">
                        <a:lnSpc>
                          <a:spcPct val="106000"/>
                        </a:lnSpc>
                        <a:spcAft>
                          <a:spcPts val="0"/>
                        </a:spcAft>
                      </a:pPr>
                      <a:r>
                        <a:rPr lang="en-CA" sz="2400">
                          <a:effectLst/>
                        </a:rPr>
                        <a:t>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−1.148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−1.046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−0.943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−0.850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−0.770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58080">
                <a:tc>
                  <a:txBody>
                    <a:bodyPr/>
                    <a:lstStyle/>
                    <a:p>
                      <a:pPr algn="ctr">
                        <a:lnSpc>
                          <a:spcPct val="106000"/>
                        </a:lnSpc>
                        <a:spcAft>
                          <a:spcPts val="0"/>
                        </a:spcAft>
                      </a:pPr>
                      <a:r>
                        <a:rPr lang="en-CA" sz="2400">
                          <a:effectLst/>
                        </a:rPr>
                        <a:t>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−0.581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−0.652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−0.684</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−0.688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−0.672</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58080">
                <a:tc>
                  <a:txBody>
                    <a:bodyPr/>
                    <a:lstStyle/>
                    <a:p>
                      <a:pPr algn="ctr">
                        <a:lnSpc>
                          <a:spcPct val="106000"/>
                        </a:lnSpc>
                        <a:spcAft>
                          <a:spcPts val="0"/>
                        </a:spcAft>
                      </a:pPr>
                      <a:r>
                        <a:rPr lang="en-CA" sz="2400">
                          <a:effectLst/>
                        </a:rPr>
                        <a:t>5</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1.191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1.235</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1.247</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1.230</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1.191</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58080">
                <a:tc>
                  <a:txBody>
                    <a:bodyPr/>
                    <a:lstStyle/>
                    <a:p>
                      <a:pPr algn="ctr">
                        <a:lnSpc>
                          <a:spcPct val="106000"/>
                        </a:lnSpc>
                        <a:spcAft>
                          <a:spcPts val="0"/>
                        </a:spcAft>
                      </a:pPr>
                      <a:r>
                        <a:rPr lang="en-CA" sz="2400">
                          <a:effectLst/>
                        </a:rPr>
                        <a:t>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1.545</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1.731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1.901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2.048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2.174</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58080">
                <a:tc>
                  <a:txBody>
                    <a:bodyPr/>
                    <a:lstStyle/>
                    <a:p>
                      <a:pPr algn="ctr">
                        <a:lnSpc>
                          <a:spcPct val="106000"/>
                        </a:lnSpc>
                        <a:spcAft>
                          <a:spcPts val="0"/>
                        </a:spcAft>
                      </a:pPr>
                      <a:r>
                        <a:rPr lang="en-CA" sz="2400">
                          <a:effectLst/>
                        </a:rPr>
                        <a:t>7</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0.128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−0.016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−0.146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−0.253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−0.333</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58080">
                <a:tc>
                  <a:txBody>
                    <a:bodyPr/>
                    <a:lstStyle/>
                    <a:p>
                      <a:pPr algn="ctr">
                        <a:lnSpc>
                          <a:spcPct val="106000"/>
                        </a:lnSpc>
                        <a:spcAft>
                          <a:spcPts val="0"/>
                        </a:spcAft>
                      </a:pPr>
                      <a:r>
                        <a:rPr lang="en-CA" sz="2400">
                          <a:effectLst/>
                        </a:rPr>
                        <a:t>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−0.227</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−0.354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−0.449</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−0.511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−0.544</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58080">
                <a:tc>
                  <a:txBody>
                    <a:bodyPr/>
                    <a:lstStyle/>
                    <a:p>
                      <a:pPr indent="635" algn="ctr">
                        <a:lnSpc>
                          <a:spcPct val="106000"/>
                        </a:lnSpc>
                        <a:spcAft>
                          <a:spcPts val="0"/>
                        </a:spcAft>
                      </a:pPr>
                      <a:r>
                        <a:rPr lang="en-CA" sz="2400">
                          <a:effectLst/>
                        </a:rPr>
                        <a:t>9</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0.482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0.361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0.232</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0.107</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−0.004</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58080">
                <a:tc>
                  <a:txBody>
                    <a:bodyPr/>
                    <a:lstStyle/>
                    <a:p>
                      <a:pPr algn="ctr">
                        <a:lnSpc>
                          <a:spcPct val="106000"/>
                        </a:lnSpc>
                        <a:spcAft>
                          <a:spcPts val="0"/>
                        </a:spcAft>
                      </a:pPr>
                      <a:r>
                        <a:rPr lang="en-CA" sz="2400">
                          <a:effectLst/>
                        </a:rPr>
                        <a:t>10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−0.936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−0.910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−0.861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−0.803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−0.745</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spTree>
    <p:extLst>
      <p:ext uri="{BB962C8B-B14F-4D97-AF65-F5344CB8AC3E}">
        <p14:creationId xmlns:p14="http://schemas.microsoft.com/office/powerpoint/2010/main" val="2973574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岭回归结果（</a:t>
            </a:r>
            <a:r>
              <a:rPr lang="en-US" sz="3600" dirty="0">
                <a:latin typeface="Symbol" panose="05050102010706020507" pitchFamily="18" charset="2"/>
              </a:rPr>
              <a:t>l</a:t>
            </a:r>
            <a:r>
              <a:rPr lang="en-US" sz="3600" i="0" dirty="0"/>
              <a:t>=0.02</a:t>
            </a:r>
            <a:r>
              <a:rPr lang="zh-CN" altLang="en-US" sz="3600" i="0" dirty="0"/>
              <a:t>与二次模型相似）</a:t>
            </a:r>
            <a:endParaRPr lang="en-CA" sz="3600" dirty="0"/>
          </a:p>
        </p:txBody>
      </p:sp>
      <p:graphicFrame>
        <p:nvGraphicFramePr>
          <p:cNvPr id="4" name="Table 3"/>
          <p:cNvGraphicFramePr>
            <a:graphicFrameLocks noGrp="1"/>
          </p:cNvGraphicFramePr>
          <p:nvPr>
            <p:extLst>
              <p:ext uri="{D42A27DB-BD31-4B8C-83A1-F6EECF244321}">
                <p14:modId xmlns:p14="http://schemas.microsoft.com/office/powerpoint/2010/main" val="139495856"/>
              </p:ext>
            </p:extLst>
          </p:nvPr>
        </p:nvGraphicFramePr>
        <p:xfrm>
          <a:off x="323528" y="2312817"/>
          <a:ext cx="8496945" cy="2772367"/>
        </p:xfrm>
        <a:graphic>
          <a:graphicData uri="http://schemas.openxmlformats.org/drawingml/2006/table">
            <a:tbl>
              <a:tblPr firstRow="1" firstCol="1" bandRow="1">
                <a:tableStyleId>{5940675A-B579-460E-94D1-54222C63F5DA}</a:tableStyleId>
              </a:tblPr>
              <a:tblGrid>
                <a:gridCol w="906710">
                  <a:extLst>
                    <a:ext uri="{9D8B030D-6E8A-4147-A177-3AD203B41FA5}">
                      <a16:colId xmlns:a16="http://schemas.microsoft.com/office/drawing/2014/main" val="20000"/>
                    </a:ext>
                  </a:extLst>
                </a:gridCol>
                <a:gridCol w="1078830">
                  <a:extLst>
                    <a:ext uri="{9D8B030D-6E8A-4147-A177-3AD203B41FA5}">
                      <a16:colId xmlns:a16="http://schemas.microsoft.com/office/drawing/2014/main" val="20001"/>
                    </a:ext>
                  </a:extLst>
                </a:gridCol>
                <a:gridCol w="1281688">
                  <a:extLst>
                    <a:ext uri="{9D8B030D-6E8A-4147-A177-3AD203B41FA5}">
                      <a16:colId xmlns:a16="http://schemas.microsoft.com/office/drawing/2014/main" val="20002"/>
                    </a:ext>
                  </a:extLst>
                </a:gridCol>
                <a:gridCol w="1304740">
                  <a:extLst>
                    <a:ext uri="{9D8B030D-6E8A-4147-A177-3AD203B41FA5}">
                      <a16:colId xmlns:a16="http://schemas.microsoft.com/office/drawing/2014/main" val="20003"/>
                    </a:ext>
                  </a:extLst>
                </a:gridCol>
                <a:gridCol w="1306277">
                  <a:extLst>
                    <a:ext uri="{9D8B030D-6E8A-4147-A177-3AD203B41FA5}">
                      <a16:colId xmlns:a16="http://schemas.microsoft.com/office/drawing/2014/main" val="20004"/>
                    </a:ext>
                  </a:extLst>
                </a:gridCol>
                <a:gridCol w="1310886">
                  <a:extLst>
                    <a:ext uri="{9D8B030D-6E8A-4147-A177-3AD203B41FA5}">
                      <a16:colId xmlns:a16="http://schemas.microsoft.com/office/drawing/2014/main" val="20005"/>
                    </a:ext>
                  </a:extLst>
                </a:gridCol>
                <a:gridCol w="1307814">
                  <a:extLst>
                    <a:ext uri="{9D8B030D-6E8A-4147-A177-3AD203B41FA5}">
                      <a16:colId xmlns:a16="http://schemas.microsoft.com/office/drawing/2014/main" val="20006"/>
                    </a:ext>
                  </a:extLst>
                </a:gridCol>
              </a:tblGrid>
              <a:tr h="649455">
                <a:tc>
                  <a:txBody>
                    <a:bodyPr/>
                    <a:lstStyle/>
                    <a:p>
                      <a:pPr algn="ctr">
                        <a:lnSpc>
                          <a:spcPct val="106000"/>
                        </a:lnSpc>
                        <a:spcAft>
                          <a:spcPts val="0"/>
                        </a:spcAft>
                        <a:tabLst>
                          <a:tab pos="1260475" algn="l"/>
                        </a:tabLst>
                      </a:pPr>
                      <a:r>
                        <a:rPr lang="en-CA" sz="2400" b="1" i="1" dirty="0">
                          <a:effectLst/>
                          <a:latin typeface="Symbol" panose="05050102010706020507" pitchFamily="18" charset="2"/>
                        </a:rPr>
                        <a:t>l</a:t>
                      </a:r>
                      <a:endParaRPr lang="en-CA" sz="2400" b="1" i="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a</a:t>
                      </a:r>
                      <a:endParaRPr lang="en-CA" sz="2400" i="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1</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2</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3</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4</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5</a:t>
                      </a:r>
                      <a:endParaRPr lang="en-CA" sz="24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986366">
                <a:tc>
                  <a:txBody>
                    <a:bodyPr/>
                    <a:lstStyle/>
                    <a:p>
                      <a:pPr algn="ctr">
                        <a:lnSpc>
                          <a:spcPct val="106000"/>
                        </a:lnSpc>
                        <a:spcAft>
                          <a:spcPts val="0"/>
                        </a:spcAft>
                        <a:tabLst>
                          <a:tab pos="1260475" algn="l"/>
                        </a:tabLst>
                      </a:pPr>
                      <a:r>
                        <a:rPr lang="en-US" sz="2400" b="1" dirty="0">
                          <a:effectLst/>
                          <a:latin typeface="+mj-lt"/>
                          <a:ea typeface="Calibri"/>
                          <a:cs typeface="Times New Roman"/>
                        </a:rPr>
                        <a:t>0</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216.5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135,403</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kern="1200" dirty="0">
                          <a:solidFill>
                            <a:schemeClr val="tx1"/>
                          </a:solidFill>
                          <a:effectLst/>
                          <a:latin typeface="+mj-lt"/>
                          <a:ea typeface="Calibri"/>
                          <a:cs typeface="Times New Roman"/>
                        </a:rPr>
                        <a:t>−215,493</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155,315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kern="1200" dirty="0">
                          <a:solidFill>
                            <a:schemeClr val="tx1"/>
                          </a:solidFill>
                          <a:effectLst/>
                          <a:latin typeface="+mj-lt"/>
                          <a:ea typeface="Calibri"/>
                          <a:cs typeface="Times New Roman"/>
                        </a:rPr>
                        <a:t>−42,559</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568273">
                <a:tc>
                  <a:txBody>
                    <a:bodyPr/>
                    <a:lstStyle/>
                    <a:p>
                      <a:pPr algn="ctr">
                        <a:lnSpc>
                          <a:spcPct val="106000"/>
                        </a:lnSpc>
                        <a:spcAft>
                          <a:spcPts val="0"/>
                        </a:spcAft>
                        <a:tabLst>
                          <a:tab pos="1260475" algn="l"/>
                        </a:tabLst>
                      </a:pPr>
                      <a:r>
                        <a:rPr lang="en-CA" sz="2400" b="1" dirty="0">
                          <a:effectLst/>
                          <a:latin typeface="+mj-lt"/>
                        </a:rPr>
                        <a:t>0.02</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216.5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97.8</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36.6</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−8.5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   35.0</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−44.6</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568273">
                <a:tc>
                  <a:txBody>
                    <a:bodyPr/>
                    <a:lstStyle/>
                    <a:p>
                      <a:pPr algn="ctr">
                        <a:lnSpc>
                          <a:spcPct val="106000"/>
                        </a:lnSpc>
                        <a:spcAft>
                          <a:spcPts val="0"/>
                        </a:spcAft>
                        <a:tabLst>
                          <a:tab pos="1260475" algn="l"/>
                        </a:tabLst>
                      </a:pPr>
                      <a:r>
                        <a:rPr lang="en-CA" sz="2400" b="1" dirty="0">
                          <a:effectLst/>
                          <a:latin typeface="+mj-lt"/>
                        </a:rPr>
                        <a:t>0.10</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a:effectLst/>
                          <a:latin typeface="+mj-lt"/>
                        </a:rPr>
                        <a:t>216.5</a:t>
                      </a:r>
                      <a:endParaRPr lang="en-CA" sz="24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a:effectLst/>
                          <a:latin typeface="+mj-lt"/>
                        </a:rPr>
                        <a:t>56.5</a:t>
                      </a:r>
                      <a:endParaRPr lang="en-CA" sz="24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28.1</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   3.7</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−15.1</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−28.4</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2816225" y="390873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F979D778-5668-409F-BE61-8F31D5437AFC}" type="slidenum">
              <a:rPr lang="en-CA" smtClean="0"/>
              <a:t>24</a:t>
            </a:fld>
            <a:endParaRPr lang="en-CA"/>
          </a:p>
        </p:txBody>
      </p:sp>
    </p:spTree>
    <p:extLst>
      <p:ext uri="{BB962C8B-B14F-4D97-AF65-F5344CB8AC3E}">
        <p14:creationId xmlns:p14="http://schemas.microsoft.com/office/powerpoint/2010/main" val="368849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套索回归</a:t>
            </a:r>
            <a:r>
              <a:rPr lang="en-US" sz="3600" i="0" dirty="0"/>
              <a:t>(</a:t>
            </a:r>
            <a:r>
              <a:rPr lang="en-US" sz="3600" dirty="0">
                <a:latin typeface="Symbol" panose="05050102010706020507" pitchFamily="18" charset="2"/>
              </a:rPr>
              <a:t>l</a:t>
            </a:r>
            <a:r>
              <a:rPr lang="en-US" sz="3600" i="0" dirty="0"/>
              <a:t>=1</a:t>
            </a:r>
            <a:r>
              <a:rPr lang="zh-CN" altLang="en-US" sz="3600" i="0" dirty="0"/>
              <a:t>与二次模型相似</a:t>
            </a:r>
            <a:r>
              <a:rPr lang="en-US" sz="3600" i="0" dirty="0"/>
              <a:t>)</a:t>
            </a:r>
            <a:endParaRPr lang="en-CA" sz="3600" i="0" dirty="0"/>
          </a:p>
        </p:txBody>
      </p:sp>
      <p:graphicFrame>
        <p:nvGraphicFramePr>
          <p:cNvPr id="3" name="Table 2"/>
          <p:cNvGraphicFramePr>
            <a:graphicFrameLocks noGrp="1"/>
          </p:cNvGraphicFramePr>
          <p:nvPr>
            <p:extLst>
              <p:ext uri="{D42A27DB-BD31-4B8C-83A1-F6EECF244321}">
                <p14:modId xmlns:p14="http://schemas.microsoft.com/office/powerpoint/2010/main" val="1745724604"/>
              </p:ext>
            </p:extLst>
          </p:nvPr>
        </p:nvGraphicFramePr>
        <p:xfrm>
          <a:off x="246062" y="2256187"/>
          <a:ext cx="8718425" cy="2839804"/>
        </p:xfrm>
        <a:graphic>
          <a:graphicData uri="http://schemas.openxmlformats.org/drawingml/2006/table">
            <a:tbl>
              <a:tblPr firstRow="1" firstCol="1" bandRow="1">
                <a:tableStyleId>{5940675A-B579-460E-94D1-54222C63F5DA}</a:tableStyleId>
              </a:tblPr>
              <a:tblGrid>
                <a:gridCol w="1076349">
                  <a:extLst>
                    <a:ext uri="{9D8B030D-6E8A-4147-A177-3AD203B41FA5}">
                      <a16:colId xmlns:a16="http://schemas.microsoft.com/office/drawing/2014/main" val="20000"/>
                    </a:ext>
                  </a:extLst>
                </a:gridCol>
                <a:gridCol w="1046995">
                  <a:extLst>
                    <a:ext uri="{9D8B030D-6E8A-4147-A177-3AD203B41FA5}">
                      <a16:colId xmlns:a16="http://schemas.microsoft.com/office/drawing/2014/main" val="20001"/>
                    </a:ext>
                  </a:extLst>
                </a:gridCol>
                <a:gridCol w="1258070">
                  <a:extLst>
                    <a:ext uri="{9D8B030D-6E8A-4147-A177-3AD203B41FA5}">
                      <a16:colId xmlns:a16="http://schemas.microsoft.com/office/drawing/2014/main" val="20002"/>
                    </a:ext>
                  </a:extLst>
                </a:gridCol>
                <a:gridCol w="1381082">
                  <a:extLst>
                    <a:ext uri="{9D8B030D-6E8A-4147-A177-3AD203B41FA5}">
                      <a16:colId xmlns:a16="http://schemas.microsoft.com/office/drawing/2014/main" val="20003"/>
                    </a:ext>
                  </a:extLst>
                </a:gridCol>
                <a:gridCol w="1217530">
                  <a:extLst>
                    <a:ext uri="{9D8B030D-6E8A-4147-A177-3AD203B41FA5}">
                      <a16:colId xmlns:a16="http://schemas.microsoft.com/office/drawing/2014/main" val="20004"/>
                    </a:ext>
                  </a:extLst>
                </a:gridCol>
                <a:gridCol w="1457964">
                  <a:extLst>
                    <a:ext uri="{9D8B030D-6E8A-4147-A177-3AD203B41FA5}">
                      <a16:colId xmlns:a16="http://schemas.microsoft.com/office/drawing/2014/main" val="20005"/>
                    </a:ext>
                  </a:extLst>
                </a:gridCol>
                <a:gridCol w="1280435">
                  <a:extLst>
                    <a:ext uri="{9D8B030D-6E8A-4147-A177-3AD203B41FA5}">
                      <a16:colId xmlns:a16="http://schemas.microsoft.com/office/drawing/2014/main" val="20006"/>
                    </a:ext>
                  </a:extLst>
                </a:gridCol>
              </a:tblGrid>
              <a:tr h="576063">
                <a:tc>
                  <a:txBody>
                    <a:bodyPr/>
                    <a:lstStyle/>
                    <a:p>
                      <a:pPr algn="ctr">
                        <a:lnSpc>
                          <a:spcPct val="106000"/>
                        </a:lnSpc>
                        <a:spcAft>
                          <a:spcPts val="0"/>
                        </a:spcAft>
                      </a:pPr>
                      <a:r>
                        <a:rPr lang="en-CA" sz="2800" b="1" i="1" dirty="0">
                          <a:effectLst/>
                          <a:latin typeface="Symbol" panose="05050102010706020507" pitchFamily="18" charset="2"/>
                        </a:rPr>
                        <a:t>l</a:t>
                      </a:r>
                      <a:endParaRPr lang="en-CA" sz="2800" b="1" i="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a</a:t>
                      </a:r>
                      <a:endParaRPr lang="en-CA" sz="2800" i="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1</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2</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3</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baseline="0" dirty="0">
                          <a:effectLst/>
                          <a:latin typeface="+mj-lt"/>
                        </a:rPr>
                        <a:t>b</a:t>
                      </a:r>
                      <a:r>
                        <a:rPr lang="en-CA" sz="2800" i="0" baseline="-25000" dirty="0">
                          <a:effectLst/>
                          <a:latin typeface="+mj-lt"/>
                        </a:rPr>
                        <a:t>4</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5</a:t>
                      </a:r>
                      <a:endParaRPr lang="en-CA" sz="28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432048">
                <a:tc>
                  <a:txBody>
                    <a:bodyPr/>
                    <a:lstStyle/>
                    <a:p>
                      <a:pPr algn="ctr">
                        <a:lnSpc>
                          <a:spcPct val="106000"/>
                        </a:lnSpc>
                        <a:spcAft>
                          <a:spcPts val="0"/>
                        </a:spcAft>
                        <a:tabLst>
                          <a:tab pos="1260475" algn="l"/>
                        </a:tabLst>
                      </a:pPr>
                      <a:r>
                        <a:rPr lang="en-US" sz="2800" b="1" dirty="0">
                          <a:effectLst/>
                          <a:latin typeface="Calibri"/>
                          <a:ea typeface="Calibri"/>
                          <a:cs typeface="Times New Roman"/>
                        </a:rPr>
                        <a:t>0</a:t>
                      </a:r>
                      <a:endParaRPr lang="en-CA" sz="2800" b="1" dirty="0">
                        <a:effectLst/>
                        <a:latin typeface="Calibri"/>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216.5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135,403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kern="1200" dirty="0">
                          <a:solidFill>
                            <a:schemeClr val="tx1"/>
                          </a:solidFill>
                          <a:effectLst/>
                          <a:latin typeface="+mj-lt"/>
                          <a:ea typeface="Calibri"/>
                          <a:cs typeface="Times New Roman"/>
                        </a:rPr>
                        <a:t>−215,493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155,315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kern="1200" dirty="0">
                          <a:solidFill>
                            <a:schemeClr val="tx1"/>
                          </a:solidFill>
                          <a:effectLst/>
                          <a:latin typeface="+mj-lt"/>
                          <a:ea typeface="Calibri"/>
                          <a:cs typeface="Times New Roman"/>
                        </a:rPr>
                        <a:t>−42,559</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432048">
                <a:tc>
                  <a:txBody>
                    <a:bodyPr/>
                    <a:lstStyle/>
                    <a:p>
                      <a:pPr algn="ctr">
                        <a:lnSpc>
                          <a:spcPct val="106000"/>
                        </a:lnSpc>
                        <a:spcAft>
                          <a:spcPts val="0"/>
                        </a:spcAft>
                      </a:pPr>
                      <a:r>
                        <a:rPr lang="en-CA" sz="2800" b="1" dirty="0">
                          <a:effectLst/>
                          <a:latin typeface="+mj-lt"/>
                        </a:rPr>
                        <a:t>0.02</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216.5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−646.4</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2,046.6</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−3,351.0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2,007.9</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432048">
                <a:tc>
                  <a:txBody>
                    <a:bodyPr/>
                    <a:lstStyle/>
                    <a:p>
                      <a:pPr algn="ctr">
                        <a:lnSpc>
                          <a:spcPct val="106000"/>
                        </a:lnSpc>
                        <a:spcAft>
                          <a:spcPts val="0"/>
                        </a:spcAft>
                      </a:pPr>
                      <a:r>
                        <a:rPr lang="en-CA" sz="2800" b="1" dirty="0">
                          <a:effectLst/>
                          <a:latin typeface="+mj-lt"/>
                        </a:rPr>
                        <a:t>0.1</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216.5</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355.4</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−494.8</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196.5</a:t>
                      </a:r>
                      <a:endParaRPr lang="en-CA" sz="2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524742">
                <a:tc>
                  <a:txBody>
                    <a:bodyPr/>
                    <a:lstStyle/>
                    <a:p>
                      <a:pPr algn="ctr">
                        <a:lnSpc>
                          <a:spcPct val="106000"/>
                        </a:lnSpc>
                        <a:spcAft>
                          <a:spcPts val="0"/>
                        </a:spcAft>
                      </a:pPr>
                      <a:r>
                        <a:rPr lang="en-CA" sz="2800" b="1" dirty="0">
                          <a:effectLst/>
                          <a:latin typeface="+mj-lt"/>
                        </a:rPr>
                        <a:t>1</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216.5</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147.4</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0.0</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0.0</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−99.3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2590800" y="35829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CA" altLang="en-US" sz="1100" b="0" i="0" u="none" strike="noStrike" cap="none" normalizeH="0" baseline="0">
                <a:ln>
                  <a:noFill/>
                </a:ln>
                <a:solidFill>
                  <a:schemeClr val="tx1"/>
                </a:solidFill>
                <a:effectLst/>
                <a:latin typeface="Cambria" pitchFamily="18" charset="0"/>
                <a:ea typeface="Calibri" pitchFamily="34" charset="0"/>
                <a:cs typeface="Times New Roman" pitchFamily="18" charset="0"/>
              </a:rPr>
              <a:t>	</a:t>
            </a:r>
            <a:endParaRPr kumimoji="0" lang="en-CA"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F979D778-5668-409F-BE61-8F31D5437AFC}" type="slidenum">
              <a:rPr lang="en-CA" smtClean="0"/>
              <a:t>25</a:t>
            </a:fld>
            <a:endParaRPr lang="en-CA"/>
          </a:p>
        </p:txBody>
      </p:sp>
    </p:spTree>
    <p:extLst>
      <p:ext uri="{BB962C8B-B14F-4D97-AF65-F5344CB8AC3E}">
        <p14:creationId xmlns:p14="http://schemas.microsoft.com/office/powerpoint/2010/main" val="2051135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弹性网络回归结果</a:t>
            </a:r>
            <a:r>
              <a:rPr lang="en-US" dirty="0"/>
              <a:t>: </a:t>
            </a:r>
            <a:r>
              <a:rPr lang="en-US" dirty="0">
                <a:latin typeface="Symbol" panose="05050102010706020507" pitchFamily="18" charset="2"/>
              </a:rPr>
              <a:t>l</a:t>
            </a:r>
            <a:r>
              <a:rPr lang="en-US" i="0" baseline="-25000" dirty="0"/>
              <a:t>1</a:t>
            </a:r>
            <a:r>
              <a:rPr lang="en-US" dirty="0"/>
              <a:t> = 0.02, </a:t>
            </a:r>
            <a:r>
              <a:rPr lang="en-US" dirty="0">
                <a:latin typeface="Symbol" panose="05050102010706020507" pitchFamily="18" charset="2"/>
              </a:rPr>
              <a:t>l</a:t>
            </a:r>
            <a:r>
              <a:rPr lang="en-US" baseline="-25000" dirty="0"/>
              <a:t>2</a:t>
            </a:r>
            <a:r>
              <a:rPr lang="en-US" dirty="0"/>
              <a:t>=1</a:t>
            </a:r>
            <a:endParaRPr lang="en-CA" dirty="0"/>
          </a:p>
        </p:txBody>
      </p:sp>
      <mc:AlternateContent xmlns:mc="http://schemas.openxmlformats.org/markup-compatibility/2006" xmlns:a14="http://schemas.microsoft.com/office/drawing/2010/main">
        <mc:Choice Requires="a14">
          <p:sp>
            <p:nvSpPr>
              <p:cNvPr id="3" name="Rectangle 2"/>
              <p:cNvSpPr/>
              <p:nvPr/>
            </p:nvSpPr>
            <p:spPr>
              <a:xfrm>
                <a:off x="827584" y="3080122"/>
                <a:ext cx="7630616" cy="5280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CA" sz="2800" i="1">
                          <a:latin typeface="Cambria Math"/>
                        </a:rPr>
                        <m:t>𝑌</m:t>
                      </m:r>
                      <m:r>
                        <a:rPr lang="en-CA" sz="2800" i="1">
                          <a:latin typeface="Cambria Math"/>
                        </a:rPr>
                        <m:t>=</m:t>
                      </m:r>
                      <m:r>
                        <a:rPr lang="en-CA" sz="2800" i="1">
                          <a:latin typeface="Cambria Math"/>
                        </a:rPr>
                        <m:t>216</m:t>
                      </m:r>
                      <m:r>
                        <a:rPr lang="en-CA" sz="2800" i="1">
                          <a:latin typeface="Cambria Math"/>
                        </a:rPr>
                        <m:t>.</m:t>
                      </m:r>
                      <m:r>
                        <a:rPr lang="en-CA" sz="2800" i="1">
                          <a:latin typeface="Cambria Math"/>
                        </a:rPr>
                        <m:t>5</m:t>
                      </m:r>
                      <m:r>
                        <a:rPr lang="en-CA" sz="2800" i="1">
                          <a:latin typeface="Cambria Math"/>
                        </a:rPr>
                        <m:t>+</m:t>
                      </m:r>
                      <m:r>
                        <a:rPr lang="en-CA" sz="2800" i="1">
                          <a:latin typeface="Cambria Math"/>
                        </a:rPr>
                        <m:t>96</m:t>
                      </m:r>
                      <m:r>
                        <a:rPr lang="en-CA" sz="2800" i="1">
                          <a:latin typeface="Cambria Math"/>
                        </a:rPr>
                        <m:t>.</m:t>
                      </m:r>
                      <m:r>
                        <a:rPr lang="en-CA" sz="2800" i="1">
                          <a:latin typeface="Cambria Math"/>
                        </a:rPr>
                        <m:t>7</m:t>
                      </m:r>
                      <m:r>
                        <a:rPr lang="en-CA" sz="2800" i="1">
                          <a:latin typeface="Cambria Math"/>
                        </a:rPr>
                        <m:t>𝑋</m:t>
                      </m:r>
                      <m:r>
                        <a:rPr lang="en-CA" sz="2800" i="1">
                          <a:latin typeface="Cambria Math"/>
                        </a:rPr>
                        <m:t>+</m:t>
                      </m:r>
                      <m:r>
                        <a:rPr lang="en-CA" sz="2800" i="1">
                          <a:latin typeface="Cambria Math"/>
                        </a:rPr>
                        <m:t>21</m:t>
                      </m:r>
                      <m:r>
                        <a:rPr lang="en-CA" sz="2800" i="1">
                          <a:latin typeface="Cambria Math"/>
                        </a:rPr>
                        <m:t>.</m:t>
                      </m:r>
                      <m:r>
                        <a:rPr lang="en-CA" sz="2800" i="1">
                          <a:latin typeface="Cambria Math"/>
                        </a:rPr>
                        <m:t>1</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2</m:t>
                          </m:r>
                        </m:sup>
                      </m:sSup>
                      <m:r>
                        <a:rPr lang="en-CA" sz="2800" i="1">
                          <a:latin typeface="Cambria Math"/>
                        </a:rPr>
                        <m:t>−</m:t>
                      </m:r>
                      <m:r>
                        <a:rPr lang="en-CA" sz="2800" i="1">
                          <a:latin typeface="Cambria Math"/>
                        </a:rPr>
                        <m:t>26</m:t>
                      </m:r>
                      <m:r>
                        <a:rPr lang="en-CA" sz="2800" i="1">
                          <a:latin typeface="Cambria Math"/>
                        </a:rPr>
                        <m:t>.</m:t>
                      </m:r>
                      <m:r>
                        <a:rPr lang="en-CA" sz="2800" i="1">
                          <a:latin typeface="Cambria Math"/>
                        </a:rPr>
                        <m:t>0</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4</m:t>
                          </m:r>
                        </m:sup>
                      </m:sSup>
                      <m:r>
                        <a:rPr lang="en-CA" sz="2800" i="1">
                          <a:latin typeface="Cambria Math"/>
                        </a:rPr>
                        <m:t>−</m:t>
                      </m:r>
                      <m:r>
                        <a:rPr lang="en-CA" sz="2800" i="1">
                          <a:latin typeface="Cambria Math"/>
                        </a:rPr>
                        <m:t>45</m:t>
                      </m:r>
                      <m:r>
                        <a:rPr lang="en-CA" sz="2800" i="1">
                          <a:latin typeface="Cambria Math"/>
                        </a:rPr>
                        <m:t>.</m:t>
                      </m:r>
                      <m:r>
                        <a:rPr lang="en-CA" sz="2800" i="1">
                          <a:latin typeface="Cambria Math"/>
                        </a:rPr>
                        <m:t>5</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5</m:t>
                          </m:r>
                        </m:sup>
                      </m:sSup>
                    </m:oMath>
                  </m:oMathPara>
                </a14:m>
                <a:endParaRPr lang="en-CA" sz="2800" dirty="0"/>
              </a:p>
            </p:txBody>
          </p:sp>
        </mc:Choice>
        <mc:Fallback xmlns="">
          <p:sp>
            <p:nvSpPr>
              <p:cNvPr id="3" name="Rectangle 2"/>
              <p:cNvSpPr>
                <a:spLocks noRot="1" noChangeAspect="1" noMove="1" noResize="1" noEditPoints="1" noAdjustHandles="1" noChangeArrowheads="1" noChangeShapeType="1" noTextEdit="1"/>
              </p:cNvSpPr>
              <p:nvPr/>
            </p:nvSpPr>
            <p:spPr>
              <a:xfrm>
                <a:off x="827584" y="3080122"/>
                <a:ext cx="7630616" cy="528093"/>
              </a:xfrm>
              <a:prstGeom prst="rect">
                <a:avLst/>
              </a:prstGeom>
              <a:blipFill>
                <a:blip r:embed="rId2"/>
                <a:stretch>
                  <a:fillRect/>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26</a:t>
            </a:fld>
            <a:endParaRPr lang="en-CA"/>
          </a:p>
        </p:txBody>
      </p:sp>
    </p:spTree>
    <p:extLst>
      <p:ext uri="{BB962C8B-B14F-4D97-AF65-F5344CB8AC3E}">
        <p14:creationId xmlns:p14="http://schemas.microsoft.com/office/powerpoint/2010/main" val="2755503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房价数据模型</a:t>
            </a:r>
            <a:endParaRPr lang="en-CA" sz="3600" i="0" dirty="0"/>
          </a:p>
        </p:txBody>
      </p:sp>
      <p:sp>
        <p:nvSpPr>
          <p:cNvPr id="3" name="Content Placeholder 2"/>
          <p:cNvSpPr>
            <a:spLocks noGrp="1"/>
          </p:cNvSpPr>
          <p:nvPr>
            <p:ph idx="1"/>
          </p:nvPr>
        </p:nvSpPr>
        <p:spPr/>
        <p:txBody>
          <a:bodyPr/>
          <a:lstStyle/>
          <a:p>
            <a:r>
              <a:rPr lang="zh-CN" altLang="en-US" sz="2800" dirty="0"/>
              <a:t>目标是利用特征预测房屋的价格。</a:t>
            </a:r>
            <a:endParaRPr lang="en-US" altLang="zh-CN" sz="2800" dirty="0"/>
          </a:p>
          <a:p>
            <a:endParaRPr lang="en-US" altLang="zh-CN" sz="2800" dirty="0"/>
          </a:p>
          <a:p>
            <a:r>
              <a:rPr lang="zh-CN" altLang="en-US" sz="2800" dirty="0"/>
              <a:t>训练集包含 </a:t>
            </a:r>
            <a:r>
              <a:rPr lang="en-US" altLang="zh-CN" sz="2800" dirty="0"/>
              <a:t>800 </a:t>
            </a:r>
            <a:r>
              <a:rPr lang="zh-CN" altLang="en-US" sz="2800" dirty="0"/>
              <a:t>个观测值，验证集包含 </a:t>
            </a:r>
            <a:r>
              <a:rPr lang="en-US" altLang="zh-CN" sz="2800" dirty="0"/>
              <a:t>600 </a:t>
            </a:r>
            <a:r>
              <a:rPr lang="zh-CN" altLang="en-US" sz="2800" dirty="0"/>
              <a:t>个观测值，测试集包含 </a:t>
            </a:r>
            <a:r>
              <a:rPr lang="en-US" altLang="zh-CN" sz="2800" dirty="0"/>
              <a:t>508 </a:t>
            </a:r>
            <a:r>
              <a:rPr lang="zh-CN" altLang="en-US" sz="2800" dirty="0"/>
              <a:t>个观测值。</a:t>
            </a:r>
            <a:endParaRPr lang="en-CA" sz="2800" dirty="0"/>
          </a:p>
        </p:txBody>
      </p:sp>
      <p:sp>
        <p:nvSpPr>
          <p:cNvPr id="5" name="Slide Number Placeholder 4"/>
          <p:cNvSpPr>
            <a:spLocks noGrp="1"/>
          </p:cNvSpPr>
          <p:nvPr>
            <p:ph type="sldNum" sz="quarter" idx="12"/>
          </p:nvPr>
        </p:nvSpPr>
        <p:spPr/>
        <p:txBody>
          <a:bodyPr/>
          <a:lstStyle/>
          <a:p>
            <a:fld id="{F979D778-5668-409F-BE61-8F31D5437AFC}" type="slidenum">
              <a:rPr lang="en-CA" smtClean="0"/>
              <a:t>27</a:t>
            </a:fld>
            <a:endParaRPr lang="en-CA"/>
          </a:p>
        </p:txBody>
      </p:sp>
    </p:spTree>
    <p:extLst>
      <p:ext uri="{BB962C8B-B14F-4D97-AF65-F5344CB8AC3E}">
        <p14:creationId xmlns:p14="http://schemas.microsoft.com/office/powerpoint/2010/main" val="2675652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3529-E553-06B2-3089-39D652313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77B5C-D19C-74E9-B222-3CE29D2FEE85}"/>
              </a:ext>
            </a:extLst>
          </p:cNvPr>
          <p:cNvSpPr>
            <a:spLocks noGrp="1"/>
          </p:cNvSpPr>
          <p:nvPr>
            <p:ph type="title"/>
          </p:nvPr>
        </p:nvSpPr>
        <p:spPr>
          <a:xfrm>
            <a:off x="228600" y="601802"/>
            <a:ext cx="8591872" cy="1143000"/>
          </a:xfrm>
        </p:spPr>
        <p:txBody>
          <a:bodyPr/>
          <a:lstStyle/>
          <a:p>
            <a:r>
              <a:rPr lang="zh-CN" altLang="en-US" sz="3600" i="0" dirty="0"/>
              <a:t>房价模型结果（无正则化）</a:t>
            </a:r>
            <a:endParaRPr lang="en-CA" sz="3600" dirty="0"/>
          </a:p>
        </p:txBody>
      </p:sp>
      <p:sp>
        <p:nvSpPr>
          <p:cNvPr id="3" name="Content Placeholder 2">
            <a:extLst>
              <a:ext uri="{FF2B5EF4-FFF2-40B4-BE49-F238E27FC236}">
                <a16:creationId xmlns:a16="http://schemas.microsoft.com/office/drawing/2014/main" id="{44F8F661-1664-0E30-BFE5-286A068EC8BA}"/>
              </a:ext>
            </a:extLst>
          </p:cNvPr>
          <p:cNvSpPr>
            <a:spLocks noGrp="1"/>
          </p:cNvSpPr>
          <p:nvPr>
            <p:ph idx="1"/>
          </p:nvPr>
        </p:nvSpPr>
        <p:spPr>
          <a:xfrm>
            <a:off x="467544" y="2141398"/>
            <a:ext cx="7772400" cy="1143000"/>
          </a:xfrm>
        </p:spPr>
        <p:txBody>
          <a:bodyPr/>
          <a:lstStyle/>
          <a:p>
            <a:pPr marL="0" indent="0">
              <a:buNone/>
            </a:pPr>
            <a:r>
              <a:rPr lang="zh-CN" altLang="en-US" sz="2800" dirty="0"/>
              <a:t>包含 </a:t>
            </a:r>
            <a:r>
              <a:rPr lang="en-US" altLang="zh-CN" sz="2800" dirty="0"/>
              <a:t>2 </a:t>
            </a:r>
            <a:r>
              <a:rPr lang="zh-CN" altLang="en-US" sz="2800" dirty="0"/>
              <a:t>个分类变量。地下室质量具有自然顺序。为社区创建了 </a:t>
            </a:r>
            <a:r>
              <a:rPr lang="en-US" altLang="zh-CN" sz="2800" dirty="0"/>
              <a:t>25 </a:t>
            </a:r>
            <a:r>
              <a:rPr lang="zh-CN" altLang="en-US" sz="2800" dirty="0"/>
              <a:t>个虚拟变量。总共 </a:t>
            </a:r>
            <a:r>
              <a:rPr lang="en-US" altLang="zh-CN" sz="2800" dirty="0"/>
              <a:t>47 </a:t>
            </a:r>
            <a:r>
              <a:rPr lang="zh-CN" altLang="en-US" sz="2800" dirty="0"/>
              <a:t>个特征。</a:t>
            </a:r>
            <a:endParaRPr lang="en-CA" sz="2800" dirty="0"/>
          </a:p>
        </p:txBody>
      </p:sp>
      <p:sp>
        <p:nvSpPr>
          <p:cNvPr id="5" name="Slide Number Placeholder 4">
            <a:extLst>
              <a:ext uri="{FF2B5EF4-FFF2-40B4-BE49-F238E27FC236}">
                <a16:creationId xmlns:a16="http://schemas.microsoft.com/office/drawing/2014/main" id="{C5B97117-4DC0-6B7D-34E3-3E891F24FD8F}"/>
              </a:ext>
            </a:extLst>
          </p:cNvPr>
          <p:cNvSpPr>
            <a:spLocks noGrp="1"/>
          </p:cNvSpPr>
          <p:nvPr>
            <p:ph type="sldNum" sz="quarter" idx="12"/>
          </p:nvPr>
        </p:nvSpPr>
        <p:spPr/>
        <p:txBody>
          <a:bodyPr/>
          <a:lstStyle/>
          <a:p>
            <a:fld id="{2E8C09BE-1715-42CA-A91A-E7B0E09A3015}" type="slidenum">
              <a:rPr lang="en-CA" smtClean="0"/>
              <a:t>28</a:t>
            </a:fld>
            <a:endParaRPr lang="en-CA" dirty="0"/>
          </a:p>
        </p:txBody>
      </p:sp>
    </p:spTree>
    <p:extLst>
      <p:ext uri="{BB962C8B-B14F-4D97-AF65-F5344CB8AC3E}">
        <p14:creationId xmlns:p14="http://schemas.microsoft.com/office/powerpoint/2010/main" val="3277824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2E8C09BE-1715-42CA-A91A-E7B0E09A3015}" type="slidenum">
              <a:rPr lang="en-CA" smtClean="0"/>
              <a:t>29</a:t>
            </a:fld>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931166443"/>
              </p:ext>
            </p:extLst>
          </p:nvPr>
        </p:nvGraphicFramePr>
        <p:xfrm>
          <a:off x="239050" y="980728"/>
          <a:ext cx="8725438" cy="5636240"/>
        </p:xfrm>
        <a:graphic>
          <a:graphicData uri="http://schemas.openxmlformats.org/drawingml/2006/table">
            <a:tbl>
              <a:tblPr firstRow="1" bandRow="1">
                <a:tableStyleId>{5940675A-B579-460E-94D1-54222C63F5DA}</a:tableStyleId>
              </a:tblPr>
              <a:tblGrid>
                <a:gridCol w="4362719">
                  <a:extLst>
                    <a:ext uri="{9D8B030D-6E8A-4147-A177-3AD203B41FA5}">
                      <a16:colId xmlns:a16="http://schemas.microsoft.com/office/drawing/2014/main" val="155100773"/>
                    </a:ext>
                  </a:extLst>
                </a:gridCol>
                <a:gridCol w="4362719">
                  <a:extLst>
                    <a:ext uri="{9D8B030D-6E8A-4147-A177-3AD203B41FA5}">
                      <a16:colId xmlns:a16="http://schemas.microsoft.com/office/drawing/2014/main" val="3097741650"/>
                    </a:ext>
                  </a:extLst>
                </a:gridCol>
              </a:tblGrid>
              <a:tr h="464564">
                <a:tc>
                  <a:txBody>
                    <a:bodyPr/>
                    <a:lstStyle/>
                    <a:p>
                      <a:r>
                        <a:rPr lang="zh-CN" altLang="en-US" sz="1400" dirty="0"/>
                        <a:t>占地面积</a:t>
                      </a:r>
                      <a:r>
                        <a:rPr lang="en-CA" sz="1400" dirty="0"/>
                        <a:t>                                       0.08</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简易的卫生间个数</a:t>
                      </a:r>
                      <a:r>
                        <a:rPr lang="en-CA" sz="1400" dirty="0"/>
                        <a:t>                            0.02</a:t>
                      </a:r>
                    </a:p>
                  </a:txBody>
                  <a:tcPr marL="68580" marR="68580" marT="34290" marB="34290"/>
                </a:tc>
                <a:extLst>
                  <a:ext uri="{0D108BD9-81ED-4DB2-BD59-A6C34878D82A}">
                    <a16:rowId xmlns:a16="http://schemas.microsoft.com/office/drawing/2014/main" val="3843894096"/>
                  </a:ext>
                </a:extLst>
              </a:tr>
              <a:tr h="464564">
                <a:tc>
                  <a:txBody>
                    <a:bodyPr/>
                    <a:lstStyle/>
                    <a:p>
                      <a:r>
                        <a:rPr lang="zh-CN" altLang="en-US" sz="1400" dirty="0"/>
                        <a:t>总体质量</a:t>
                      </a:r>
                      <a:r>
                        <a:rPr lang="en-CA" sz="1400" dirty="0"/>
                        <a:t> (</a:t>
                      </a:r>
                      <a:r>
                        <a:rPr lang="zh-CN" altLang="en-US" sz="1400" dirty="0"/>
                        <a:t>从</a:t>
                      </a:r>
                      <a:r>
                        <a:rPr lang="en-CA" sz="1400" dirty="0"/>
                        <a:t>1</a:t>
                      </a:r>
                      <a:r>
                        <a:rPr lang="zh-CN" altLang="en-US" sz="1400" dirty="0"/>
                        <a:t>到</a:t>
                      </a:r>
                      <a:r>
                        <a:rPr lang="en-CA" sz="1400" dirty="0"/>
                        <a:t>10)             </a:t>
                      </a:r>
                      <a:r>
                        <a:rPr lang="en-CA" sz="1400" baseline="0" dirty="0"/>
                        <a:t>           </a:t>
                      </a:r>
                      <a:r>
                        <a:rPr lang="en-CA" sz="1400" dirty="0"/>
                        <a:t>0.21</a:t>
                      </a:r>
                    </a:p>
                  </a:txBody>
                  <a:tcPr marL="68580" marR="68580" marT="34290" marB="34290"/>
                </a:tc>
                <a:tc>
                  <a:txBody>
                    <a:bodyPr/>
                    <a:lstStyle/>
                    <a:p>
                      <a:r>
                        <a:rPr lang="zh-CN" altLang="en-US" sz="1400" dirty="0"/>
                        <a:t>卧室个数</a:t>
                      </a:r>
                      <a:r>
                        <a:rPr lang="en-CA" sz="1400" dirty="0"/>
                        <a:t>                                        −0.08</a:t>
                      </a:r>
                    </a:p>
                  </a:txBody>
                  <a:tcPr marL="68580" marR="68580" marT="34290" marB="34290"/>
                </a:tc>
                <a:extLst>
                  <a:ext uri="{0D108BD9-81ED-4DB2-BD59-A6C34878D82A}">
                    <a16:rowId xmlns:a16="http://schemas.microsoft.com/office/drawing/2014/main" val="3049408159"/>
                  </a:ext>
                </a:extLst>
              </a:tr>
              <a:tr h="46456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整体状态 </a:t>
                      </a:r>
                      <a:r>
                        <a:rPr lang="en-CA" sz="1400" dirty="0"/>
                        <a:t>(</a:t>
                      </a:r>
                      <a:r>
                        <a:rPr lang="zh-CN" altLang="en-US" sz="1400" dirty="0"/>
                        <a:t>从</a:t>
                      </a:r>
                      <a:r>
                        <a:rPr lang="en-CA" sz="1400" dirty="0"/>
                        <a:t>1</a:t>
                      </a:r>
                      <a:r>
                        <a:rPr lang="zh-CN" altLang="en-US" sz="1400" dirty="0"/>
                        <a:t>到</a:t>
                      </a:r>
                      <a:r>
                        <a:rPr lang="en-CA" sz="1400" dirty="0"/>
                        <a:t>10)                        0.10</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地上总房间数</a:t>
                      </a:r>
                      <a:r>
                        <a:rPr lang="en-CA" sz="1400" dirty="0"/>
                        <a:t>                                   0.08</a:t>
                      </a:r>
                    </a:p>
                  </a:txBody>
                  <a:tcPr marL="68580" marR="68580" marT="34290" marB="34290"/>
                </a:tc>
                <a:extLst>
                  <a:ext uri="{0D108BD9-81ED-4DB2-BD59-A6C34878D82A}">
                    <a16:rowId xmlns:a16="http://schemas.microsoft.com/office/drawing/2014/main" val="84872482"/>
                  </a:ext>
                </a:extLst>
              </a:tr>
              <a:tr h="464564">
                <a:tc>
                  <a:txBody>
                    <a:bodyPr/>
                    <a:lstStyle/>
                    <a:p>
                      <a:r>
                        <a:rPr lang="zh-CN" altLang="en-US" sz="1400" dirty="0"/>
                        <a:t>建房年份</a:t>
                      </a:r>
                      <a:r>
                        <a:rPr lang="en-CA" sz="1400" dirty="0"/>
                        <a:t>                                       0.16</a:t>
                      </a:r>
                    </a:p>
                  </a:txBody>
                  <a:tcPr marL="68580" marR="68580" marT="34290" marB="34290"/>
                </a:tc>
                <a:tc>
                  <a:txBody>
                    <a:bodyPr/>
                    <a:lstStyle/>
                    <a:p>
                      <a:r>
                        <a:rPr lang="zh-CN" altLang="en-US" sz="1400" dirty="0"/>
                        <a:t>壁炉个数</a:t>
                      </a:r>
                      <a:r>
                        <a:rPr lang="en-CA" sz="1400" dirty="0"/>
                        <a:t>                                         0.03</a:t>
                      </a:r>
                    </a:p>
                  </a:txBody>
                  <a:tcPr marL="68580" marR="68580" marT="34290" marB="34290"/>
                </a:tc>
                <a:extLst>
                  <a:ext uri="{0D108BD9-81ED-4DB2-BD59-A6C34878D82A}">
                    <a16:rowId xmlns:a16="http://schemas.microsoft.com/office/drawing/2014/main" val="3767584082"/>
                  </a:ext>
                </a:extLst>
              </a:tr>
              <a:tr h="464564">
                <a:tc>
                  <a:txBody>
                    <a:bodyPr/>
                    <a:lstStyle/>
                    <a:p>
                      <a:r>
                        <a:rPr lang="zh-CN" altLang="en-US" sz="1400" dirty="0"/>
                        <a:t>重新装修年份</a:t>
                      </a:r>
                      <a:r>
                        <a:rPr lang="en-CA" sz="1400" dirty="0"/>
                        <a:t>                                 0.03</a:t>
                      </a:r>
                    </a:p>
                  </a:txBody>
                  <a:tcPr marL="68580" marR="68580" marT="34290" marB="34290"/>
                </a:tc>
                <a:tc>
                  <a:txBody>
                    <a:bodyPr/>
                    <a:lstStyle/>
                    <a:p>
                      <a:r>
                        <a:rPr lang="zh-CN" altLang="en-US" sz="1400" dirty="0"/>
                        <a:t>车库停车位</a:t>
                      </a:r>
                      <a:r>
                        <a:rPr lang="en-CA" sz="1400" dirty="0"/>
                        <a:t>                                      0.04</a:t>
                      </a:r>
                    </a:p>
                  </a:txBody>
                  <a:tcPr marL="68580" marR="68580" marT="34290" marB="34290"/>
                </a:tc>
                <a:extLst>
                  <a:ext uri="{0D108BD9-81ED-4DB2-BD59-A6C34878D82A}">
                    <a16:rowId xmlns:a16="http://schemas.microsoft.com/office/drawing/2014/main" val="438649923"/>
                  </a:ext>
                </a:extLst>
              </a:tr>
              <a:tr h="46456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已完工的地下室面积</a:t>
                      </a:r>
                      <a:r>
                        <a:rPr lang="en-CA" sz="1400" dirty="0"/>
                        <a:t>                        0.09</a:t>
                      </a:r>
                    </a:p>
                  </a:txBody>
                  <a:tcPr marL="68580" marR="68580" marT="34290" marB="34290"/>
                </a:tc>
                <a:tc>
                  <a:txBody>
                    <a:bodyPr/>
                    <a:lstStyle/>
                    <a:p>
                      <a:r>
                        <a:rPr lang="zh-CN" altLang="en-US" sz="1400" dirty="0"/>
                        <a:t>车库面积</a:t>
                      </a:r>
                      <a:r>
                        <a:rPr lang="en-CA" sz="1400" dirty="0"/>
                        <a:t>                                         0.05</a:t>
                      </a:r>
                    </a:p>
                  </a:txBody>
                  <a:tcPr marL="68580" marR="68580" marT="34290" marB="34290"/>
                </a:tc>
                <a:extLst>
                  <a:ext uri="{0D108BD9-81ED-4DB2-BD59-A6C34878D82A}">
                    <a16:rowId xmlns:a16="http://schemas.microsoft.com/office/drawing/2014/main" val="1384908015"/>
                  </a:ext>
                </a:extLst>
              </a:tr>
              <a:tr h="464564">
                <a:tc>
                  <a:txBody>
                    <a:bodyPr/>
                    <a:lstStyle/>
                    <a:p>
                      <a:r>
                        <a:rPr lang="zh-CN" altLang="en-US" sz="1400" dirty="0"/>
                        <a:t>未完工的地下室面积</a:t>
                      </a:r>
                      <a:r>
                        <a:rPr lang="en-CA" sz="1400" dirty="0"/>
                        <a:t>                      −0.03</a:t>
                      </a:r>
                    </a:p>
                  </a:txBody>
                  <a:tcPr marL="68580" marR="68580" marT="34290" marB="34290"/>
                </a:tc>
                <a:tc>
                  <a:txBody>
                    <a:bodyPr/>
                    <a:lstStyle/>
                    <a:p>
                      <a:r>
                        <a:rPr lang="zh-CN" altLang="en-US" sz="1400" baseline="0" dirty="0"/>
                        <a:t>木质露台</a:t>
                      </a:r>
                      <a:r>
                        <a:rPr lang="en-CA" sz="1400" baseline="0" dirty="0"/>
                        <a:t>                                         0.02</a:t>
                      </a:r>
                      <a:endParaRPr lang="en-CA" sz="1400" dirty="0"/>
                    </a:p>
                  </a:txBody>
                  <a:tcPr marL="68580" marR="68580" marT="34290" marB="34290"/>
                </a:tc>
                <a:extLst>
                  <a:ext uri="{0D108BD9-81ED-4DB2-BD59-A6C34878D82A}">
                    <a16:rowId xmlns:a16="http://schemas.microsoft.com/office/drawing/2014/main" val="3702138763"/>
                  </a:ext>
                </a:extLst>
              </a:tr>
              <a:tr h="464564">
                <a:tc>
                  <a:txBody>
                    <a:bodyPr/>
                    <a:lstStyle/>
                    <a:p>
                      <a:r>
                        <a:rPr lang="zh-CN" altLang="en-US" sz="1400" dirty="0"/>
                        <a:t>地下室的总面积</a:t>
                      </a:r>
                      <a:r>
                        <a:rPr lang="en-CA" sz="1400" dirty="0"/>
                        <a:t>                               0.14</a:t>
                      </a:r>
                    </a:p>
                  </a:txBody>
                  <a:tcPr marL="68580" marR="68580" marT="34290" marB="34290"/>
                </a:tc>
                <a:tc>
                  <a:txBody>
                    <a:bodyPr/>
                    <a:lstStyle/>
                    <a:p>
                      <a:r>
                        <a:rPr lang="zh-CN" altLang="en-US" sz="1400" dirty="0"/>
                        <a:t>开放式门廊</a:t>
                      </a:r>
                      <a:r>
                        <a:rPr lang="en-CA" sz="1400" dirty="0"/>
                        <a:t>                                      0.03</a:t>
                      </a:r>
                    </a:p>
                  </a:txBody>
                  <a:tcPr marL="68580" marR="68580" marT="34290" marB="34290"/>
                </a:tc>
                <a:extLst>
                  <a:ext uri="{0D108BD9-81ED-4DB2-BD59-A6C34878D82A}">
                    <a16:rowId xmlns:a16="http://schemas.microsoft.com/office/drawing/2014/main" val="1054929590"/>
                  </a:ext>
                </a:extLst>
              </a:tr>
              <a:tr h="464564">
                <a:tc>
                  <a:txBody>
                    <a:bodyPr/>
                    <a:lstStyle/>
                    <a:p>
                      <a:r>
                        <a:rPr lang="zh-CN" altLang="en-US" sz="1400" dirty="0"/>
                        <a:t>第一层的总面积</a:t>
                      </a:r>
                      <a:r>
                        <a:rPr lang="en-CA" sz="1400" dirty="0"/>
                        <a:t>                               0.15</a:t>
                      </a:r>
                    </a:p>
                  </a:txBody>
                  <a:tcPr marL="68580" marR="68580" marT="34290" marB="34290"/>
                </a:tc>
                <a:tc>
                  <a:txBody>
                    <a:bodyPr/>
                    <a:lstStyle/>
                    <a:p>
                      <a:r>
                        <a:rPr lang="zh-CN" altLang="en-US" sz="1400" dirty="0"/>
                        <a:t>封闭式门廊</a:t>
                      </a:r>
                      <a:r>
                        <a:rPr lang="en-CA" sz="1400" dirty="0"/>
                        <a:t>                                      0.01</a:t>
                      </a:r>
                    </a:p>
                  </a:txBody>
                  <a:tcPr marL="68580" marR="68580" marT="34290" marB="34290"/>
                </a:tc>
                <a:extLst>
                  <a:ext uri="{0D108BD9-81ED-4DB2-BD59-A6C34878D82A}">
                    <a16:rowId xmlns:a16="http://schemas.microsoft.com/office/drawing/2014/main" val="2865322861"/>
                  </a:ext>
                </a:extLst>
              </a:tr>
              <a:tr h="485493">
                <a:tc>
                  <a:txBody>
                    <a:bodyPr/>
                    <a:lstStyle/>
                    <a:p>
                      <a:r>
                        <a:rPr lang="zh-CN" altLang="en-US" sz="1400" dirty="0"/>
                        <a:t>第二层的总面积</a:t>
                      </a:r>
                      <a:r>
                        <a:rPr lang="en-CA" sz="1400" dirty="0"/>
                        <a:t>                               0.13</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400" dirty="0"/>
                        <a:t>房屋地理位置</a:t>
                      </a:r>
                      <a:r>
                        <a:rPr lang="en-CA" sz="1400" dirty="0"/>
                        <a:t>                                −0.05</a:t>
                      </a:r>
                      <a:r>
                        <a:rPr lang="en-US" altLang="zh-CN" sz="1400" dirty="0"/>
                        <a:t>—</a:t>
                      </a:r>
                      <a:r>
                        <a:rPr lang="en-CA" sz="1400" dirty="0"/>
                        <a:t>0.12</a:t>
                      </a:r>
                    </a:p>
                    <a:p>
                      <a:endParaRPr lang="en-CA" sz="1400" dirty="0"/>
                    </a:p>
                  </a:txBody>
                  <a:tcPr marL="68580" marR="68580" marT="34290" marB="34290"/>
                </a:tc>
                <a:extLst>
                  <a:ext uri="{0D108BD9-81ED-4DB2-BD59-A6C34878D82A}">
                    <a16:rowId xmlns:a16="http://schemas.microsoft.com/office/drawing/2014/main" val="2145760892"/>
                  </a:ext>
                </a:extLst>
              </a:tr>
              <a:tr h="485493">
                <a:tc>
                  <a:txBody>
                    <a:bodyPr/>
                    <a:lstStyle/>
                    <a:p>
                      <a:r>
                        <a:rPr lang="zh-CN" altLang="en-US" sz="1400" dirty="0"/>
                        <a:t>居住面积</a:t>
                      </a:r>
                      <a:r>
                        <a:rPr lang="en-CA" sz="1400" dirty="0"/>
                        <a:t>                                         0.16</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400" dirty="0"/>
                        <a:t>地下室质量</a:t>
                      </a:r>
                      <a:r>
                        <a:rPr lang="en-CA" sz="1400" dirty="0"/>
                        <a:t>                                      0.01</a:t>
                      </a:r>
                    </a:p>
                    <a:p>
                      <a:endParaRPr lang="en-CA" sz="1400" dirty="0"/>
                    </a:p>
                  </a:txBody>
                  <a:tcPr marL="68580" marR="68580" marT="34290" marB="34290"/>
                </a:tc>
                <a:extLst>
                  <a:ext uri="{0D108BD9-81ED-4DB2-BD59-A6C34878D82A}">
                    <a16:rowId xmlns:a16="http://schemas.microsoft.com/office/drawing/2014/main" val="300265579"/>
                  </a:ext>
                </a:extLst>
              </a:tr>
              <a:tr h="464564">
                <a:tc>
                  <a:txBody>
                    <a:bodyPr/>
                    <a:lstStyle/>
                    <a:p>
                      <a:r>
                        <a:rPr lang="zh-CN" altLang="en-US" sz="1400" baseline="0" dirty="0"/>
                        <a:t>完备的卫生间个数</a:t>
                      </a:r>
                      <a:r>
                        <a:rPr lang="en-CA" sz="1400" baseline="0" dirty="0"/>
                        <a:t>                           </a:t>
                      </a:r>
                      <a:r>
                        <a:rPr lang="en-CA" sz="1400" dirty="0"/>
                        <a:t>−</a:t>
                      </a:r>
                      <a:r>
                        <a:rPr lang="en-CA" sz="1400" baseline="0" dirty="0"/>
                        <a:t>0.02</a:t>
                      </a:r>
                      <a:endParaRPr lang="en-CA" sz="1400" dirty="0"/>
                    </a:p>
                  </a:txBody>
                  <a:tcPr marL="68580" marR="68580" marT="34290" marB="34290"/>
                </a:tc>
                <a:tc>
                  <a:txBody>
                    <a:bodyPr/>
                    <a:lstStyle/>
                    <a:p>
                      <a:endParaRPr lang="en-CA" sz="1400" dirty="0"/>
                    </a:p>
                  </a:txBody>
                  <a:tcPr marL="68580" marR="68580" marT="34290" marB="34290"/>
                </a:tc>
                <a:extLst>
                  <a:ext uri="{0D108BD9-81ED-4DB2-BD59-A6C34878D82A}">
                    <a16:rowId xmlns:a16="http://schemas.microsoft.com/office/drawing/2014/main" val="156050822"/>
                  </a:ext>
                </a:extLst>
              </a:tr>
            </a:tbl>
          </a:graphicData>
        </a:graphic>
      </p:graphicFrame>
    </p:spTree>
    <p:extLst>
      <p:ext uri="{BB962C8B-B14F-4D97-AF65-F5344CB8AC3E}">
        <p14:creationId xmlns:p14="http://schemas.microsoft.com/office/powerpoint/2010/main" val="2592377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992" y="1052736"/>
            <a:ext cx="8755062" cy="857250"/>
          </a:xfrm>
        </p:spPr>
        <p:txBody>
          <a:bodyPr/>
          <a:lstStyle/>
          <a:p>
            <a:r>
              <a:rPr lang="zh-CN" altLang="en-US" sz="3600" i="0" dirty="0"/>
              <a:t>验证集的岭回归结果</a:t>
            </a:r>
            <a:endParaRPr lang="en-CA" sz="3600" dirty="0"/>
          </a:p>
        </p:txBody>
      </p:sp>
      <p:sp>
        <p:nvSpPr>
          <p:cNvPr id="5" name="Slide Number Placeholder 4"/>
          <p:cNvSpPr>
            <a:spLocks noGrp="1"/>
          </p:cNvSpPr>
          <p:nvPr>
            <p:ph type="sldNum" sz="quarter" idx="12"/>
          </p:nvPr>
        </p:nvSpPr>
        <p:spPr/>
        <p:txBody>
          <a:bodyPr/>
          <a:lstStyle/>
          <a:p>
            <a:fld id="{2E8C09BE-1715-42CA-A91A-E7B0E09A3015}" type="slidenum">
              <a:rPr lang="en-CA" smtClean="0"/>
              <a:t>30</a:t>
            </a:fld>
            <a:endParaRPr lang="en-CA"/>
          </a:p>
        </p:txBody>
      </p:sp>
      <p:pic>
        <p:nvPicPr>
          <p:cNvPr id="8" name="Picture 7"/>
          <p:cNvPicPr>
            <a:picLocks noChangeAspect="1"/>
          </p:cNvPicPr>
          <p:nvPr/>
        </p:nvPicPr>
        <p:blipFill>
          <a:blip r:embed="rId2"/>
          <a:stretch>
            <a:fillRect/>
          </a:stretch>
        </p:blipFill>
        <p:spPr>
          <a:xfrm>
            <a:off x="974377" y="2029320"/>
            <a:ext cx="6899473" cy="4142880"/>
          </a:xfrm>
          <a:prstGeom prst="rect">
            <a:avLst/>
          </a:prstGeom>
        </p:spPr>
      </p:pic>
    </p:spTree>
    <p:extLst>
      <p:ext uri="{BB962C8B-B14F-4D97-AF65-F5344CB8AC3E}">
        <p14:creationId xmlns:p14="http://schemas.microsoft.com/office/powerpoint/2010/main" val="49277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87" y="1109662"/>
            <a:ext cx="8582025" cy="857250"/>
          </a:xfrm>
        </p:spPr>
        <p:txBody>
          <a:bodyPr/>
          <a:lstStyle/>
          <a:p>
            <a:r>
              <a:rPr lang="zh-CN" altLang="en-US" i="0" dirty="0"/>
              <a:t>验证集的套索回归结果</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31</a:t>
            </a:fld>
            <a:endParaRPr lang="en-CA"/>
          </a:p>
        </p:txBody>
      </p:sp>
      <p:sp>
        <p:nvSpPr>
          <p:cNvPr id="7" name="Content Placeholder 6"/>
          <p:cNvSpPr>
            <a:spLocks noGrp="1"/>
          </p:cNvSpPr>
          <p:nvPr>
            <p:ph idx="1"/>
          </p:nvPr>
        </p:nvSpPr>
        <p:spPr/>
        <p:txBody>
          <a:bodyPr/>
          <a:lstStyle/>
          <a:p>
            <a:pPr marL="0" indent="0">
              <a:buNone/>
            </a:pPr>
            <a:r>
              <a:rPr lang="en-CA" dirty="0"/>
              <a:t> </a:t>
            </a:r>
          </a:p>
        </p:txBody>
      </p:sp>
      <p:pic>
        <p:nvPicPr>
          <p:cNvPr id="3" name="Picture 2"/>
          <p:cNvPicPr>
            <a:picLocks noChangeAspect="1"/>
          </p:cNvPicPr>
          <p:nvPr/>
        </p:nvPicPr>
        <p:blipFill>
          <a:blip r:embed="rId2"/>
          <a:stretch>
            <a:fillRect/>
          </a:stretch>
        </p:blipFill>
        <p:spPr>
          <a:xfrm>
            <a:off x="1094299" y="2029320"/>
            <a:ext cx="6288758" cy="3776168"/>
          </a:xfrm>
          <a:prstGeom prst="rect">
            <a:avLst/>
          </a:prstGeom>
        </p:spPr>
      </p:pic>
    </p:spTree>
    <p:extLst>
      <p:ext uri="{BB962C8B-B14F-4D97-AF65-F5344CB8AC3E}">
        <p14:creationId xmlns:p14="http://schemas.microsoft.com/office/powerpoint/2010/main" val="2841136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563" y="851429"/>
            <a:ext cx="8206680" cy="1143000"/>
          </a:xfrm>
        </p:spPr>
        <p:txBody>
          <a:bodyPr/>
          <a:lstStyle/>
          <a:p>
            <a:br>
              <a:rPr lang="en-US" altLang="zh-CN" dirty="0"/>
            </a:br>
            <a:br>
              <a:rPr lang="en-US" altLang="zh-CN" dirty="0"/>
            </a:br>
            <a:r>
              <a:rPr lang="zh-CN" altLang="en-US" i="0" dirty="0"/>
              <a:t>当 </a:t>
            </a:r>
            <a:r>
              <a:rPr lang="en-US" altLang="zh-CN" dirty="0"/>
              <a:t>λ</a:t>
            </a:r>
            <a:r>
              <a:rPr lang="en-US" altLang="zh-CN" i="0" dirty="0"/>
              <a:t> = 0.1</a:t>
            </a:r>
            <a:r>
              <a:rPr lang="zh-CN" altLang="en-US" i="0" dirty="0"/>
              <a:t>时套索模型的结果（共 </a:t>
            </a:r>
            <a:r>
              <a:rPr lang="en-US" altLang="zh-CN" i="0" dirty="0"/>
              <a:t>15 </a:t>
            </a:r>
            <a:r>
              <a:rPr lang="zh-CN" altLang="en-US" i="0" dirty="0"/>
              <a:t>个特征，其中整体质量和总居住面积最为重要）</a:t>
            </a:r>
            <a:br>
              <a:rPr lang="zh-CN" altLang="en-US" i="0" dirty="0"/>
            </a:br>
            <a:br>
              <a:rPr lang="zh-CN" altLang="en-US" dirty="0"/>
            </a:br>
            <a:endParaRPr lang="en-CA" dirty="0"/>
          </a:p>
        </p:txBody>
      </p:sp>
      <p:sp>
        <p:nvSpPr>
          <p:cNvPr id="3" name="Content Placeholder 2"/>
          <p:cNvSpPr>
            <a:spLocks noGrp="1"/>
          </p:cNvSpPr>
          <p:nvPr>
            <p:ph idx="1"/>
          </p:nvPr>
        </p:nvSpPr>
        <p:spPr>
          <a:xfrm>
            <a:off x="685800" y="2362200"/>
            <a:ext cx="7772400" cy="4114800"/>
          </a:xfrm>
        </p:spPr>
        <p:txBody>
          <a:bodyPr/>
          <a:lstStyle/>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32</a:t>
            </a:fld>
            <a:endParaRPr lang="en-CA"/>
          </a:p>
        </p:txBody>
      </p:sp>
      <p:graphicFrame>
        <p:nvGraphicFramePr>
          <p:cNvPr id="6" name="Table 5"/>
          <p:cNvGraphicFramePr>
            <a:graphicFrameLocks noGrp="1"/>
          </p:cNvGraphicFramePr>
          <p:nvPr>
            <p:extLst>
              <p:ext uri="{D42A27DB-BD31-4B8C-83A1-F6EECF244321}">
                <p14:modId xmlns:p14="http://schemas.microsoft.com/office/powerpoint/2010/main" val="2998558170"/>
              </p:ext>
            </p:extLst>
          </p:nvPr>
        </p:nvGraphicFramePr>
        <p:xfrm>
          <a:off x="899592" y="2046328"/>
          <a:ext cx="7416824" cy="4380969"/>
        </p:xfrm>
        <a:graphic>
          <a:graphicData uri="http://schemas.openxmlformats.org/drawingml/2006/table">
            <a:tbl>
              <a:tblPr firstRow="1" firstCol="1" bandRow="1">
                <a:tableStyleId>{5940675A-B579-460E-94D1-54222C63F5DA}</a:tableStyleId>
              </a:tblPr>
              <a:tblGrid>
                <a:gridCol w="4790186">
                  <a:extLst>
                    <a:ext uri="{9D8B030D-6E8A-4147-A177-3AD203B41FA5}">
                      <a16:colId xmlns:a16="http://schemas.microsoft.com/office/drawing/2014/main" val="20000"/>
                    </a:ext>
                  </a:extLst>
                </a:gridCol>
                <a:gridCol w="2626638">
                  <a:extLst>
                    <a:ext uri="{9D8B030D-6E8A-4147-A177-3AD203B41FA5}">
                      <a16:colId xmlns:a16="http://schemas.microsoft.com/office/drawing/2014/main" val="20001"/>
                    </a:ext>
                  </a:extLst>
                </a:gridCol>
              </a:tblGrid>
              <a:tr h="311097">
                <a:tc>
                  <a:txBody>
                    <a:bodyPr/>
                    <a:lstStyle/>
                    <a:p>
                      <a:pPr algn="just">
                        <a:lnSpc>
                          <a:spcPct val="106000"/>
                        </a:lnSpc>
                        <a:spcAft>
                          <a:spcPts val="0"/>
                        </a:spcAft>
                        <a:tabLst>
                          <a:tab pos="3838575" algn="l"/>
                        </a:tabLst>
                      </a:pPr>
                      <a:r>
                        <a:rPr lang="zh-CN" altLang="en-US" sz="2000" b="1" dirty="0">
                          <a:effectLst/>
                          <a:latin typeface="+mj-ea"/>
                          <a:ea typeface="+mj-ea"/>
                          <a:cs typeface="Times New Roman"/>
                        </a:rPr>
                        <a:t>特征</a:t>
                      </a:r>
                      <a:endParaRPr lang="en-CA" sz="2000" b="1"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zh-CN" altLang="en-US" sz="2000" b="1" dirty="0">
                          <a:effectLst/>
                          <a:latin typeface="+mj-ea"/>
                          <a:ea typeface="+mj-ea"/>
                          <a:cs typeface="Times New Roman"/>
                        </a:rPr>
                        <a:t>权重</a:t>
                      </a:r>
                      <a:endParaRPr lang="en-CA" sz="2000" b="1" dirty="0">
                        <a:effectLst/>
                        <a:latin typeface="+mj-ea"/>
                        <a:ea typeface="+mj-ea"/>
                        <a:cs typeface="Times New Roman"/>
                      </a:endParaRPr>
                    </a:p>
                  </a:txBody>
                  <a:tcPr marL="68580" marR="68580" marT="0" marB="0"/>
                </a:tc>
                <a:extLst>
                  <a:ext uri="{0D108BD9-81ED-4DB2-BD59-A6C34878D82A}">
                    <a16:rowId xmlns:a16="http://schemas.microsoft.com/office/drawing/2014/main" val="10000"/>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占地面积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0.04</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1"/>
                  </a:ext>
                </a:extLst>
              </a:tr>
              <a:tr h="311097">
                <a:tc>
                  <a:txBody>
                    <a:bodyPr/>
                    <a:lstStyle/>
                    <a:p>
                      <a:pPr marL="0" algn="just" defTabSz="685800" rtl="0" eaLnBrk="1" latinLnBrk="0" hangingPunct="1">
                        <a:lnSpc>
                          <a:spcPct val="106000"/>
                        </a:lnSpc>
                        <a:spcAft>
                          <a:spcPts val="0"/>
                        </a:spcAft>
                        <a:tabLst>
                          <a:tab pos="3838575" algn="l"/>
                        </a:tabLst>
                      </a:pPr>
                      <a:r>
                        <a:rPr lang="zh-CN" altLang="en-US" sz="2000" kern="1200" dirty="0">
                          <a:solidFill>
                            <a:schemeClr val="tx1"/>
                          </a:solidFill>
                          <a:effectLst/>
                          <a:latin typeface="+mj-ea"/>
                          <a:ea typeface="+mj-ea"/>
                          <a:cs typeface="Times New Roman"/>
                        </a:rPr>
                        <a:t>总体质量</a:t>
                      </a:r>
                      <a:r>
                        <a:rPr lang="en-CA" sz="2000" kern="1200" dirty="0">
                          <a:solidFill>
                            <a:schemeClr val="tx1"/>
                          </a:solidFill>
                          <a:effectLst/>
                          <a:latin typeface="+mj-ea"/>
                          <a:ea typeface="+mj-ea"/>
                          <a:cs typeface="Times New Roman"/>
                        </a:rPr>
                        <a:t>(</a:t>
                      </a:r>
                      <a:r>
                        <a:rPr lang="zh-CN" altLang="en-US" sz="2000" kern="1200" dirty="0">
                          <a:solidFill>
                            <a:schemeClr val="tx1"/>
                          </a:solidFill>
                          <a:effectLst/>
                          <a:latin typeface="+mj-ea"/>
                          <a:ea typeface="+mj-ea"/>
                          <a:cs typeface="Times New Roman"/>
                        </a:rPr>
                        <a:t>从</a:t>
                      </a:r>
                      <a:r>
                        <a:rPr lang="en-CA" sz="2000" kern="1200" dirty="0">
                          <a:solidFill>
                            <a:schemeClr val="tx1"/>
                          </a:solidFill>
                          <a:effectLst/>
                          <a:latin typeface="+mj-ea"/>
                          <a:ea typeface="+mj-ea"/>
                          <a:cs typeface="Times New Roman"/>
                        </a:rPr>
                        <a:t>1</a:t>
                      </a:r>
                      <a:r>
                        <a:rPr lang="zh-CN" altLang="en-US" sz="2000" kern="1200" dirty="0">
                          <a:solidFill>
                            <a:schemeClr val="tx1"/>
                          </a:solidFill>
                          <a:effectLst/>
                          <a:latin typeface="+mj-ea"/>
                          <a:ea typeface="+mj-ea"/>
                          <a:cs typeface="Times New Roman"/>
                        </a:rPr>
                        <a:t>到</a:t>
                      </a:r>
                      <a:r>
                        <a:rPr lang="en-CA" sz="2000" kern="1200" dirty="0">
                          <a:solidFill>
                            <a:schemeClr val="tx1"/>
                          </a:solidFill>
                          <a:effectLst/>
                          <a:latin typeface="+mj-ea"/>
                          <a:ea typeface="+mj-ea"/>
                          <a:cs typeface="Times New Roman"/>
                        </a:rPr>
                        <a:t>10)</a:t>
                      </a: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0.30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2"/>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建房年份</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0.05</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3"/>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重新装修年份</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0.06</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4"/>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已完工的地下室面积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0.12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5"/>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未完工的地下室面积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0.10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6"/>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第一层的面积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0.03</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7"/>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居住面积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0.30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8"/>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壁炉个数</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9"/>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车库停车位</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0.03</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0"/>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车库面积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0.07</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1"/>
                  </a:ext>
                </a:extLst>
              </a:tr>
              <a:tr h="336708">
                <a:tc>
                  <a:txBody>
                    <a:bodyPr/>
                    <a:lstStyle/>
                    <a:p>
                      <a:pPr marL="236220" indent="-236220" algn="just">
                        <a:lnSpc>
                          <a:spcPct val="106000"/>
                        </a:lnSpc>
                        <a:spcAft>
                          <a:spcPts val="0"/>
                        </a:spcAft>
                        <a:tabLst>
                          <a:tab pos="3838575" algn="l"/>
                        </a:tabLst>
                      </a:pPr>
                      <a:r>
                        <a:rPr lang="zh-CN" altLang="en-US" sz="2000" dirty="0">
                          <a:effectLst/>
                          <a:latin typeface="+mj-ea"/>
                          <a:ea typeface="+mj-ea"/>
                          <a:cs typeface="Times New Roman"/>
                        </a:rPr>
                        <a:t>房屋地理位置</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0.01, 0.02</a:t>
                      </a:r>
                      <a:r>
                        <a:rPr lang="zh-CN" altLang="en-US" sz="2000" dirty="0">
                          <a:effectLst/>
                          <a:latin typeface="+mj-ea"/>
                          <a:ea typeface="+mj-ea"/>
                        </a:rPr>
                        <a:t>和</a:t>
                      </a:r>
                      <a:r>
                        <a:rPr lang="en-CA" sz="2000" dirty="0">
                          <a:effectLst/>
                          <a:latin typeface="+mj-ea"/>
                          <a:ea typeface="+mj-ea"/>
                        </a:rPr>
                        <a:t>0.08</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2"/>
                  </a:ext>
                </a:extLst>
              </a:tr>
              <a:tr h="311097">
                <a:tc>
                  <a:txBody>
                    <a:bodyPr/>
                    <a:lstStyle/>
                    <a:p>
                      <a:pPr marL="236220" indent="-236220" algn="just">
                        <a:lnSpc>
                          <a:spcPct val="106000"/>
                        </a:lnSpc>
                        <a:spcAft>
                          <a:spcPts val="0"/>
                        </a:spcAft>
                        <a:tabLst>
                          <a:tab pos="3838575" algn="l"/>
                        </a:tabLst>
                      </a:pPr>
                      <a:r>
                        <a:rPr lang="zh-CN" altLang="en-US" sz="2000" dirty="0">
                          <a:effectLst/>
                          <a:latin typeface="+mj-ea"/>
                          <a:ea typeface="+mj-ea"/>
                          <a:cs typeface="Times New Roman"/>
                        </a:rPr>
                        <a:t>地下室质量</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93505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03" y="861645"/>
            <a:ext cx="7772400" cy="1143000"/>
          </a:xfrm>
        </p:spPr>
        <p:txBody>
          <a:bodyPr/>
          <a:lstStyle/>
          <a:p>
            <a:r>
              <a:rPr lang="zh-CN" altLang="en-US" sz="3600" i="0" dirty="0"/>
              <a:t>房价模型</a:t>
            </a:r>
            <a:endParaRPr lang="en-CA" sz="3600" i="0" dirty="0"/>
          </a:p>
        </p:txBody>
      </p:sp>
      <p:sp>
        <p:nvSpPr>
          <p:cNvPr id="3" name="Content Placeholder 2"/>
          <p:cNvSpPr>
            <a:spLocks noGrp="1"/>
          </p:cNvSpPr>
          <p:nvPr>
            <p:ph idx="1"/>
          </p:nvPr>
        </p:nvSpPr>
        <p:spPr>
          <a:xfrm>
            <a:off x="179512" y="1916832"/>
            <a:ext cx="8718425" cy="3394720"/>
          </a:xfrm>
        </p:spPr>
        <p:txBody>
          <a:bodyPr/>
          <a:lstStyle/>
          <a:p>
            <a:r>
              <a:rPr lang="zh-CN" altLang="en-US" sz="2400" dirty="0"/>
              <a:t>以下是无正则化时的结果总结：存在过拟合现象，且部分特征的权重为负，而我们预期这些权重应为正。</a:t>
            </a:r>
            <a:endParaRPr lang="en-US" altLang="zh-CN" sz="2400" dirty="0"/>
          </a:p>
          <a:p>
            <a:r>
              <a:rPr lang="zh-CN" altLang="en-US" sz="2400" dirty="0"/>
              <a:t>岭回归带来的改进较为有限。</a:t>
            </a:r>
            <a:endParaRPr lang="en-US" altLang="zh-CN" sz="2400" dirty="0"/>
          </a:p>
          <a:p>
            <a:r>
              <a:rPr lang="zh-CN" altLang="en-US" sz="2400" dirty="0"/>
              <a:t>在此案例中，套索回归带来的改进要大得多。</a:t>
            </a:r>
            <a:endParaRPr lang="en-US" altLang="zh-CN" sz="2400" dirty="0"/>
          </a:p>
          <a:p>
            <a:r>
              <a:rPr lang="zh-CN" altLang="en-US" sz="2400" dirty="0"/>
              <a:t>弹性网络回归在本案例中的表现与套索回归类似。</a:t>
            </a:r>
            <a:endParaRPr lang="en-US" altLang="zh-CN" sz="2400" dirty="0"/>
          </a:p>
          <a:p>
            <a:r>
              <a:rPr lang="zh-CN" altLang="en-US" sz="2400" dirty="0"/>
              <a:t>当</a:t>
            </a:r>
            <a:r>
              <a:rPr lang="en-US" sz="2400" dirty="0">
                <a:latin typeface="Symbol" panose="05050102010706020507" pitchFamily="18" charset="2"/>
              </a:rPr>
              <a:t>l</a:t>
            </a:r>
            <a:r>
              <a:rPr lang="en-US" sz="2400" dirty="0"/>
              <a:t>=0.1</a:t>
            </a:r>
            <a:r>
              <a:rPr lang="zh-CN" altLang="en-US" sz="2400" dirty="0"/>
              <a:t>时套索回归在测试集上的均方误差为 </a:t>
            </a:r>
            <a:r>
              <a:rPr lang="en-US" altLang="zh-CN" sz="2400" dirty="0"/>
              <a:t>14.7%</a:t>
            </a:r>
            <a:r>
              <a:rPr lang="zh-CN" altLang="en-US" sz="2400" dirty="0"/>
              <a:t>，即可解释 </a:t>
            </a:r>
            <a:r>
              <a:rPr lang="en-US" altLang="zh-CN" sz="2400" dirty="0"/>
              <a:t>85.3% </a:t>
            </a:r>
            <a:r>
              <a:rPr lang="zh-CN" altLang="en-US" sz="2400" dirty="0"/>
              <a:t>的方差（相比之下，无正则化时这一比例为</a:t>
            </a:r>
            <a:r>
              <a:rPr lang="en-US" altLang="zh-CN" sz="2400" dirty="0"/>
              <a:t>88.6%</a:t>
            </a:r>
            <a:r>
              <a:rPr lang="zh-CN" altLang="en-US" sz="2400" dirty="0"/>
              <a:t>）。</a:t>
            </a:r>
            <a:endParaRPr lang="en-US" altLang="zh-CN" sz="2400" dirty="0"/>
          </a:p>
          <a:p>
            <a:pPr marL="0" indent="0">
              <a:buNone/>
            </a:pPr>
            <a:endParaRPr lang="en-CA" sz="2400" dirty="0"/>
          </a:p>
        </p:txBody>
      </p:sp>
      <p:sp>
        <p:nvSpPr>
          <p:cNvPr id="5" name="Slide Number Placeholder 4"/>
          <p:cNvSpPr>
            <a:spLocks noGrp="1"/>
          </p:cNvSpPr>
          <p:nvPr>
            <p:ph type="sldNum" sz="quarter" idx="12"/>
          </p:nvPr>
        </p:nvSpPr>
        <p:spPr/>
        <p:txBody>
          <a:bodyPr/>
          <a:lstStyle/>
          <a:p>
            <a:fld id="{F979D778-5668-409F-BE61-8F31D5437AFC}" type="slidenum">
              <a:rPr lang="en-CA" smtClean="0"/>
              <a:t>33</a:t>
            </a:fld>
            <a:endParaRPr lang="en-CA"/>
          </a:p>
        </p:txBody>
      </p:sp>
    </p:spTree>
    <p:extLst>
      <p:ext uri="{BB962C8B-B14F-4D97-AF65-F5344CB8AC3E}">
        <p14:creationId xmlns:p14="http://schemas.microsoft.com/office/powerpoint/2010/main" val="2778882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896568"/>
            <a:ext cx="7772400" cy="1143000"/>
          </a:xfrm>
        </p:spPr>
        <p:txBody>
          <a:bodyPr/>
          <a:lstStyle/>
          <a:p>
            <a:r>
              <a:rPr lang="zh-CN" altLang="en-US" sz="3600" i="0" dirty="0"/>
              <a:t>逻辑回归</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60" y="2057132"/>
                <a:ext cx="7772400" cy="4114800"/>
              </a:xfrm>
            </p:spPr>
            <p:txBody>
              <a:bodyPr/>
              <a:lstStyle/>
              <a:p>
                <a:r>
                  <a:rPr lang="zh-CN" altLang="en-US" sz="2400" dirty="0"/>
                  <a:t>目标是根据特征数据将观测值分类为“正向结果”和“负向结果”。</a:t>
                </a:r>
                <a:endParaRPr lang="en-US" altLang="zh-CN" sz="2400" dirty="0"/>
              </a:p>
              <a:p>
                <a:r>
                  <a:rPr lang="zh-CN" altLang="en-US" sz="2400" dirty="0"/>
                  <a:t>正向结果的概率被假设为一个双弯曲（</a:t>
                </a:r>
                <a:r>
                  <a:rPr lang="en-US" altLang="zh-CN" sz="2400" dirty="0"/>
                  <a:t>Sigmoid</a:t>
                </a:r>
                <a:r>
                  <a:rPr lang="zh-CN" altLang="en-US" sz="2400" dirty="0"/>
                  <a:t>）函数（也称为</a:t>
                </a:r>
                <a:r>
                  <a:rPr lang="en-US" altLang="zh-CN" sz="2400" dirty="0"/>
                  <a:t>Logistic</a:t>
                </a:r>
                <a:r>
                  <a:rPr lang="zh-CN" altLang="en-US" sz="2400" dirty="0"/>
                  <a:t>函数）：</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CA" sz="2400" i="1">
                          <a:latin typeface="Cambria Math"/>
                        </a:rPr>
                        <m:t>𝑄</m:t>
                      </m:r>
                      <m:r>
                        <a:rPr lang="en-CA" sz="2400" i="1">
                          <a:latin typeface="Cambria Math"/>
                        </a:rPr>
                        <m:t>=</m:t>
                      </m:r>
                      <m:f>
                        <m:fPr>
                          <m:ctrlPr>
                            <a:rPr lang="en-CA" sz="2400" i="1">
                              <a:latin typeface="Cambria Math" panose="02040503050406030204" pitchFamily="18" charset="0"/>
                            </a:rPr>
                          </m:ctrlPr>
                        </m:fPr>
                        <m:num>
                          <m:r>
                            <a:rPr lang="en-CA" sz="2400" i="1">
                              <a:latin typeface="Cambria Math"/>
                            </a:rPr>
                            <m:t>1</m:t>
                          </m:r>
                        </m:num>
                        <m:den>
                          <m:r>
                            <a:rPr lang="en-CA" sz="2400" i="1">
                              <a:latin typeface="Cambria Math"/>
                            </a:rPr>
                            <m:t>1</m:t>
                          </m:r>
                          <m:r>
                            <a:rPr lang="en-CA" sz="2400" i="1">
                              <a:latin typeface="Cambria Math"/>
                            </a:rPr>
                            <m:t>+</m:t>
                          </m:r>
                          <m:sSup>
                            <m:sSupPr>
                              <m:ctrlPr>
                                <a:rPr lang="en-CA" sz="2400" i="1">
                                  <a:latin typeface="Cambria Math" panose="02040503050406030204" pitchFamily="18" charset="0"/>
                                </a:rPr>
                              </m:ctrlPr>
                            </m:sSupPr>
                            <m:e>
                              <m:r>
                                <a:rPr lang="en-CA" sz="2400" i="1">
                                  <a:latin typeface="Cambria Math"/>
                                </a:rPr>
                                <m:t>𝑒</m:t>
                              </m:r>
                            </m:e>
                            <m:sup>
                              <m:r>
                                <a:rPr lang="en-CA" sz="2400" i="1">
                                  <a:latin typeface="Cambria Math"/>
                                </a:rPr>
                                <m:t>−</m:t>
                              </m:r>
                              <m:r>
                                <a:rPr lang="en-CA" sz="2400" i="1">
                                  <a:latin typeface="Cambria Math"/>
                                </a:rPr>
                                <m:t>𝑌</m:t>
                              </m:r>
                            </m:sup>
                          </m:sSup>
                        </m:den>
                      </m:f>
                    </m:oMath>
                  </m:oMathPara>
                </a14:m>
                <a:endParaRPr lang="en-CA" sz="2400" dirty="0"/>
              </a:p>
              <a:p>
                <a:pPr marL="0" indent="0">
                  <a:buNone/>
                </a:pPr>
                <a:endParaRPr lang="en-US" altLang="zh-CN" sz="2400" dirty="0"/>
              </a:p>
              <a:p>
                <a:pPr marL="0" indent="0">
                  <a:buNone/>
                </a:pPr>
                <a:r>
                  <a:rPr lang="zh-CN" altLang="en-US" sz="2400" dirty="0"/>
                  <a:t>其中 </a:t>
                </a:r>
                <a14:m>
                  <m:oMath xmlns:m="http://schemas.openxmlformats.org/officeDocument/2006/math">
                    <m:r>
                      <a:rPr lang="zh-CN" altLang="en-US" sz="2400" i="1">
                        <a:latin typeface="Cambria Math" panose="02040503050406030204" pitchFamily="18" charset="0"/>
                      </a:rPr>
                      <m:t>𝑌</m:t>
                    </m:r>
                  </m:oMath>
                </a14:m>
                <a:r>
                  <a:rPr lang="zh-CN" altLang="en-US" sz="2400" dirty="0"/>
                  <a:t> 与特征值呈线性关系：</a:t>
                </a:r>
                <a:endParaRPr lang="en-US" sz="2400" dirty="0"/>
              </a:p>
              <a:p>
                <a:pPr marL="0" indent="0">
                  <a:buNone/>
                </a:pPr>
                <a:endParaRPr lang="en-US" sz="24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CA" sz="2400" i="1">
                          <a:latin typeface="Cambria Math"/>
                        </a:rPr>
                        <m:t>𝑌</m:t>
                      </m:r>
                      <m:r>
                        <a:rPr lang="en-CA" sz="2400" i="1">
                          <a:latin typeface="Cambria Math"/>
                        </a:rPr>
                        <m:t>=</m:t>
                      </m:r>
                      <m:r>
                        <a:rPr lang="en-CA" sz="2400" i="1">
                          <a:latin typeface="Cambria Math"/>
                        </a:rPr>
                        <m:t>𝑎</m:t>
                      </m:r>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𝑏</m:t>
                          </m:r>
                        </m:e>
                        <m:sub>
                          <m:r>
                            <a:rPr lang="en-CA" sz="2400" i="1">
                              <a:latin typeface="Cambria Math"/>
                            </a:rPr>
                            <m:t>1</m:t>
                          </m:r>
                        </m:sub>
                      </m:sSub>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1</m:t>
                          </m:r>
                        </m:sub>
                      </m:sSub>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𝑏</m:t>
                          </m:r>
                        </m:e>
                        <m:sub>
                          <m:r>
                            <a:rPr lang="en-CA" sz="2400" i="1">
                              <a:latin typeface="Cambria Math"/>
                            </a:rPr>
                            <m:t>2</m:t>
                          </m:r>
                        </m:sub>
                      </m:sSub>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2</m:t>
                          </m:r>
                        </m:sub>
                      </m:sSub>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𝑚</m:t>
                          </m:r>
                        </m:sub>
                      </m:sSub>
                    </m:oMath>
                  </m:oMathPara>
                </a14:m>
                <a:endParaRPr lang="en-CA" sz="2400" dirty="0"/>
              </a:p>
              <a:p>
                <a:pPr marL="0" indent="0">
                  <a:buNone/>
                </a:pPr>
                <a:endParaRPr lang="en-US" dirty="0"/>
              </a:p>
              <a:p>
                <a:pPr marL="0" indent="0">
                  <a:buNone/>
                </a:pPr>
                <a:endParaRPr lang="en-US"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60" y="2057132"/>
                <a:ext cx="7772400" cy="4114800"/>
              </a:xfrm>
              <a:blipFill>
                <a:blip r:embed="rId2"/>
                <a:stretch>
                  <a:fillRect l="-1176" t="-1185" r="-1098"/>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34</a:t>
            </a:fld>
            <a:endParaRPr lang="en-CA"/>
          </a:p>
        </p:txBody>
      </p:sp>
    </p:spTree>
    <p:extLst>
      <p:ext uri="{BB962C8B-B14F-4D97-AF65-F5344CB8AC3E}">
        <p14:creationId xmlns:p14="http://schemas.microsoft.com/office/powerpoint/2010/main" val="2952119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0" dirty="0"/>
              <a:t>Sigmoid</a:t>
            </a:r>
            <a:r>
              <a:rPr lang="zh-CN" altLang="en-US" sz="3600" i="0" dirty="0"/>
              <a:t>函数</a:t>
            </a:r>
            <a:endParaRPr lang="en-CA" sz="3600" i="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060849"/>
            <a:ext cx="6408712" cy="3456384"/>
          </a:xfrm>
          <a:prstGeom prst="rect">
            <a:avLst/>
          </a:prstGeom>
          <a:noFill/>
          <a:ln>
            <a:noFill/>
          </a:ln>
        </p:spPr>
      </p:pic>
      <p:sp>
        <p:nvSpPr>
          <p:cNvPr id="5" name="Slide Number Placeholder 4"/>
          <p:cNvSpPr>
            <a:spLocks noGrp="1"/>
          </p:cNvSpPr>
          <p:nvPr>
            <p:ph type="sldNum" sz="quarter" idx="12"/>
          </p:nvPr>
        </p:nvSpPr>
        <p:spPr/>
        <p:txBody>
          <a:bodyPr/>
          <a:lstStyle/>
          <a:p>
            <a:fld id="{F979D778-5668-409F-BE61-8F31D5437AFC}" type="slidenum">
              <a:rPr lang="en-CA" smtClean="0"/>
              <a:t>35</a:t>
            </a:fld>
            <a:endParaRPr lang="en-CA"/>
          </a:p>
        </p:txBody>
      </p:sp>
    </p:spTree>
    <p:extLst>
      <p:ext uri="{BB962C8B-B14F-4D97-AF65-F5344CB8AC3E}">
        <p14:creationId xmlns:p14="http://schemas.microsoft.com/office/powerpoint/2010/main" val="32398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78182"/>
            <a:ext cx="7772400" cy="1143000"/>
          </a:xfrm>
        </p:spPr>
        <p:txBody>
          <a:bodyPr/>
          <a:lstStyle/>
          <a:p>
            <a:r>
              <a:rPr lang="zh-CN" altLang="en-US" sz="3600" i="0" dirty="0"/>
              <a:t>最大似然估计</a:t>
            </a:r>
            <a:endParaRPr lang="en-CA" sz="3600" i="0" dirty="0"/>
          </a:p>
        </p:txBody>
      </p:sp>
      <p:sp>
        <p:nvSpPr>
          <p:cNvPr id="5" name="Slide Number Placeholder 4"/>
          <p:cNvSpPr>
            <a:spLocks noGrp="1"/>
          </p:cNvSpPr>
          <p:nvPr>
            <p:ph type="sldNum" sz="quarter" idx="12"/>
          </p:nvPr>
        </p:nvSpPr>
        <p:spPr/>
        <p:txBody>
          <a:bodyPr/>
          <a:lstStyle/>
          <a:p>
            <a:fld id="{F979D778-5668-409F-BE61-8F31D5437AFC}" type="slidenum">
              <a:rPr lang="en-CA" smtClean="0"/>
              <a:t>36</a:t>
            </a:fld>
            <a:endParaRPr lang="en-CA"/>
          </a:p>
        </p:txBody>
      </p:sp>
      <p:sp>
        <p:nvSpPr>
          <p:cNvPr id="6" name="Text Box 3">
            <a:extLst>
              <a:ext uri="{FF2B5EF4-FFF2-40B4-BE49-F238E27FC236}">
                <a16:creationId xmlns:a16="http://schemas.microsoft.com/office/drawing/2014/main" id="{E6254165-6CB0-8EC1-A0F9-BCD5BFDF96AB}"/>
              </a:ext>
            </a:extLst>
          </p:cNvPr>
          <p:cNvSpPr txBox="1">
            <a:spLocks noChangeArrowheads="1"/>
          </p:cNvSpPr>
          <p:nvPr/>
        </p:nvSpPr>
        <p:spPr bwMode="auto">
          <a:xfrm>
            <a:off x="914400" y="2228428"/>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endParaRPr kumimoji="1" lang="zh-CN" altLang="zh-CN" sz="2400" b="1">
              <a:latin typeface="Times New Roman" panose="02020603050405020304" pitchFamily="18" charset="0"/>
            </a:endParaRPr>
          </a:p>
        </p:txBody>
      </p:sp>
      <p:sp>
        <p:nvSpPr>
          <p:cNvPr id="7" name="Text Box 4">
            <a:extLst>
              <a:ext uri="{FF2B5EF4-FFF2-40B4-BE49-F238E27FC236}">
                <a16:creationId xmlns:a16="http://schemas.microsoft.com/office/drawing/2014/main" id="{D95735A2-C91E-DE60-72A7-7D7E2F3E976B}"/>
              </a:ext>
            </a:extLst>
          </p:cNvPr>
          <p:cNvSpPr txBox="1">
            <a:spLocks noChangeArrowheads="1"/>
          </p:cNvSpPr>
          <p:nvPr/>
        </p:nvSpPr>
        <p:spPr bwMode="auto">
          <a:xfrm>
            <a:off x="357188" y="1829966"/>
            <a:ext cx="8607425"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kumimoji="1" lang="zh-CN" altLang="en-US" sz="2800" b="1" dirty="0">
                <a:latin typeface="楷体_GB2312" pitchFamily="49" charset="-122"/>
                <a:ea typeface="楷体_GB2312" pitchFamily="49" charset="-122"/>
              </a:rPr>
              <a:t>   最早由德国数学家高斯于</a:t>
            </a:r>
            <a:r>
              <a:rPr kumimoji="1" lang="en-US" altLang="zh-CN" sz="2800" b="1" dirty="0">
                <a:latin typeface="楷体_GB2312" pitchFamily="49" charset="-122"/>
                <a:ea typeface="楷体_GB2312" pitchFamily="49" charset="-122"/>
              </a:rPr>
              <a:t>1821</a:t>
            </a:r>
            <a:r>
              <a:rPr kumimoji="1" lang="zh-CN" altLang="en-US" sz="2800" b="1" dirty="0">
                <a:latin typeface="楷体_GB2312" pitchFamily="49" charset="-122"/>
                <a:ea typeface="楷体_GB2312" pitchFamily="49" charset="-122"/>
              </a:rPr>
              <a:t>年提出</a:t>
            </a:r>
            <a:r>
              <a:rPr kumimoji="1" lang="en-US" altLang="zh-CN" sz="2800" b="1" dirty="0">
                <a:latin typeface="楷体_GB2312" pitchFamily="49" charset="-122"/>
                <a:ea typeface="楷体_GB2312" pitchFamily="49" charset="-122"/>
              </a:rPr>
              <a:t>,</a:t>
            </a:r>
            <a:r>
              <a:rPr kumimoji="1" lang="zh-CN" altLang="en-US" sz="2800" b="1" dirty="0">
                <a:latin typeface="楷体_GB2312" pitchFamily="49" charset="-122"/>
                <a:ea typeface="楷体_GB2312" pitchFamily="49" charset="-122"/>
              </a:rPr>
              <a:t>后来英国统计学家费希尔在</a:t>
            </a:r>
            <a:r>
              <a:rPr kumimoji="1" lang="en-US" altLang="zh-CN" sz="2800" b="1" dirty="0">
                <a:latin typeface="楷体_GB2312" pitchFamily="49" charset="-122"/>
                <a:ea typeface="楷体_GB2312" pitchFamily="49" charset="-122"/>
              </a:rPr>
              <a:t>1912</a:t>
            </a:r>
            <a:r>
              <a:rPr kumimoji="1" lang="zh-CN" altLang="en-US" sz="2800" b="1" dirty="0">
                <a:latin typeface="楷体_GB2312" pitchFamily="49" charset="-122"/>
                <a:ea typeface="楷体_GB2312" pitchFamily="49" charset="-122"/>
              </a:rPr>
              <a:t>年重新提出并做了进一步的研究</a:t>
            </a:r>
            <a:r>
              <a:rPr kumimoji="1" lang="en-US" altLang="zh-CN" sz="2800" b="1" dirty="0">
                <a:latin typeface="楷体_GB2312" pitchFamily="49" charset="-122"/>
                <a:ea typeface="楷体_GB2312" pitchFamily="49" charset="-122"/>
              </a:rPr>
              <a:t>.</a:t>
            </a:r>
            <a:endParaRPr kumimoji="1" lang="zh-CN" altLang="en-US" sz="2800" b="1" dirty="0">
              <a:latin typeface="楷体_GB2312" pitchFamily="49" charset="-122"/>
              <a:ea typeface="楷体_GB2312" pitchFamily="49" charset="-122"/>
            </a:endParaRPr>
          </a:p>
        </p:txBody>
      </p:sp>
      <p:sp>
        <p:nvSpPr>
          <p:cNvPr id="8" name="Text Box 6">
            <a:extLst>
              <a:ext uri="{FF2B5EF4-FFF2-40B4-BE49-F238E27FC236}">
                <a16:creationId xmlns:a16="http://schemas.microsoft.com/office/drawing/2014/main" id="{86CFD6AD-FBD2-5426-F8E1-9615ADC53CB3}"/>
              </a:ext>
            </a:extLst>
          </p:cNvPr>
          <p:cNvSpPr txBox="1">
            <a:spLocks noChangeArrowheads="1"/>
          </p:cNvSpPr>
          <p:nvPr/>
        </p:nvSpPr>
        <p:spPr bwMode="auto">
          <a:xfrm>
            <a:off x="390525" y="4360441"/>
            <a:ext cx="84963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kumimoji="1" lang="en-US" altLang="zh-CN" sz="2800" b="1">
                <a:latin typeface="Times New Roman" panose="02020603050405020304" pitchFamily="18" charset="0"/>
              </a:rPr>
              <a:t>        </a:t>
            </a:r>
            <a:r>
              <a:rPr kumimoji="1" lang="zh-CN" altLang="en-US" sz="2800" b="1" u="sng">
                <a:latin typeface="Times New Roman" panose="02020603050405020304" pitchFamily="18" charset="0"/>
                <a:ea typeface="黑体" panose="02010609060101010101" pitchFamily="49" charset="-122"/>
              </a:rPr>
              <a:t>最大似然原理的直观想法</a:t>
            </a:r>
            <a:r>
              <a:rPr kumimoji="1" lang="en-US" altLang="zh-CN" sz="2800" b="1" u="sng">
                <a:latin typeface="Times New Roman" panose="02020603050405020304" pitchFamily="18" charset="0"/>
              </a:rPr>
              <a:t>:</a:t>
            </a:r>
            <a:r>
              <a:rPr kumimoji="1" lang="en-US" altLang="zh-CN" sz="2800" b="1">
                <a:latin typeface="Times New Roman" panose="02020603050405020304" pitchFamily="18" charset="0"/>
              </a:rPr>
              <a:t>  </a:t>
            </a:r>
            <a:r>
              <a:rPr kumimoji="1" lang="en-US" altLang="zh-CN" sz="2800" b="1">
                <a:solidFill>
                  <a:srgbClr val="CC0000"/>
                </a:solidFill>
                <a:latin typeface="Times New Roman" panose="02020603050405020304" pitchFamily="18" charset="0"/>
                <a:ea typeface="楷体_GB2312" pitchFamily="49" charset="-122"/>
              </a:rPr>
              <a:t>“</a:t>
            </a:r>
            <a:r>
              <a:rPr kumimoji="1" lang="zh-CN" altLang="en-US" sz="2800" b="1">
                <a:solidFill>
                  <a:srgbClr val="CC0000"/>
                </a:solidFill>
                <a:latin typeface="Times New Roman" panose="02020603050405020304" pitchFamily="18" charset="0"/>
                <a:ea typeface="楷体_GB2312" pitchFamily="49" charset="-122"/>
              </a:rPr>
              <a:t>概率最大的事件最可能出现”</a:t>
            </a:r>
            <a:r>
              <a:rPr kumimoji="1" lang="en-US" altLang="zh-CN" sz="2800" b="1">
                <a:latin typeface="Times New Roman" panose="02020603050405020304" pitchFamily="18" charset="0"/>
                <a:ea typeface="楷体_GB2312" pitchFamily="49" charset="-122"/>
              </a:rPr>
              <a:t>. </a:t>
            </a:r>
            <a:endParaRPr kumimoji="1" lang="en-US" altLang="zh-CN" sz="2800" b="1">
              <a:solidFill>
                <a:srgbClr val="0000FF"/>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C99293CB-D52B-752D-F6C9-486E04B6B44D}"/>
              </a:ext>
            </a:extLst>
          </p:cNvPr>
          <p:cNvSpPr>
            <a:spLocks noChangeArrowheads="1"/>
          </p:cNvSpPr>
          <p:nvPr/>
        </p:nvSpPr>
        <p:spPr bwMode="auto">
          <a:xfrm>
            <a:off x="534988" y="3045991"/>
            <a:ext cx="8429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r>
              <a:rPr lang="zh-CN" altLang="en-US">
                <a:latin typeface="楷体_GB2312" pitchFamily="49" charset="-122"/>
                <a:ea typeface="楷体_GB2312" pitchFamily="49" charset="-122"/>
              </a:rPr>
              <a:t>   </a:t>
            </a:r>
            <a:r>
              <a:rPr lang="zh-CN" altLang="en-US" sz="2400">
                <a:latin typeface="楷体_GB2312" pitchFamily="49" charset="-122"/>
                <a:ea typeface="楷体_GB2312" pitchFamily="49" charset="-122"/>
              </a:rPr>
              <a:t>它是目前点估计中最广泛应用的一种方法</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该方法建立在最大似然原理的基础上。</a:t>
            </a:r>
            <a:endParaRPr lang="zh-CN" altLang="en-US" sz="2400"/>
          </a:p>
        </p:txBody>
      </p:sp>
      <p:sp>
        <p:nvSpPr>
          <p:cNvPr id="10" name="矩形 9">
            <a:extLst>
              <a:ext uri="{FF2B5EF4-FFF2-40B4-BE49-F238E27FC236}">
                <a16:creationId xmlns:a16="http://schemas.microsoft.com/office/drawing/2014/main" id="{54B21A82-EB7A-AED6-EB89-FD3368B88937}"/>
              </a:ext>
            </a:extLst>
          </p:cNvPr>
          <p:cNvSpPr>
            <a:spLocks noChangeArrowheads="1"/>
          </p:cNvSpPr>
          <p:nvPr/>
        </p:nvSpPr>
        <p:spPr bwMode="auto">
          <a:xfrm>
            <a:off x="423863" y="5525666"/>
            <a:ext cx="8429625"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lang="zh-CN" altLang="en-US" dirty="0">
                <a:solidFill>
                  <a:srgbClr val="CC0000"/>
                </a:solidFill>
                <a:latin typeface="楷体_GB2312" pitchFamily="49" charset="-122"/>
                <a:ea typeface="楷体_GB2312" pitchFamily="49" charset="-122"/>
              </a:rPr>
              <a:t>    </a:t>
            </a:r>
            <a:r>
              <a:rPr lang="zh-CN" altLang="en-US" sz="2400" dirty="0">
                <a:solidFill>
                  <a:srgbClr val="CC0000"/>
                </a:solidFill>
                <a:latin typeface="楷体_GB2312" pitchFamily="49" charset="-122"/>
                <a:ea typeface="楷体_GB2312" pitchFamily="49" charset="-122"/>
              </a:rPr>
              <a:t>参数估计的最大似然法是要</a:t>
            </a:r>
            <a:r>
              <a:rPr lang="zh-CN" altLang="en-US" sz="2400" dirty="0">
                <a:solidFill>
                  <a:srgbClr val="0000FF"/>
                </a:solidFill>
                <a:latin typeface="黑体" panose="02010609060101010101" pitchFamily="49" charset="-122"/>
                <a:ea typeface="黑体" panose="02010609060101010101" pitchFamily="49" charset="-122"/>
              </a:rPr>
              <a:t>选取这样的值来作为参数的估计值</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使得当参数取这一数值时</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观测结果出现的可能性最大</a:t>
            </a:r>
            <a:r>
              <a:rPr lang="en-US" altLang="zh-CN" sz="2400" dirty="0">
                <a:solidFill>
                  <a:srgbClr val="0000FF"/>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334736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2301-3DEF-9AE3-F069-D433BE333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D33FA-3B9B-CAE6-EB33-E7AFB29D007C}"/>
              </a:ext>
            </a:extLst>
          </p:cNvPr>
          <p:cNvSpPr>
            <a:spLocks noGrp="1"/>
          </p:cNvSpPr>
          <p:nvPr>
            <p:ph type="title"/>
          </p:nvPr>
        </p:nvSpPr>
        <p:spPr>
          <a:xfrm>
            <a:off x="251520" y="678182"/>
            <a:ext cx="7772400" cy="1143000"/>
          </a:xfrm>
        </p:spPr>
        <p:txBody>
          <a:bodyPr/>
          <a:lstStyle/>
          <a:p>
            <a:r>
              <a:rPr lang="zh-CN" altLang="en-US" sz="3600" i="0" dirty="0"/>
              <a:t>取球模型</a:t>
            </a:r>
            <a:endParaRPr lang="en-CA" sz="3600" i="0" dirty="0"/>
          </a:p>
        </p:txBody>
      </p:sp>
      <p:sp>
        <p:nvSpPr>
          <p:cNvPr id="5" name="Slide Number Placeholder 4">
            <a:extLst>
              <a:ext uri="{FF2B5EF4-FFF2-40B4-BE49-F238E27FC236}">
                <a16:creationId xmlns:a16="http://schemas.microsoft.com/office/drawing/2014/main" id="{4C931763-5956-0DB8-AC4B-7C4EADCDBB15}"/>
              </a:ext>
            </a:extLst>
          </p:cNvPr>
          <p:cNvSpPr>
            <a:spLocks noGrp="1"/>
          </p:cNvSpPr>
          <p:nvPr>
            <p:ph type="sldNum" sz="quarter" idx="12"/>
          </p:nvPr>
        </p:nvSpPr>
        <p:spPr/>
        <p:txBody>
          <a:bodyPr/>
          <a:lstStyle/>
          <a:p>
            <a:fld id="{F979D778-5668-409F-BE61-8F31D5437AFC}" type="slidenum">
              <a:rPr lang="en-CA" smtClean="0"/>
              <a:t>37</a:t>
            </a:fld>
            <a:endParaRPr lang="en-CA"/>
          </a:p>
        </p:txBody>
      </p:sp>
      <p:sp>
        <p:nvSpPr>
          <p:cNvPr id="6" name="Text Box 3">
            <a:extLst>
              <a:ext uri="{FF2B5EF4-FFF2-40B4-BE49-F238E27FC236}">
                <a16:creationId xmlns:a16="http://schemas.microsoft.com/office/drawing/2014/main" id="{CF9E8AED-254D-2612-068F-986EB2F7FFE0}"/>
              </a:ext>
            </a:extLst>
          </p:cNvPr>
          <p:cNvSpPr txBox="1">
            <a:spLocks noChangeArrowheads="1"/>
          </p:cNvSpPr>
          <p:nvPr/>
        </p:nvSpPr>
        <p:spPr bwMode="auto">
          <a:xfrm>
            <a:off x="914400" y="2228428"/>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endParaRPr kumimoji="1" lang="zh-CN" altLang="zh-CN" sz="2400" b="1">
              <a:latin typeface="Times New Roman" panose="02020603050405020304" pitchFamily="18" charset="0"/>
            </a:endParaRPr>
          </a:p>
        </p:txBody>
      </p:sp>
      <p:sp>
        <p:nvSpPr>
          <p:cNvPr id="3" name="TextBox 4">
            <a:extLst>
              <a:ext uri="{FF2B5EF4-FFF2-40B4-BE49-F238E27FC236}">
                <a16:creationId xmlns:a16="http://schemas.microsoft.com/office/drawing/2014/main" id="{20CB1C1B-AFBA-7863-6862-A127EEB61AF2}"/>
              </a:ext>
            </a:extLst>
          </p:cNvPr>
          <p:cNvSpPr txBox="1">
            <a:spLocks noChangeArrowheads="1"/>
          </p:cNvSpPr>
          <p:nvPr/>
        </p:nvSpPr>
        <p:spPr bwMode="auto">
          <a:xfrm>
            <a:off x="539750" y="1587500"/>
            <a:ext cx="7704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有两外形相同的箱子, 各装100个球</a:t>
            </a:r>
          </a:p>
        </p:txBody>
      </p:sp>
      <p:sp>
        <p:nvSpPr>
          <p:cNvPr id="4" name="矩形 1">
            <a:extLst>
              <a:ext uri="{FF2B5EF4-FFF2-40B4-BE49-F238E27FC236}">
                <a16:creationId xmlns:a16="http://schemas.microsoft.com/office/drawing/2014/main" id="{D545E663-FB7A-3B49-6979-3FB4C5BA1350}"/>
              </a:ext>
            </a:extLst>
          </p:cNvPr>
          <p:cNvSpPr>
            <a:spLocks noChangeArrowheads="1"/>
          </p:cNvSpPr>
          <p:nvPr/>
        </p:nvSpPr>
        <p:spPr bwMode="auto">
          <a:xfrm>
            <a:off x="614363" y="3836988"/>
            <a:ext cx="785018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现从两箱中任取一箱, 并从箱中任取一球</a:t>
            </a:r>
            <a:r>
              <a:rPr lang="en-US" altLang="zh-CN" sz="2800" b="1">
                <a:solidFill>
                  <a:srgbClr val="0000FF"/>
                </a:solidFill>
                <a:latin typeface="华文楷体" panose="02010600040101010101" pitchFamily="2" charset="-122"/>
                <a:ea typeface="华文楷体" panose="02010600040101010101" pitchFamily="2" charset="-122"/>
              </a:rPr>
              <a:t>,</a:t>
            </a:r>
            <a:r>
              <a:rPr lang="zh-CN" altLang="en-US" sz="2800" b="1">
                <a:solidFill>
                  <a:srgbClr val="0000FF"/>
                </a:solidFill>
                <a:latin typeface="华文楷体" panose="02010600040101010101" pitchFamily="2" charset="-122"/>
                <a:ea typeface="华文楷体" panose="02010600040101010101" pitchFamily="2" charset="-122"/>
              </a:rPr>
              <a:t>所取得的球是白球</a:t>
            </a:r>
            <a:r>
              <a:rPr lang="en-US" altLang="zh-CN" sz="2800" b="1">
                <a:solidFill>
                  <a:srgbClr val="0000FF"/>
                </a:solidFill>
                <a:latin typeface="华文楷体" panose="02010600040101010101" pitchFamily="2" charset="-122"/>
                <a:ea typeface="华文楷体" panose="02010600040101010101" pitchFamily="2" charset="-122"/>
              </a:rPr>
              <a:t>. </a:t>
            </a:r>
          </a:p>
        </p:txBody>
      </p:sp>
      <p:sp>
        <p:nvSpPr>
          <p:cNvPr id="11" name="圆角矩形 5">
            <a:extLst>
              <a:ext uri="{FF2B5EF4-FFF2-40B4-BE49-F238E27FC236}">
                <a16:creationId xmlns:a16="http://schemas.microsoft.com/office/drawing/2014/main" id="{08924DA2-5D09-3A01-5575-4B12A7010424}"/>
              </a:ext>
            </a:extLst>
          </p:cNvPr>
          <p:cNvSpPr/>
          <p:nvPr/>
        </p:nvSpPr>
        <p:spPr>
          <a:xfrm>
            <a:off x="2776538" y="4313238"/>
            <a:ext cx="4465637"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sz="2800" b="1" dirty="0">
              <a:solidFill>
                <a:srgbClr val="0000FF"/>
              </a:solidFill>
              <a:latin typeface="华文楷体" panose="02010600040101010101" pitchFamily="2" charset="-122"/>
              <a:ea typeface="华文楷体" panose="02010600040101010101" pitchFamily="2" charset="-122"/>
            </a:endParaRPr>
          </a:p>
          <a:p>
            <a:pPr algn="ctr">
              <a:defRPr/>
            </a:pPr>
            <a:r>
              <a:rPr lang="zh-CN" altLang="en-US" sz="2800" b="1" dirty="0">
                <a:solidFill>
                  <a:srgbClr val="0000FF"/>
                </a:solidFill>
                <a:latin typeface="华文楷体" panose="02010600040101010101" pitchFamily="2" charset="-122"/>
                <a:ea typeface="华文楷体" panose="02010600040101010101" pitchFamily="2" charset="-122"/>
              </a:rPr>
              <a:t>所取的球来自哪一箱？</a:t>
            </a:r>
          </a:p>
          <a:p>
            <a:pPr algn="ctr">
              <a:defRPr/>
            </a:pPr>
            <a:endParaRPr lang="zh-CN" altLang="en-US" sz="2800" b="1" dirty="0">
              <a:solidFill>
                <a:srgbClr val="0000FF"/>
              </a:solidFill>
              <a:latin typeface="华文楷体" panose="02010600040101010101" pitchFamily="2" charset="-122"/>
              <a:ea typeface="华文楷体" panose="02010600040101010101" pitchFamily="2" charset="-122"/>
            </a:endParaRPr>
          </a:p>
        </p:txBody>
      </p:sp>
      <p:grpSp>
        <p:nvGrpSpPr>
          <p:cNvPr id="12" name="组合 3">
            <a:extLst>
              <a:ext uri="{FF2B5EF4-FFF2-40B4-BE49-F238E27FC236}">
                <a16:creationId xmlns:a16="http://schemas.microsoft.com/office/drawing/2014/main" id="{08199B35-B5ED-1BD0-9736-913725EB4D50}"/>
              </a:ext>
            </a:extLst>
          </p:cNvPr>
          <p:cNvGrpSpPr>
            <a:grpSpLocks/>
          </p:cNvGrpSpPr>
          <p:nvPr/>
        </p:nvGrpSpPr>
        <p:grpSpPr bwMode="auto">
          <a:xfrm>
            <a:off x="3492500" y="2098675"/>
            <a:ext cx="2825750" cy="1762125"/>
            <a:chOff x="3492500" y="2099187"/>
            <a:chExt cx="2825750" cy="1761613"/>
          </a:xfrm>
        </p:grpSpPr>
        <p:grpSp>
          <p:nvGrpSpPr>
            <p:cNvPr id="13" name="Group 39">
              <a:extLst>
                <a:ext uri="{FF2B5EF4-FFF2-40B4-BE49-F238E27FC236}">
                  <a16:creationId xmlns:a16="http://schemas.microsoft.com/office/drawing/2014/main" id="{9F584BF9-6453-4691-2D18-22F7B8B7B879}"/>
                </a:ext>
              </a:extLst>
            </p:cNvPr>
            <p:cNvGrpSpPr>
              <a:grpSpLocks/>
            </p:cNvGrpSpPr>
            <p:nvPr/>
          </p:nvGrpSpPr>
          <p:grpSpPr bwMode="auto">
            <a:xfrm>
              <a:off x="4003657" y="2099187"/>
              <a:ext cx="1798311" cy="1236724"/>
              <a:chOff x="501" y="0"/>
              <a:chExt cx="1584" cy="864"/>
            </a:xfrm>
            <a:solidFill>
              <a:srgbClr val="FF0000"/>
            </a:solidFill>
          </p:grpSpPr>
          <p:grpSp>
            <p:nvGrpSpPr>
              <p:cNvPr id="15" name="Group 40">
                <a:extLst>
                  <a:ext uri="{FF2B5EF4-FFF2-40B4-BE49-F238E27FC236}">
                    <a16:creationId xmlns:a16="http://schemas.microsoft.com/office/drawing/2014/main" id="{D80A9E89-10E1-B3B3-2559-A57408869820}"/>
                  </a:ext>
                </a:extLst>
              </p:cNvPr>
              <p:cNvGrpSpPr>
                <a:grpSpLocks/>
              </p:cNvGrpSpPr>
              <p:nvPr/>
            </p:nvGrpSpPr>
            <p:grpSpPr bwMode="auto">
              <a:xfrm>
                <a:off x="789" y="0"/>
                <a:ext cx="1104" cy="864"/>
                <a:chOff x="0" y="0"/>
                <a:chExt cx="1152" cy="1056"/>
              </a:xfrm>
              <a:grpFill/>
            </p:grpSpPr>
            <p:sp>
              <p:nvSpPr>
                <p:cNvPr id="19" name="Oval 41">
                  <a:extLst>
                    <a:ext uri="{FF2B5EF4-FFF2-40B4-BE49-F238E27FC236}">
                      <a16:creationId xmlns:a16="http://schemas.microsoft.com/office/drawing/2014/main" id="{DFCD93C3-81B6-8F25-7268-78CA9FF7A480}"/>
                    </a:ext>
                  </a:extLst>
                </p:cNvPr>
                <p:cNvSpPr>
                  <a:spLocks noChangeArrowheads="1"/>
                </p:cNvSpPr>
                <p:nvPr/>
              </p:nvSpPr>
              <p:spPr bwMode="auto">
                <a:xfrm>
                  <a:off x="28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0" name="Oval 42">
                  <a:extLst>
                    <a:ext uri="{FF2B5EF4-FFF2-40B4-BE49-F238E27FC236}">
                      <a16:creationId xmlns:a16="http://schemas.microsoft.com/office/drawing/2014/main" id="{B4588B83-09CF-A56F-2D67-56EB898E2123}"/>
                    </a:ext>
                  </a:extLst>
                </p:cNvPr>
                <p:cNvSpPr>
                  <a:spLocks noChangeArrowheads="1"/>
                </p:cNvSpPr>
                <p:nvPr/>
              </p:nvSpPr>
              <p:spPr bwMode="auto">
                <a:xfrm>
                  <a:off x="480"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1" name="Oval 43">
                  <a:extLst>
                    <a:ext uri="{FF2B5EF4-FFF2-40B4-BE49-F238E27FC236}">
                      <a16:creationId xmlns:a16="http://schemas.microsoft.com/office/drawing/2014/main" id="{E376345F-F66B-3DA5-6737-11C128AAEBE2}"/>
                    </a:ext>
                  </a:extLst>
                </p:cNvPr>
                <p:cNvSpPr>
                  <a:spLocks noChangeArrowheads="1"/>
                </p:cNvSpPr>
                <p:nvPr/>
              </p:nvSpPr>
              <p:spPr bwMode="auto">
                <a:xfrm>
                  <a:off x="48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2" name="Oval 44">
                  <a:extLst>
                    <a:ext uri="{FF2B5EF4-FFF2-40B4-BE49-F238E27FC236}">
                      <a16:creationId xmlns:a16="http://schemas.microsoft.com/office/drawing/2014/main" id="{9F5F73CB-ED7E-C2E2-FE51-5B9B3E19CA9A}"/>
                    </a:ext>
                  </a:extLst>
                </p:cNvPr>
                <p:cNvSpPr>
                  <a:spLocks noChangeArrowheads="1"/>
                </p:cNvSpPr>
                <p:nvPr/>
              </p:nvSpPr>
              <p:spPr bwMode="auto">
                <a:xfrm>
                  <a:off x="144"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3" name="Oval 45">
                  <a:extLst>
                    <a:ext uri="{FF2B5EF4-FFF2-40B4-BE49-F238E27FC236}">
                      <a16:creationId xmlns:a16="http://schemas.microsoft.com/office/drawing/2014/main" id="{D4A6D5CA-2283-E53C-DC66-65D242219505}"/>
                    </a:ext>
                  </a:extLst>
                </p:cNvPr>
                <p:cNvSpPr>
                  <a:spLocks noChangeArrowheads="1"/>
                </p:cNvSpPr>
                <p:nvPr/>
              </p:nvSpPr>
              <p:spPr bwMode="auto">
                <a:xfrm>
                  <a:off x="81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4" name="Oval 46">
                  <a:extLst>
                    <a:ext uri="{FF2B5EF4-FFF2-40B4-BE49-F238E27FC236}">
                      <a16:creationId xmlns:a16="http://schemas.microsoft.com/office/drawing/2014/main" id="{D0094FDE-19EE-EFB6-1915-36C64063BF77}"/>
                    </a:ext>
                  </a:extLst>
                </p:cNvPr>
                <p:cNvSpPr>
                  <a:spLocks noChangeArrowheads="1"/>
                </p:cNvSpPr>
                <p:nvPr/>
              </p:nvSpPr>
              <p:spPr bwMode="auto">
                <a:xfrm>
                  <a:off x="672" y="38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5" name="Oval 47">
                  <a:extLst>
                    <a:ext uri="{FF2B5EF4-FFF2-40B4-BE49-F238E27FC236}">
                      <a16:creationId xmlns:a16="http://schemas.microsoft.com/office/drawing/2014/main" id="{5F18B91F-EAD5-7CE0-AFE6-7C09ABAE5047}"/>
                    </a:ext>
                  </a:extLst>
                </p:cNvPr>
                <p:cNvSpPr>
                  <a:spLocks noChangeArrowheads="1"/>
                </p:cNvSpPr>
                <p:nvPr/>
              </p:nvSpPr>
              <p:spPr bwMode="auto">
                <a:xfrm>
                  <a:off x="192"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6" name="Oval 48">
                  <a:extLst>
                    <a:ext uri="{FF2B5EF4-FFF2-40B4-BE49-F238E27FC236}">
                      <a16:creationId xmlns:a16="http://schemas.microsoft.com/office/drawing/2014/main" id="{BB554C53-DA10-BAE8-883B-23854C4DFB63}"/>
                    </a:ext>
                  </a:extLst>
                </p:cNvPr>
                <p:cNvSpPr>
                  <a:spLocks noChangeArrowheads="1"/>
                </p:cNvSpPr>
                <p:nvPr/>
              </p:nvSpPr>
              <p:spPr bwMode="auto">
                <a:xfrm>
                  <a:off x="33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7" name="Oval 49">
                  <a:extLst>
                    <a:ext uri="{FF2B5EF4-FFF2-40B4-BE49-F238E27FC236}">
                      <a16:creationId xmlns:a16="http://schemas.microsoft.com/office/drawing/2014/main" id="{14108DF1-F2E7-560B-8A73-8A82B15D8E59}"/>
                    </a:ext>
                  </a:extLst>
                </p:cNvPr>
                <p:cNvSpPr>
                  <a:spLocks noChangeArrowheads="1"/>
                </p:cNvSpPr>
                <p:nvPr/>
              </p:nvSpPr>
              <p:spPr bwMode="auto">
                <a:xfrm>
                  <a:off x="57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8" name="Oval 50">
                  <a:extLst>
                    <a:ext uri="{FF2B5EF4-FFF2-40B4-BE49-F238E27FC236}">
                      <a16:creationId xmlns:a16="http://schemas.microsoft.com/office/drawing/2014/main" id="{9E1B395B-BF05-5796-08F7-C9C2693984A7}"/>
                    </a:ext>
                  </a:extLst>
                </p:cNvPr>
                <p:cNvSpPr>
                  <a:spLocks noChangeArrowheads="1"/>
                </p:cNvSpPr>
                <p:nvPr/>
              </p:nvSpPr>
              <p:spPr bwMode="auto">
                <a:xfrm>
                  <a:off x="336"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9" name="Oval 51">
                  <a:extLst>
                    <a:ext uri="{FF2B5EF4-FFF2-40B4-BE49-F238E27FC236}">
                      <a16:creationId xmlns:a16="http://schemas.microsoft.com/office/drawing/2014/main" id="{B66146D7-8139-817C-58AA-6323F0BDA07A}"/>
                    </a:ext>
                  </a:extLst>
                </p:cNvPr>
                <p:cNvSpPr>
                  <a:spLocks noChangeArrowheads="1"/>
                </p:cNvSpPr>
                <p:nvPr/>
              </p:nvSpPr>
              <p:spPr bwMode="auto">
                <a:xfrm>
                  <a:off x="336" y="336"/>
                  <a:ext cx="192" cy="192"/>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0" name="Oval 52">
                  <a:extLst>
                    <a:ext uri="{FF2B5EF4-FFF2-40B4-BE49-F238E27FC236}">
                      <a16:creationId xmlns:a16="http://schemas.microsoft.com/office/drawing/2014/main" id="{A75715EB-CDFC-A7F0-B470-1713F39BD160}"/>
                    </a:ext>
                  </a:extLst>
                </p:cNvPr>
                <p:cNvSpPr>
                  <a:spLocks noChangeArrowheads="1"/>
                </p:cNvSpPr>
                <p:nvPr/>
              </p:nvSpPr>
              <p:spPr bwMode="auto">
                <a:xfrm>
                  <a:off x="528"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1" name="Oval 53">
                  <a:extLst>
                    <a:ext uri="{FF2B5EF4-FFF2-40B4-BE49-F238E27FC236}">
                      <a16:creationId xmlns:a16="http://schemas.microsoft.com/office/drawing/2014/main" id="{57A261EB-11F8-917A-B2CD-F0A0E3E34283}"/>
                    </a:ext>
                  </a:extLst>
                </p:cNvPr>
                <p:cNvSpPr>
                  <a:spLocks noChangeArrowheads="1"/>
                </p:cNvSpPr>
                <p:nvPr/>
              </p:nvSpPr>
              <p:spPr bwMode="auto">
                <a:xfrm>
                  <a:off x="144"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2" name="Oval 54">
                  <a:extLst>
                    <a:ext uri="{FF2B5EF4-FFF2-40B4-BE49-F238E27FC236}">
                      <a16:creationId xmlns:a16="http://schemas.microsoft.com/office/drawing/2014/main" id="{0B84042E-7EC9-2687-C927-4BDC6BAEF73F}"/>
                    </a:ext>
                  </a:extLst>
                </p:cNvPr>
                <p:cNvSpPr>
                  <a:spLocks noChangeArrowheads="1"/>
                </p:cNvSpPr>
                <p:nvPr/>
              </p:nvSpPr>
              <p:spPr bwMode="auto">
                <a:xfrm>
                  <a:off x="336" y="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3" name="Oval 55">
                  <a:extLst>
                    <a:ext uri="{FF2B5EF4-FFF2-40B4-BE49-F238E27FC236}">
                      <a16:creationId xmlns:a16="http://schemas.microsoft.com/office/drawing/2014/main" id="{88766E5E-C398-1A13-F796-4F6205AD4F71}"/>
                    </a:ext>
                  </a:extLst>
                </p:cNvPr>
                <p:cNvSpPr>
                  <a:spLocks noChangeArrowheads="1"/>
                </p:cNvSpPr>
                <p:nvPr/>
              </p:nvSpPr>
              <p:spPr bwMode="auto">
                <a:xfrm>
                  <a:off x="672"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4" name="Oval 56">
                  <a:extLst>
                    <a:ext uri="{FF2B5EF4-FFF2-40B4-BE49-F238E27FC236}">
                      <a16:creationId xmlns:a16="http://schemas.microsoft.com/office/drawing/2014/main" id="{1EE8EBE4-178A-875D-B83B-ADF7246E0339}"/>
                    </a:ext>
                  </a:extLst>
                </p:cNvPr>
                <p:cNvSpPr>
                  <a:spLocks noChangeArrowheads="1"/>
                </p:cNvSpPr>
                <p:nvPr/>
              </p:nvSpPr>
              <p:spPr bwMode="auto">
                <a:xfrm>
                  <a:off x="0" y="14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5" name="Oval 57">
                  <a:extLst>
                    <a:ext uri="{FF2B5EF4-FFF2-40B4-BE49-F238E27FC236}">
                      <a16:creationId xmlns:a16="http://schemas.microsoft.com/office/drawing/2014/main" id="{6BB0D74E-91BC-5519-CC63-4C8EB456B2BB}"/>
                    </a:ext>
                  </a:extLst>
                </p:cNvPr>
                <p:cNvSpPr>
                  <a:spLocks noChangeArrowheads="1"/>
                </p:cNvSpPr>
                <p:nvPr/>
              </p:nvSpPr>
              <p:spPr bwMode="auto">
                <a:xfrm>
                  <a:off x="144" y="4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6" name="Oval 58">
                  <a:extLst>
                    <a:ext uri="{FF2B5EF4-FFF2-40B4-BE49-F238E27FC236}">
                      <a16:creationId xmlns:a16="http://schemas.microsoft.com/office/drawing/2014/main" id="{30A5AC27-FC40-ABFB-180F-24A871886D63}"/>
                    </a:ext>
                  </a:extLst>
                </p:cNvPr>
                <p:cNvSpPr>
                  <a:spLocks noChangeArrowheads="1"/>
                </p:cNvSpPr>
                <p:nvPr/>
              </p:nvSpPr>
              <p:spPr bwMode="auto">
                <a:xfrm>
                  <a:off x="480" y="9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7" name="Oval 59">
                  <a:extLst>
                    <a:ext uri="{FF2B5EF4-FFF2-40B4-BE49-F238E27FC236}">
                      <a16:creationId xmlns:a16="http://schemas.microsoft.com/office/drawing/2014/main" id="{146FE2FB-5107-A5AC-97D6-C85E1284452B}"/>
                    </a:ext>
                  </a:extLst>
                </p:cNvPr>
                <p:cNvSpPr>
                  <a:spLocks noChangeArrowheads="1"/>
                </p:cNvSpPr>
                <p:nvPr/>
              </p:nvSpPr>
              <p:spPr bwMode="auto">
                <a:xfrm>
                  <a:off x="67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8" name="Oval 60">
                  <a:extLst>
                    <a:ext uri="{FF2B5EF4-FFF2-40B4-BE49-F238E27FC236}">
                      <a16:creationId xmlns:a16="http://schemas.microsoft.com/office/drawing/2014/main" id="{133D441C-205A-BD0E-BC53-B1C3B32E7AB7}"/>
                    </a:ext>
                  </a:extLst>
                </p:cNvPr>
                <p:cNvSpPr>
                  <a:spLocks noChangeArrowheads="1"/>
                </p:cNvSpPr>
                <p:nvPr/>
              </p:nvSpPr>
              <p:spPr bwMode="auto">
                <a:xfrm>
                  <a:off x="76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9" name="Oval 61">
                  <a:extLst>
                    <a:ext uri="{FF2B5EF4-FFF2-40B4-BE49-F238E27FC236}">
                      <a16:creationId xmlns:a16="http://schemas.microsoft.com/office/drawing/2014/main" id="{2BF938C0-0217-B1D6-A927-8E3D83E43AFA}"/>
                    </a:ext>
                  </a:extLst>
                </p:cNvPr>
                <p:cNvSpPr>
                  <a:spLocks noChangeArrowheads="1"/>
                </p:cNvSpPr>
                <p:nvPr/>
              </p:nvSpPr>
              <p:spPr bwMode="auto">
                <a:xfrm>
                  <a:off x="480"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0" name="Oval 62">
                  <a:extLst>
                    <a:ext uri="{FF2B5EF4-FFF2-40B4-BE49-F238E27FC236}">
                      <a16:creationId xmlns:a16="http://schemas.microsoft.com/office/drawing/2014/main" id="{5B70E059-EB7E-DEF4-E1D8-5D729C243306}"/>
                    </a:ext>
                  </a:extLst>
                </p:cNvPr>
                <p:cNvSpPr>
                  <a:spLocks noChangeArrowheads="1"/>
                </p:cNvSpPr>
                <p:nvPr/>
              </p:nvSpPr>
              <p:spPr bwMode="auto">
                <a:xfrm>
                  <a:off x="672"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1" name="Oval 63">
                  <a:extLst>
                    <a:ext uri="{FF2B5EF4-FFF2-40B4-BE49-F238E27FC236}">
                      <a16:creationId xmlns:a16="http://schemas.microsoft.com/office/drawing/2014/main" id="{9B112976-A178-CE4B-1B71-D525AA081206}"/>
                    </a:ext>
                  </a:extLst>
                </p:cNvPr>
                <p:cNvSpPr/>
                <p:nvPr/>
              </p:nvSpPr>
              <p:spPr>
                <a:xfrm>
                  <a:off x="864" y="864"/>
                  <a:ext cx="192" cy="192"/>
                </a:xfrm>
                <a:prstGeom prst="ellipse">
                  <a:avLst/>
                </a:prstGeom>
                <a:grpFill/>
                <a:ln w="9525" cap="flat" cmpd="sng">
                  <a:solidFill>
                    <a:schemeClr val="tx1"/>
                  </a:solidFill>
                  <a:prstDash val="solid"/>
                  <a:headEnd type="none" w="med" len="med"/>
                  <a:tailEnd type="none" w="med" len="med"/>
                </a:ln>
                <a:effectLst/>
              </p:spPr>
              <p:txBody>
                <a:bodyPr wrap="none" anchor="ctr"/>
                <a:lstStyle/>
                <a:p>
                  <a:pPr>
                    <a:defRPr/>
                  </a:pPr>
                  <a:endParaRPr lang="zh-CN" altLang="en-US" noProof="1">
                    <a:latin typeface="Verdana" panose="020B0604030504040204" pitchFamily="2" charset="0"/>
                  </a:endParaRPr>
                </a:p>
              </p:txBody>
            </p:sp>
            <p:sp>
              <p:nvSpPr>
                <p:cNvPr id="42" name="Oval 64">
                  <a:extLst>
                    <a:ext uri="{FF2B5EF4-FFF2-40B4-BE49-F238E27FC236}">
                      <a16:creationId xmlns:a16="http://schemas.microsoft.com/office/drawing/2014/main" id="{754DF5C3-01D7-4C83-B1B3-61392AC85C5D}"/>
                    </a:ext>
                  </a:extLst>
                </p:cNvPr>
                <p:cNvSpPr>
                  <a:spLocks noChangeArrowheads="1"/>
                </p:cNvSpPr>
                <p:nvPr/>
              </p:nvSpPr>
              <p:spPr bwMode="auto">
                <a:xfrm>
                  <a:off x="960"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3" name="Oval 65">
                  <a:extLst>
                    <a:ext uri="{FF2B5EF4-FFF2-40B4-BE49-F238E27FC236}">
                      <a16:creationId xmlns:a16="http://schemas.microsoft.com/office/drawing/2014/main" id="{F9A1E06E-048B-D0C3-741A-027E2E92EC34}"/>
                    </a:ext>
                  </a:extLst>
                </p:cNvPr>
                <p:cNvSpPr>
                  <a:spLocks noChangeArrowheads="1"/>
                </p:cNvSpPr>
                <p:nvPr/>
              </p:nvSpPr>
              <p:spPr bwMode="auto">
                <a:xfrm>
                  <a:off x="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4" name="Oval 66">
                  <a:extLst>
                    <a:ext uri="{FF2B5EF4-FFF2-40B4-BE49-F238E27FC236}">
                      <a16:creationId xmlns:a16="http://schemas.microsoft.com/office/drawing/2014/main" id="{02F136AA-CF8E-065E-D0EC-6B52C49DA7B5}"/>
                    </a:ext>
                  </a:extLst>
                </p:cNvPr>
                <p:cNvSpPr>
                  <a:spLocks noChangeArrowheads="1"/>
                </p:cNvSpPr>
                <p:nvPr/>
              </p:nvSpPr>
              <p:spPr bwMode="auto">
                <a:xfrm>
                  <a:off x="48"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5" name="Oval 67">
                  <a:extLst>
                    <a:ext uri="{FF2B5EF4-FFF2-40B4-BE49-F238E27FC236}">
                      <a16:creationId xmlns:a16="http://schemas.microsoft.com/office/drawing/2014/main" id="{8C36E213-4E67-562F-52D4-1780BF343872}"/>
                    </a:ext>
                  </a:extLst>
                </p:cNvPr>
                <p:cNvSpPr>
                  <a:spLocks noChangeArrowheads="1"/>
                </p:cNvSpPr>
                <p:nvPr/>
              </p:nvSpPr>
              <p:spPr bwMode="auto">
                <a:xfrm>
                  <a:off x="48"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6" name="Oval 68">
                  <a:extLst>
                    <a:ext uri="{FF2B5EF4-FFF2-40B4-BE49-F238E27FC236}">
                      <a16:creationId xmlns:a16="http://schemas.microsoft.com/office/drawing/2014/main" id="{94E48DF4-D8E9-E69D-9BC8-AB11D03F1520}"/>
                    </a:ext>
                  </a:extLst>
                </p:cNvPr>
                <p:cNvSpPr>
                  <a:spLocks noChangeArrowheads="1"/>
                </p:cNvSpPr>
                <p:nvPr/>
              </p:nvSpPr>
              <p:spPr bwMode="auto">
                <a:xfrm>
                  <a:off x="19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grpSp>
          <p:sp>
            <p:nvSpPr>
              <p:cNvPr id="16" name="Line 70">
                <a:extLst>
                  <a:ext uri="{FF2B5EF4-FFF2-40B4-BE49-F238E27FC236}">
                    <a16:creationId xmlns:a16="http://schemas.microsoft.com/office/drawing/2014/main" id="{FE85E854-555D-241D-F0CE-06A32987FE29}"/>
                  </a:ext>
                </a:extLst>
              </p:cNvPr>
              <p:cNvSpPr>
                <a:spLocks noChangeShapeType="1"/>
              </p:cNvSpPr>
              <p:nvPr/>
            </p:nvSpPr>
            <p:spPr bwMode="auto">
              <a:xfrm>
                <a:off x="501" y="144"/>
                <a:ext cx="0" cy="720"/>
              </a:xfrm>
              <a:prstGeom prst="line">
                <a:avLst/>
              </a:prstGeom>
              <a:grpFill/>
              <a:ln w="9525">
                <a:solidFill>
                  <a:schemeClr val="tx1"/>
                </a:solidFill>
                <a:round/>
                <a:headEnd/>
                <a:tailEnd/>
              </a:ln>
            </p:spPr>
            <p:txBody>
              <a:bodyPr/>
              <a:lstStyle/>
              <a:p>
                <a:pPr>
                  <a:defRPr/>
                </a:pPr>
                <a:endParaRPr lang="zh-CN" altLang="en-US"/>
              </a:p>
            </p:txBody>
          </p:sp>
          <p:sp>
            <p:nvSpPr>
              <p:cNvPr id="17" name="Line 71">
                <a:extLst>
                  <a:ext uri="{FF2B5EF4-FFF2-40B4-BE49-F238E27FC236}">
                    <a16:creationId xmlns:a16="http://schemas.microsoft.com/office/drawing/2014/main" id="{7231C3C0-A827-56C7-4449-381283D04AC5}"/>
                  </a:ext>
                </a:extLst>
              </p:cNvPr>
              <p:cNvSpPr>
                <a:spLocks noChangeShapeType="1"/>
              </p:cNvSpPr>
              <p:nvPr/>
            </p:nvSpPr>
            <p:spPr bwMode="auto">
              <a:xfrm>
                <a:off x="2085" y="144"/>
                <a:ext cx="0" cy="720"/>
              </a:xfrm>
              <a:prstGeom prst="line">
                <a:avLst/>
              </a:prstGeom>
              <a:grpFill/>
              <a:ln w="9525">
                <a:solidFill>
                  <a:schemeClr val="tx1"/>
                </a:solidFill>
                <a:round/>
                <a:headEnd/>
                <a:tailEnd/>
              </a:ln>
            </p:spPr>
            <p:txBody>
              <a:bodyPr/>
              <a:lstStyle/>
              <a:p>
                <a:pPr>
                  <a:defRPr/>
                </a:pPr>
                <a:endParaRPr lang="zh-CN" altLang="en-US"/>
              </a:p>
            </p:txBody>
          </p:sp>
          <p:sp>
            <p:nvSpPr>
              <p:cNvPr id="18" name="Line 72">
                <a:extLst>
                  <a:ext uri="{FF2B5EF4-FFF2-40B4-BE49-F238E27FC236}">
                    <a16:creationId xmlns:a16="http://schemas.microsoft.com/office/drawing/2014/main" id="{5045D41C-6DAB-2582-CF37-4BEE209BC097}"/>
                  </a:ext>
                </a:extLst>
              </p:cNvPr>
              <p:cNvSpPr>
                <a:spLocks noChangeShapeType="1"/>
              </p:cNvSpPr>
              <p:nvPr/>
            </p:nvSpPr>
            <p:spPr bwMode="auto">
              <a:xfrm>
                <a:off x="501" y="864"/>
                <a:ext cx="1584" cy="0"/>
              </a:xfrm>
              <a:prstGeom prst="line">
                <a:avLst/>
              </a:prstGeom>
              <a:grpFill/>
              <a:ln w="9525">
                <a:solidFill>
                  <a:schemeClr val="tx1"/>
                </a:solidFill>
                <a:round/>
                <a:headEnd/>
                <a:tailEnd/>
              </a:ln>
            </p:spPr>
            <p:txBody>
              <a:bodyPr/>
              <a:lstStyle/>
              <a:p>
                <a:pPr>
                  <a:defRPr/>
                </a:pPr>
                <a:endParaRPr lang="zh-CN" altLang="en-US"/>
              </a:p>
            </p:txBody>
          </p:sp>
        </p:grpSp>
        <p:sp>
          <p:nvSpPr>
            <p:cNvPr id="14" name="Rectangle 69">
              <a:extLst>
                <a:ext uri="{FF2B5EF4-FFF2-40B4-BE49-F238E27FC236}">
                  <a16:creationId xmlns:a16="http://schemas.microsoft.com/office/drawing/2014/main" id="{0816759F-567E-71F7-E246-0A513E7AA149}"/>
                </a:ext>
              </a:extLst>
            </p:cNvPr>
            <p:cNvSpPr>
              <a:spLocks noChangeArrowheads="1"/>
            </p:cNvSpPr>
            <p:nvPr/>
          </p:nvSpPr>
          <p:spPr bwMode="auto">
            <a:xfrm>
              <a:off x="3492500" y="3460750"/>
              <a:ext cx="2825750"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ea typeface="楷体" panose="02010609060101010101" pitchFamily="49" charset="-122"/>
                  <a:cs typeface="Times New Roman" panose="02020603050405020304" pitchFamily="18" charset="0"/>
                </a:rPr>
                <a:t>乙箱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99</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1</a:t>
              </a:r>
              <a:r>
                <a:rPr lang="zh-CN" altLang="en-US" sz="2000" b="1">
                  <a:latin typeface="楷体" panose="02010609060101010101" pitchFamily="49" charset="-122"/>
                  <a:ea typeface="楷体" panose="02010609060101010101" pitchFamily="49" charset="-122"/>
                  <a:cs typeface="Times New Roman" panose="02020603050405020304" pitchFamily="18" charset="0"/>
                </a:rPr>
                <a:t>个白球</a:t>
              </a:r>
            </a:p>
          </p:txBody>
        </p:sp>
      </p:grpSp>
      <p:grpSp>
        <p:nvGrpSpPr>
          <p:cNvPr id="47" name="组合 1">
            <a:extLst>
              <a:ext uri="{FF2B5EF4-FFF2-40B4-BE49-F238E27FC236}">
                <a16:creationId xmlns:a16="http://schemas.microsoft.com/office/drawing/2014/main" id="{E3334FE1-2434-53F7-8037-A2B8182A945D}"/>
              </a:ext>
            </a:extLst>
          </p:cNvPr>
          <p:cNvGrpSpPr>
            <a:grpSpLocks/>
          </p:cNvGrpSpPr>
          <p:nvPr/>
        </p:nvGrpSpPr>
        <p:grpSpPr bwMode="auto">
          <a:xfrm>
            <a:off x="609600" y="2133600"/>
            <a:ext cx="2827338" cy="1703388"/>
            <a:chOff x="609600" y="2132856"/>
            <a:chExt cx="2827338" cy="1704132"/>
          </a:xfrm>
        </p:grpSpPr>
        <p:grpSp>
          <p:nvGrpSpPr>
            <p:cNvPr id="48" name="Group 39">
              <a:extLst>
                <a:ext uri="{FF2B5EF4-FFF2-40B4-BE49-F238E27FC236}">
                  <a16:creationId xmlns:a16="http://schemas.microsoft.com/office/drawing/2014/main" id="{2EFF8AE8-6D70-F7FC-D12F-7362CEDD5648}"/>
                </a:ext>
              </a:extLst>
            </p:cNvPr>
            <p:cNvGrpSpPr>
              <a:grpSpLocks/>
            </p:cNvGrpSpPr>
            <p:nvPr/>
          </p:nvGrpSpPr>
          <p:grpSpPr bwMode="auto">
            <a:xfrm>
              <a:off x="1069402" y="2132856"/>
              <a:ext cx="1798311" cy="1236724"/>
              <a:chOff x="501" y="0"/>
              <a:chExt cx="1584" cy="864"/>
            </a:xfrm>
            <a:solidFill>
              <a:schemeClr val="bg1"/>
            </a:solidFill>
          </p:grpSpPr>
          <p:grpSp>
            <p:nvGrpSpPr>
              <p:cNvPr id="50" name="Group 40">
                <a:extLst>
                  <a:ext uri="{FF2B5EF4-FFF2-40B4-BE49-F238E27FC236}">
                    <a16:creationId xmlns:a16="http://schemas.microsoft.com/office/drawing/2014/main" id="{1784016A-1C47-F30E-6C7E-A54B951DCD1D}"/>
                  </a:ext>
                </a:extLst>
              </p:cNvPr>
              <p:cNvGrpSpPr>
                <a:grpSpLocks/>
              </p:cNvGrpSpPr>
              <p:nvPr/>
            </p:nvGrpSpPr>
            <p:grpSpPr bwMode="auto">
              <a:xfrm>
                <a:off x="789" y="0"/>
                <a:ext cx="1104" cy="864"/>
                <a:chOff x="0" y="0"/>
                <a:chExt cx="1152" cy="1056"/>
              </a:xfrm>
              <a:grpFill/>
            </p:grpSpPr>
            <p:sp>
              <p:nvSpPr>
                <p:cNvPr id="54" name="Oval 41">
                  <a:extLst>
                    <a:ext uri="{FF2B5EF4-FFF2-40B4-BE49-F238E27FC236}">
                      <a16:creationId xmlns:a16="http://schemas.microsoft.com/office/drawing/2014/main" id="{DCE66461-F3C7-881D-C8B0-DEE1E786CE7C}"/>
                    </a:ext>
                  </a:extLst>
                </p:cNvPr>
                <p:cNvSpPr>
                  <a:spLocks noChangeArrowheads="1"/>
                </p:cNvSpPr>
                <p:nvPr/>
              </p:nvSpPr>
              <p:spPr bwMode="auto">
                <a:xfrm>
                  <a:off x="28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5" name="Oval 42">
                  <a:extLst>
                    <a:ext uri="{FF2B5EF4-FFF2-40B4-BE49-F238E27FC236}">
                      <a16:creationId xmlns:a16="http://schemas.microsoft.com/office/drawing/2014/main" id="{15A22932-793C-6312-5CF5-5DA23D9A3A11}"/>
                    </a:ext>
                  </a:extLst>
                </p:cNvPr>
                <p:cNvSpPr>
                  <a:spLocks noChangeArrowheads="1"/>
                </p:cNvSpPr>
                <p:nvPr/>
              </p:nvSpPr>
              <p:spPr bwMode="auto">
                <a:xfrm>
                  <a:off x="480"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6" name="Oval 43">
                  <a:extLst>
                    <a:ext uri="{FF2B5EF4-FFF2-40B4-BE49-F238E27FC236}">
                      <a16:creationId xmlns:a16="http://schemas.microsoft.com/office/drawing/2014/main" id="{9D2B877E-51A2-BE40-DB47-A86EE64898BC}"/>
                    </a:ext>
                  </a:extLst>
                </p:cNvPr>
                <p:cNvSpPr>
                  <a:spLocks noChangeArrowheads="1"/>
                </p:cNvSpPr>
                <p:nvPr/>
              </p:nvSpPr>
              <p:spPr bwMode="auto">
                <a:xfrm>
                  <a:off x="48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7" name="Oval 44">
                  <a:extLst>
                    <a:ext uri="{FF2B5EF4-FFF2-40B4-BE49-F238E27FC236}">
                      <a16:creationId xmlns:a16="http://schemas.microsoft.com/office/drawing/2014/main" id="{4C319F49-AE13-FC87-3B70-EC021B393466}"/>
                    </a:ext>
                  </a:extLst>
                </p:cNvPr>
                <p:cNvSpPr>
                  <a:spLocks noChangeArrowheads="1"/>
                </p:cNvSpPr>
                <p:nvPr/>
              </p:nvSpPr>
              <p:spPr bwMode="auto">
                <a:xfrm>
                  <a:off x="144"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8" name="Oval 45">
                  <a:extLst>
                    <a:ext uri="{FF2B5EF4-FFF2-40B4-BE49-F238E27FC236}">
                      <a16:creationId xmlns:a16="http://schemas.microsoft.com/office/drawing/2014/main" id="{E1E9CDC0-F78E-DBAB-09E8-FAC5F6B040EE}"/>
                    </a:ext>
                  </a:extLst>
                </p:cNvPr>
                <p:cNvSpPr>
                  <a:spLocks noChangeArrowheads="1"/>
                </p:cNvSpPr>
                <p:nvPr/>
              </p:nvSpPr>
              <p:spPr bwMode="auto">
                <a:xfrm>
                  <a:off x="81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9" name="Oval 46">
                  <a:extLst>
                    <a:ext uri="{FF2B5EF4-FFF2-40B4-BE49-F238E27FC236}">
                      <a16:creationId xmlns:a16="http://schemas.microsoft.com/office/drawing/2014/main" id="{3579542D-FCBF-2BC6-3951-40D4D10D119B}"/>
                    </a:ext>
                  </a:extLst>
                </p:cNvPr>
                <p:cNvSpPr>
                  <a:spLocks noChangeArrowheads="1"/>
                </p:cNvSpPr>
                <p:nvPr/>
              </p:nvSpPr>
              <p:spPr bwMode="auto">
                <a:xfrm>
                  <a:off x="672" y="38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0" name="Oval 47">
                  <a:extLst>
                    <a:ext uri="{FF2B5EF4-FFF2-40B4-BE49-F238E27FC236}">
                      <a16:creationId xmlns:a16="http://schemas.microsoft.com/office/drawing/2014/main" id="{11EBF51C-4EF7-7E2C-E1A4-23A3C3FF73EE}"/>
                    </a:ext>
                  </a:extLst>
                </p:cNvPr>
                <p:cNvSpPr>
                  <a:spLocks noChangeArrowheads="1"/>
                </p:cNvSpPr>
                <p:nvPr/>
              </p:nvSpPr>
              <p:spPr bwMode="auto">
                <a:xfrm>
                  <a:off x="192"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1" name="Oval 48">
                  <a:extLst>
                    <a:ext uri="{FF2B5EF4-FFF2-40B4-BE49-F238E27FC236}">
                      <a16:creationId xmlns:a16="http://schemas.microsoft.com/office/drawing/2014/main" id="{E91B6E47-2D9C-8E99-FDC8-1C10B8341055}"/>
                    </a:ext>
                  </a:extLst>
                </p:cNvPr>
                <p:cNvSpPr>
                  <a:spLocks noChangeArrowheads="1"/>
                </p:cNvSpPr>
                <p:nvPr/>
              </p:nvSpPr>
              <p:spPr bwMode="auto">
                <a:xfrm>
                  <a:off x="33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2" name="Oval 49">
                  <a:extLst>
                    <a:ext uri="{FF2B5EF4-FFF2-40B4-BE49-F238E27FC236}">
                      <a16:creationId xmlns:a16="http://schemas.microsoft.com/office/drawing/2014/main" id="{02245F9D-30C4-C6E4-4136-48A4FF325BB1}"/>
                    </a:ext>
                  </a:extLst>
                </p:cNvPr>
                <p:cNvSpPr>
                  <a:spLocks noChangeArrowheads="1"/>
                </p:cNvSpPr>
                <p:nvPr/>
              </p:nvSpPr>
              <p:spPr bwMode="auto">
                <a:xfrm>
                  <a:off x="57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3" name="Oval 50">
                  <a:extLst>
                    <a:ext uri="{FF2B5EF4-FFF2-40B4-BE49-F238E27FC236}">
                      <a16:creationId xmlns:a16="http://schemas.microsoft.com/office/drawing/2014/main" id="{B5C3DA39-5E2F-EF45-289B-C09EC3BE72A9}"/>
                    </a:ext>
                  </a:extLst>
                </p:cNvPr>
                <p:cNvSpPr>
                  <a:spLocks noChangeArrowheads="1"/>
                </p:cNvSpPr>
                <p:nvPr/>
              </p:nvSpPr>
              <p:spPr bwMode="auto">
                <a:xfrm>
                  <a:off x="336"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4" name="Oval 51">
                  <a:extLst>
                    <a:ext uri="{FF2B5EF4-FFF2-40B4-BE49-F238E27FC236}">
                      <a16:creationId xmlns:a16="http://schemas.microsoft.com/office/drawing/2014/main" id="{D109E3CA-30DB-5D3C-6EDF-D24164F21709}"/>
                    </a:ext>
                  </a:extLst>
                </p:cNvPr>
                <p:cNvSpPr>
                  <a:spLocks noChangeArrowheads="1"/>
                </p:cNvSpPr>
                <p:nvPr/>
              </p:nvSpPr>
              <p:spPr bwMode="auto">
                <a:xfrm>
                  <a:off x="336"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5" name="Oval 52">
                  <a:extLst>
                    <a:ext uri="{FF2B5EF4-FFF2-40B4-BE49-F238E27FC236}">
                      <a16:creationId xmlns:a16="http://schemas.microsoft.com/office/drawing/2014/main" id="{BB0899BB-FC3F-42FB-1DF4-1BFC5DF52492}"/>
                    </a:ext>
                  </a:extLst>
                </p:cNvPr>
                <p:cNvSpPr>
                  <a:spLocks noChangeArrowheads="1"/>
                </p:cNvSpPr>
                <p:nvPr/>
              </p:nvSpPr>
              <p:spPr bwMode="auto">
                <a:xfrm>
                  <a:off x="528"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6" name="Oval 53">
                  <a:extLst>
                    <a:ext uri="{FF2B5EF4-FFF2-40B4-BE49-F238E27FC236}">
                      <a16:creationId xmlns:a16="http://schemas.microsoft.com/office/drawing/2014/main" id="{8E0C9FA2-185C-433C-0C66-A68FC136F14A}"/>
                    </a:ext>
                  </a:extLst>
                </p:cNvPr>
                <p:cNvSpPr>
                  <a:spLocks noChangeArrowheads="1"/>
                </p:cNvSpPr>
                <p:nvPr/>
              </p:nvSpPr>
              <p:spPr bwMode="auto">
                <a:xfrm>
                  <a:off x="144"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7" name="Oval 54">
                  <a:extLst>
                    <a:ext uri="{FF2B5EF4-FFF2-40B4-BE49-F238E27FC236}">
                      <a16:creationId xmlns:a16="http://schemas.microsoft.com/office/drawing/2014/main" id="{4D8F85F5-CEBB-E050-A28C-207E9AC964CE}"/>
                    </a:ext>
                  </a:extLst>
                </p:cNvPr>
                <p:cNvSpPr>
                  <a:spLocks noChangeArrowheads="1"/>
                </p:cNvSpPr>
                <p:nvPr/>
              </p:nvSpPr>
              <p:spPr bwMode="auto">
                <a:xfrm>
                  <a:off x="336" y="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8" name="Oval 55">
                  <a:extLst>
                    <a:ext uri="{FF2B5EF4-FFF2-40B4-BE49-F238E27FC236}">
                      <a16:creationId xmlns:a16="http://schemas.microsoft.com/office/drawing/2014/main" id="{7585A4B6-DFEF-C545-D218-44D595DCDA29}"/>
                    </a:ext>
                  </a:extLst>
                </p:cNvPr>
                <p:cNvSpPr>
                  <a:spLocks noChangeArrowheads="1"/>
                </p:cNvSpPr>
                <p:nvPr/>
              </p:nvSpPr>
              <p:spPr bwMode="auto">
                <a:xfrm>
                  <a:off x="672" y="192"/>
                  <a:ext cx="192" cy="192"/>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9" name="Oval 56">
                  <a:extLst>
                    <a:ext uri="{FF2B5EF4-FFF2-40B4-BE49-F238E27FC236}">
                      <a16:creationId xmlns:a16="http://schemas.microsoft.com/office/drawing/2014/main" id="{EF6F6539-B6F9-F192-59B4-5D14558C10C0}"/>
                    </a:ext>
                  </a:extLst>
                </p:cNvPr>
                <p:cNvSpPr>
                  <a:spLocks noChangeArrowheads="1"/>
                </p:cNvSpPr>
                <p:nvPr/>
              </p:nvSpPr>
              <p:spPr bwMode="auto">
                <a:xfrm>
                  <a:off x="0" y="14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0" name="Oval 57">
                  <a:extLst>
                    <a:ext uri="{FF2B5EF4-FFF2-40B4-BE49-F238E27FC236}">
                      <a16:creationId xmlns:a16="http://schemas.microsoft.com/office/drawing/2014/main" id="{787BBB3E-41E8-96CA-2A13-07EEA7CA5970}"/>
                    </a:ext>
                  </a:extLst>
                </p:cNvPr>
                <p:cNvSpPr>
                  <a:spLocks noChangeArrowheads="1"/>
                </p:cNvSpPr>
                <p:nvPr/>
              </p:nvSpPr>
              <p:spPr bwMode="auto">
                <a:xfrm>
                  <a:off x="144" y="4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1" name="Oval 58">
                  <a:extLst>
                    <a:ext uri="{FF2B5EF4-FFF2-40B4-BE49-F238E27FC236}">
                      <a16:creationId xmlns:a16="http://schemas.microsoft.com/office/drawing/2014/main" id="{9418706F-0891-7848-CEA2-31B8B163B3FC}"/>
                    </a:ext>
                  </a:extLst>
                </p:cNvPr>
                <p:cNvSpPr>
                  <a:spLocks noChangeArrowheads="1"/>
                </p:cNvSpPr>
                <p:nvPr/>
              </p:nvSpPr>
              <p:spPr bwMode="auto">
                <a:xfrm>
                  <a:off x="480" y="9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2" name="Oval 59">
                  <a:extLst>
                    <a:ext uri="{FF2B5EF4-FFF2-40B4-BE49-F238E27FC236}">
                      <a16:creationId xmlns:a16="http://schemas.microsoft.com/office/drawing/2014/main" id="{2F8E5553-C80E-C4E6-B2E1-535A1B3306EB}"/>
                    </a:ext>
                  </a:extLst>
                </p:cNvPr>
                <p:cNvSpPr>
                  <a:spLocks noChangeArrowheads="1"/>
                </p:cNvSpPr>
                <p:nvPr/>
              </p:nvSpPr>
              <p:spPr bwMode="auto">
                <a:xfrm>
                  <a:off x="67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3" name="Oval 60">
                  <a:extLst>
                    <a:ext uri="{FF2B5EF4-FFF2-40B4-BE49-F238E27FC236}">
                      <a16:creationId xmlns:a16="http://schemas.microsoft.com/office/drawing/2014/main" id="{5FEE2EA8-4D3B-AF08-1412-5E73DDDC3B61}"/>
                    </a:ext>
                  </a:extLst>
                </p:cNvPr>
                <p:cNvSpPr>
                  <a:spLocks noChangeArrowheads="1"/>
                </p:cNvSpPr>
                <p:nvPr/>
              </p:nvSpPr>
              <p:spPr bwMode="auto">
                <a:xfrm>
                  <a:off x="76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4" name="Oval 61">
                  <a:extLst>
                    <a:ext uri="{FF2B5EF4-FFF2-40B4-BE49-F238E27FC236}">
                      <a16:creationId xmlns:a16="http://schemas.microsoft.com/office/drawing/2014/main" id="{A3FBDA51-E6B6-CBDA-A56A-B9ED78766FE7}"/>
                    </a:ext>
                  </a:extLst>
                </p:cNvPr>
                <p:cNvSpPr>
                  <a:spLocks noChangeArrowheads="1"/>
                </p:cNvSpPr>
                <p:nvPr/>
              </p:nvSpPr>
              <p:spPr bwMode="auto">
                <a:xfrm>
                  <a:off x="480"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5" name="Oval 62">
                  <a:extLst>
                    <a:ext uri="{FF2B5EF4-FFF2-40B4-BE49-F238E27FC236}">
                      <a16:creationId xmlns:a16="http://schemas.microsoft.com/office/drawing/2014/main" id="{2CB367FF-8C34-A60E-7233-7443A08794B9}"/>
                    </a:ext>
                  </a:extLst>
                </p:cNvPr>
                <p:cNvSpPr>
                  <a:spLocks noChangeArrowheads="1"/>
                </p:cNvSpPr>
                <p:nvPr/>
              </p:nvSpPr>
              <p:spPr bwMode="auto">
                <a:xfrm>
                  <a:off x="672"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6" name="Oval 63">
                  <a:extLst>
                    <a:ext uri="{FF2B5EF4-FFF2-40B4-BE49-F238E27FC236}">
                      <a16:creationId xmlns:a16="http://schemas.microsoft.com/office/drawing/2014/main" id="{6BDAD3CB-6AD8-AED1-BCDD-DB0F1DD5520F}"/>
                    </a:ext>
                  </a:extLst>
                </p:cNvPr>
                <p:cNvSpPr/>
                <p:nvPr/>
              </p:nvSpPr>
              <p:spPr>
                <a:xfrm>
                  <a:off x="864" y="864"/>
                  <a:ext cx="192" cy="192"/>
                </a:xfrm>
                <a:prstGeom prst="ellipse">
                  <a:avLst/>
                </a:prstGeom>
                <a:grpFill/>
                <a:ln w="9525" cap="flat" cmpd="sng">
                  <a:solidFill>
                    <a:schemeClr val="tx1"/>
                  </a:solidFill>
                  <a:prstDash val="solid"/>
                  <a:headEnd type="none" w="med" len="med"/>
                  <a:tailEnd type="none" w="med" len="med"/>
                </a:ln>
                <a:effectLst/>
              </p:spPr>
              <p:txBody>
                <a:bodyPr wrap="none" anchor="ctr"/>
                <a:lstStyle/>
                <a:p>
                  <a:pPr>
                    <a:defRPr/>
                  </a:pPr>
                  <a:endParaRPr lang="zh-CN" altLang="en-US" noProof="1">
                    <a:latin typeface="Verdana" panose="020B0604030504040204" pitchFamily="2" charset="0"/>
                  </a:endParaRPr>
                </a:p>
              </p:txBody>
            </p:sp>
            <p:sp>
              <p:nvSpPr>
                <p:cNvPr id="77" name="Oval 64">
                  <a:extLst>
                    <a:ext uri="{FF2B5EF4-FFF2-40B4-BE49-F238E27FC236}">
                      <a16:creationId xmlns:a16="http://schemas.microsoft.com/office/drawing/2014/main" id="{FE8EBA1B-844D-44DD-6017-CEBEE747004B}"/>
                    </a:ext>
                  </a:extLst>
                </p:cNvPr>
                <p:cNvSpPr>
                  <a:spLocks noChangeArrowheads="1"/>
                </p:cNvSpPr>
                <p:nvPr/>
              </p:nvSpPr>
              <p:spPr bwMode="auto">
                <a:xfrm>
                  <a:off x="960"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solidFill>
                      <a:srgbClr val="C00000"/>
                    </a:solidFill>
                  </a:endParaRPr>
                </a:p>
              </p:txBody>
            </p:sp>
            <p:sp>
              <p:nvSpPr>
                <p:cNvPr id="78" name="Oval 65">
                  <a:extLst>
                    <a:ext uri="{FF2B5EF4-FFF2-40B4-BE49-F238E27FC236}">
                      <a16:creationId xmlns:a16="http://schemas.microsoft.com/office/drawing/2014/main" id="{D3D622D5-5141-1818-21BB-9A3F4AF8D7C8}"/>
                    </a:ext>
                  </a:extLst>
                </p:cNvPr>
                <p:cNvSpPr>
                  <a:spLocks noChangeArrowheads="1"/>
                </p:cNvSpPr>
                <p:nvPr/>
              </p:nvSpPr>
              <p:spPr bwMode="auto">
                <a:xfrm>
                  <a:off x="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9" name="Oval 66">
                  <a:extLst>
                    <a:ext uri="{FF2B5EF4-FFF2-40B4-BE49-F238E27FC236}">
                      <a16:creationId xmlns:a16="http://schemas.microsoft.com/office/drawing/2014/main" id="{5BA87910-0D49-36A6-79E5-019130128FFA}"/>
                    </a:ext>
                  </a:extLst>
                </p:cNvPr>
                <p:cNvSpPr>
                  <a:spLocks noChangeArrowheads="1"/>
                </p:cNvSpPr>
                <p:nvPr/>
              </p:nvSpPr>
              <p:spPr bwMode="auto">
                <a:xfrm>
                  <a:off x="48"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80" name="Oval 67">
                  <a:extLst>
                    <a:ext uri="{FF2B5EF4-FFF2-40B4-BE49-F238E27FC236}">
                      <a16:creationId xmlns:a16="http://schemas.microsoft.com/office/drawing/2014/main" id="{810FD294-B32F-113C-DBB0-8F24A8D38F28}"/>
                    </a:ext>
                  </a:extLst>
                </p:cNvPr>
                <p:cNvSpPr>
                  <a:spLocks noChangeArrowheads="1"/>
                </p:cNvSpPr>
                <p:nvPr/>
              </p:nvSpPr>
              <p:spPr bwMode="auto">
                <a:xfrm>
                  <a:off x="48"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81" name="Oval 68">
                  <a:extLst>
                    <a:ext uri="{FF2B5EF4-FFF2-40B4-BE49-F238E27FC236}">
                      <a16:creationId xmlns:a16="http://schemas.microsoft.com/office/drawing/2014/main" id="{776E2284-35E0-60FD-83D2-7FE3E98067C6}"/>
                    </a:ext>
                  </a:extLst>
                </p:cNvPr>
                <p:cNvSpPr>
                  <a:spLocks noChangeArrowheads="1"/>
                </p:cNvSpPr>
                <p:nvPr/>
              </p:nvSpPr>
              <p:spPr bwMode="auto">
                <a:xfrm>
                  <a:off x="19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grpSp>
          <p:sp>
            <p:nvSpPr>
              <p:cNvPr id="51" name="Line 70">
                <a:extLst>
                  <a:ext uri="{FF2B5EF4-FFF2-40B4-BE49-F238E27FC236}">
                    <a16:creationId xmlns:a16="http://schemas.microsoft.com/office/drawing/2014/main" id="{76CCF344-F9BB-8CB7-122C-7C60895C896B}"/>
                  </a:ext>
                </a:extLst>
              </p:cNvPr>
              <p:cNvSpPr>
                <a:spLocks noChangeShapeType="1"/>
              </p:cNvSpPr>
              <p:nvPr/>
            </p:nvSpPr>
            <p:spPr bwMode="auto">
              <a:xfrm>
                <a:off x="501" y="144"/>
                <a:ext cx="0" cy="720"/>
              </a:xfrm>
              <a:prstGeom prst="line">
                <a:avLst/>
              </a:prstGeom>
              <a:grpFill/>
              <a:ln w="9525">
                <a:solidFill>
                  <a:schemeClr val="tx1"/>
                </a:solidFill>
                <a:round/>
                <a:headEnd/>
                <a:tailEnd/>
              </a:ln>
            </p:spPr>
            <p:txBody>
              <a:bodyPr/>
              <a:lstStyle/>
              <a:p>
                <a:pPr>
                  <a:defRPr/>
                </a:pPr>
                <a:endParaRPr lang="zh-CN" altLang="en-US"/>
              </a:p>
            </p:txBody>
          </p:sp>
          <p:sp>
            <p:nvSpPr>
              <p:cNvPr id="52" name="Line 71">
                <a:extLst>
                  <a:ext uri="{FF2B5EF4-FFF2-40B4-BE49-F238E27FC236}">
                    <a16:creationId xmlns:a16="http://schemas.microsoft.com/office/drawing/2014/main" id="{8C91B383-6A61-4577-DEFA-A38751638B09}"/>
                  </a:ext>
                </a:extLst>
              </p:cNvPr>
              <p:cNvSpPr>
                <a:spLocks noChangeShapeType="1"/>
              </p:cNvSpPr>
              <p:nvPr/>
            </p:nvSpPr>
            <p:spPr bwMode="auto">
              <a:xfrm>
                <a:off x="2085" y="144"/>
                <a:ext cx="0" cy="720"/>
              </a:xfrm>
              <a:prstGeom prst="line">
                <a:avLst/>
              </a:prstGeom>
              <a:grpFill/>
              <a:ln w="9525">
                <a:solidFill>
                  <a:schemeClr val="tx1"/>
                </a:solidFill>
                <a:round/>
                <a:headEnd/>
                <a:tailEnd/>
              </a:ln>
            </p:spPr>
            <p:txBody>
              <a:bodyPr/>
              <a:lstStyle/>
              <a:p>
                <a:pPr>
                  <a:defRPr/>
                </a:pPr>
                <a:endParaRPr lang="zh-CN" altLang="en-US"/>
              </a:p>
            </p:txBody>
          </p:sp>
          <p:sp>
            <p:nvSpPr>
              <p:cNvPr id="53" name="Line 72">
                <a:extLst>
                  <a:ext uri="{FF2B5EF4-FFF2-40B4-BE49-F238E27FC236}">
                    <a16:creationId xmlns:a16="http://schemas.microsoft.com/office/drawing/2014/main" id="{845BEB12-2B75-7CCA-FC01-8FD4084F4EC1}"/>
                  </a:ext>
                </a:extLst>
              </p:cNvPr>
              <p:cNvSpPr>
                <a:spLocks noChangeShapeType="1"/>
              </p:cNvSpPr>
              <p:nvPr/>
            </p:nvSpPr>
            <p:spPr bwMode="auto">
              <a:xfrm>
                <a:off x="501" y="864"/>
                <a:ext cx="1584" cy="0"/>
              </a:xfrm>
              <a:prstGeom prst="line">
                <a:avLst/>
              </a:prstGeom>
              <a:grpFill/>
              <a:ln w="9525">
                <a:solidFill>
                  <a:schemeClr val="tx1"/>
                </a:solidFill>
                <a:round/>
                <a:headEnd/>
                <a:tailEnd/>
              </a:ln>
            </p:spPr>
            <p:txBody>
              <a:bodyPr/>
              <a:lstStyle/>
              <a:p>
                <a:pPr>
                  <a:defRPr/>
                </a:pPr>
                <a:endParaRPr lang="zh-CN" altLang="en-US"/>
              </a:p>
            </p:txBody>
          </p:sp>
        </p:grpSp>
        <p:sp>
          <p:nvSpPr>
            <p:cNvPr id="49" name="Rectangle 69">
              <a:extLst>
                <a:ext uri="{FF2B5EF4-FFF2-40B4-BE49-F238E27FC236}">
                  <a16:creationId xmlns:a16="http://schemas.microsoft.com/office/drawing/2014/main" id="{E2665858-385F-626A-EB7A-A1B3B6A1C65A}"/>
                </a:ext>
              </a:extLst>
            </p:cNvPr>
            <p:cNvSpPr>
              <a:spLocks noChangeArrowheads="1"/>
            </p:cNvSpPr>
            <p:nvPr/>
          </p:nvSpPr>
          <p:spPr bwMode="auto">
            <a:xfrm>
              <a:off x="609600" y="3436938"/>
              <a:ext cx="2827338"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ea typeface="楷体" panose="02010609060101010101" pitchFamily="49" charset="-122"/>
                  <a:cs typeface="Times New Roman" panose="02020603050405020304" pitchFamily="18" charset="0"/>
                </a:rPr>
                <a:t>甲箱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99</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1</a:t>
              </a:r>
              <a:r>
                <a:rPr lang="zh-CN" altLang="en-US" sz="2000" b="1">
                  <a:latin typeface="楷体" panose="02010609060101010101" pitchFamily="49" charset="-122"/>
                  <a:ea typeface="楷体" panose="02010609060101010101" pitchFamily="49" charset="-122"/>
                  <a:cs typeface="Times New Roman" panose="02020603050405020304" pitchFamily="18" charset="0"/>
                </a:rPr>
                <a:t>个红球</a:t>
              </a:r>
            </a:p>
          </p:txBody>
        </p:sp>
      </p:grpSp>
      <p:sp>
        <p:nvSpPr>
          <p:cNvPr id="82" name="圆角矩形 2">
            <a:extLst>
              <a:ext uri="{FF2B5EF4-FFF2-40B4-BE49-F238E27FC236}">
                <a16:creationId xmlns:a16="http://schemas.microsoft.com/office/drawing/2014/main" id="{A0F84C7C-6A13-8562-AF98-D28FBC6E0F40}"/>
              </a:ext>
            </a:extLst>
          </p:cNvPr>
          <p:cNvSpPr/>
          <p:nvPr/>
        </p:nvSpPr>
        <p:spPr>
          <a:xfrm>
            <a:off x="847725" y="499268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甲箱</a:t>
            </a:r>
          </a:p>
        </p:txBody>
      </p:sp>
      <p:sp>
        <p:nvSpPr>
          <p:cNvPr id="83" name="TextBox 110">
            <a:extLst>
              <a:ext uri="{FF2B5EF4-FFF2-40B4-BE49-F238E27FC236}">
                <a16:creationId xmlns:a16="http://schemas.microsoft.com/office/drawing/2014/main" id="{7637A4E1-964A-BCB0-A2BE-42F3A5551EAA}"/>
              </a:ext>
            </a:extLst>
          </p:cNvPr>
          <p:cNvSpPr txBox="1">
            <a:spLocks noChangeArrowheads="1"/>
          </p:cNvSpPr>
          <p:nvPr/>
        </p:nvSpPr>
        <p:spPr bwMode="auto">
          <a:xfrm>
            <a:off x="2116138" y="4992688"/>
            <a:ext cx="18875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取出白球</a:t>
            </a:r>
          </a:p>
        </p:txBody>
      </p:sp>
      <p:sp>
        <p:nvSpPr>
          <p:cNvPr id="84" name="圆角矩形 111">
            <a:extLst>
              <a:ext uri="{FF2B5EF4-FFF2-40B4-BE49-F238E27FC236}">
                <a16:creationId xmlns:a16="http://schemas.microsoft.com/office/drawing/2014/main" id="{522499D4-B1F7-4EDD-6A26-E5706FE7EB5A}"/>
              </a:ext>
            </a:extLst>
          </p:cNvPr>
          <p:cNvSpPr/>
          <p:nvPr/>
        </p:nvSpPr>
        <p:spPr>
          <a:xfrm>
            <a:off x="3873500" y="501173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0.99</a:t>
            </a:r>
            <a:endParaRPr lang="zh-CN" altLang="en-US"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5" name="圆角矩形 112">
            <a:extLst>
              <a:ext uri="{FF2B5EF4-FFF2-40B4-BE49-F238E27FC236}">
                <a16:creationId xmlns:a16="http://schemas.microsoft.com/office/drawing/2014/main" id="{989E6824-E8C8-8859-96B7-292EEFF55D36}"/>
              </a:ext>
            </a:extLst>
          </p:cNvPr>
          <p:cNvSpPr/>
          <p:nvPr/>
        </p:nvSpPr>
        <p:spPr>
          <a:xfrm>
            <a:off x="827088" y="578643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乙箱</a:t>
            </a:r>
          </a:p>
        </p:txBody>
      </p:sp>
      <p:sp>
        <p:nvSpPr>
          <p:cNvPr id="86" name="TextBox 113">
            <a:extLst>
              <a:ext uri="{FF2B5EF4-FFF2-40B4-BE49-F238E27FC236}">
                <a16:creationId xmlns:a16="http://schemas.microsoft.com/office/drawing/2014/main" id="{B2AEC362-8193-6416-53E9-504BB5C4A98E}"/>
              </a:ext>
            </a:extLst>
          </p:cNvPr>
          <p:cNvSpPr txBox="1">
            <a:spLocks noChangeArrowheads="1"/>
          </p:cNvSpPr>
          <p:nvPr/>
        </p:nvSpPr>
        <p:spPr bwMode="auto">
          <a:xfrm>
            <a:off x="2097088" y="5786438"/>
            <a:ext cx="18875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取出白球</a:t>
            </a:r>
          </a:p>
        </p:txBody>
      </p:sp>
      <p:sp>
        <p:nvSpPr>
          <p:cNvPr id="87" name="圆角矩形 114">
            <a:extLst>
              <a:ext uri="{FF2B5EF4-FFF2-40B4-BE49-F238E27FC236}">
                <a16:creationId xmlns:a16="http://schemas.microsoft.com/office/drawing/2014/main" id="{01EBDC78-0CC6-1415-8E5E-CA7A0D986C1B}"/>
              </a:ext>
            </a:extLst>
          </p:cNvPr>
          <p:cNvSpPr/>
          <p:nvPr/>
        </p:nvSpPr>
        <p:spPr>
          <a:xfrm>
            <a:off x="3852863" y="580548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0.01</a:t>
            </a:r>
            <a:endParaRPr lang="zh-CN" altLang="en-US"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8" name="圆角矩形 115">
            <a:extLst>
              <a:ext uri="{FF2B5EF4-FFF2-40B4-BE49-F238E27FC236}">
                <a16:creationId xmlns:a16="http://schemas.microsoft.com/office/drawing/2014/main" id="{8DF74AE2-77DD-A12A-9261-8AD05E991995}"/>
              </a:ext>
            </a:extLst>
          </p:cNvPr>
          <p:cNvSpPr/>
          <p:nvPr/>
        </p:nvSpPr>
        <p:spPr>
          <a:xfrm>
            <a:off x="5165725" y="5305425"/>
            <a:ext cx="3367088" cy="5032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所取的球来自甲箱</a:t>
            </a:r>
          </a:p>
        </p:txBody>
      </p:sp>
    </p:spTree>
    <p:extLst>
      <p:ext uri="{BB962C8B-B14F-4D97-AF65-F5344CB8AC3E}">
        <p14:creationId xmlns:p14="http://schemas.microsoft.com/office/powerpoint/2010/main" val="185311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1" grpId="0" animBg="1"/>
      <p:bldP spid="82" grpId="0" animBg="1"/>
      <p:bldP spid="83" grpId="0"/>
      <p:bldP spid="84" grpId="0" animBg="1"/>
      <p:bldP spid="85" grpId="0" animBg="1"/>
      <p:bldP spid="86" grpId="0"/>
      <p:bldP spid="87" grpId="0" animBg="1"/>
      <p:bldP spid="8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A64-2ABD-7AB4-C6F4-DA70E4E5B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DF3E7-68DB-08F1-FE16-D27B08A26B7B}"/>
              </a:ext>
            </a:extLst>
          </p:cNvPr>
          <p:cNvSpPr>
            <a:spLocks noGrp="1"/>
          </p:cNvSpPr>
          <p:nvPr>
            <p:ph type="title"/>
          </p:nvPr>
        </p:nvSpPr>
        <p:spPr>
          <a:xfrm>
            <a:off x="182563" y="401638"/>
            <a:ext cx="7772400" cy="1143000"/>
          </a:xfrm>
        </p:spPr>
        <p:txBody>
          <a:bodyPr/>
          <a:lstStyle/>
          <a:p>
            <a:r>
              <a:rPr lang="zh-CN" altLang="en-US" sz="3600" i="0" dirty="0"/>
              <a:t>产品质量问题</a:t>
            </a:r>
            <a:endParaRPr lang="en-CA" sz="3600" i="0" dirty="0"/>
          </a:p>
        </p:txBody>
      </p:sp>
      <p:sp>
        <p:nvSpPr>
          <p:cNvPr id="5" name="Slide Number Placeholder 4">
            <a:extLst>
              <a:ext uri="{FF2B5EF4-FFF2-40B4-BE49-F238E27FC236}">
                <a16:creationId xmlns:a16="http://schemas.microsoft.com/office/drawing/2014/main" id="{1886C7DF-6D7A-48B6-854E-DF741801B8DB}"/>
              </a:ext>
            </a:extLst>
          </p:cNvPr>
          <p:cNvSpPr>
            <a:spLocks noGrp="1"/>
          </p:cNvSpPr>
          <p:nvPr>
            <p:ph type="sldNum" sz="quarter" idx="12"/>
          </p:nvPr>
        </p:nvSpPr>
        <p:spPr/>
        <p:txBody>
          <a:bodyPr/>
          <a:lstStyle/>
          <a:p>
            <a:fld id="{F979D778-5668-409F-BE61-8F31D5437AFC}" type="slidenum">
              <a:rPr lang="en-CA" smtClean="0"/>
              <a:t>38</a:t>
            </a:fld>
            <a:endParaRPr lang="en-CA"/>
          </a:p>
        </p:txBody>
      </p:sp>
      <p:grpSp>
        <p:nvGrpSpPr>
          <p:cNvPr id="108" name="组合 107">
            <a:extLst>
              <a:ext uri="{FF2B5EF4-FFF2-40B4-BE49-F238E27FC236}">
                <a16:creationId xmlns:a16="http://schemas.microsoft.com/office/drawing/2014/main" id="{162302CD-1906-B07D-9416-29117A497A38}"/>
              </a:ext>
            </a:extLst>
          </p:cNvPr>
          <p:cNvGrpSpPr>
            <a:grpSpLocks/>
          </p:cNvGrpSpPr>
          <p:nvPr/>
        </p:nvGrpSpPr>
        <p:grpSpPr bwMode="auto">
          <a:xfrm>
            <a:off x="6574781" y="5733381"/>
            <a:ext cx="1771650" cy="1152525"/>
            <a:chOff x="6472238" y="5589588"/>
            <a:chExt cx="1771650" cy="1152525"/>
          </a:xfrm>
        </p:grpSpPr>
        <p:sp>
          <p:nvSpPr>
            <p:cNvPr id="109" name="圆角矩形 26">
              <a:extLst>
                <a:ext uri="{FF2B5EF4-FFF2-40B4-BE49-F238E27FC236}">
                  <a16:creationId xmlns:a16="http://schemas.microsoft.com/office/drawing/2014/main" id="{115B1C1B-751C-6117-9070-29645A768001}"/>
                </a:ext>
              </a:extLst>
            </p:cNvPr>
            <p:cNvSpPr/>
            <p:nvPr/>
          </p:nvSpPr>
          <p:spPr>
            <a:xfrm>
              <a:off x="6488113" y="5589588"/>
              <a:ext cx="792162"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0" name="组合 2">
              <a:extLst>
                <a:ext uri="{FF2B5EF4-FFF2-40B4-BE49-F238E27FC236}">
                  <a16:creationId xmlns:a16="http://schemas.microsoft.com/office/drawing/2014/main" id="{14852E2C-BA6E-D24A-2E75-3C50606B13EE}"/>
                </a:ext>
              </a:extLst>
            </p:cNvPr>
            <p:cNvGrpSpPr>
              <a:grpSpLocks/>
            </p:cNvGrpSpPr>
            <p:nvPr/>
          </p:nvGrpSpPr>
          <p:grpSpPr bwMode="auto">
            <a:xfrm>
              <a:off x="6472238" y="6094413"/>
              <a:ext cx="1771650" cy="647700"/>
              <a:chOff x="6228184" y="6021388"/>
              <a:chExt cx="1771650" cy="647700"/>
            </a:xfrm>
          </p:grpSpPr>
          <p:sp>
            <p:nvSpPr>
              <p:cNvPr id="111" name="云形标注 23">
                <a:extLst>
                  <a:ext uri="{FF2B5EF4-FFF2-40B4-BE49-F238E27FC236}">
                    <a16:creationId xmlns:a16="http://schemas.microsoft.com/office/drawing/2014/main" id="{50273A02-0050-7185-6DB3-8EB0DE1361FB}"/>
                  </a:ext>
                </a:extLst>
              </p:cNvPr>
              <p:cNvSpPr/>
              <p:nvPr/>
            </p:nvSpPr>
            <p:spPr>
              <a:xfrm flipV="1">
                <a:off x="6228184" y="6021388"/>
                <a:ext cx="1771650" cy="6477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2" name="TextBox 24">
                <a:extLst>
                  <a:ext uri="{FF2B5EF4-FFF2-40B4-BE49-F238E27FC236}">
                    <a16:creationId xmlns:a16="http://schemas.microsoft.com/office/drawing/2014/main" id="{A48EF8AE-84F0-09E2-1AA0-E899286F66C1}"/>
                  </a:ext>
                </a:extLst>
              </p:cNvPr>
              <p:cNvSpPr txBox="1">
                <a:spLocks noChangeArrowheads="1"/>
              </p:cNvSpPr>
              <p:nvPr/>
            </p:nvSpPr>
            <p:spPr bwMode="auto">
              <a:xfrm>
                <a:off x="6423025" y="6145213"/>
                <a:ext cx="143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FF"/>
                    </a:solidFill>
                    <a:latin typeface="华文楷体" panose="02010600040101010101" pitchFamily="2" charset="-122"/>
                    <a:ea typeface="华文楷体" panose="02010600040101010101" pitchFamily="2" charset="-122"/>
                  </a:rPr>
                  <a:t>似然函数</a:t>
                </a:r>
              </a:p>
            </p:txBody>
          </p:sp>
        </p:grpSp>
      </p:grpSp>
      <p:graphicFrame>
        <p:nvGraphicFramePr>
          <p:cNvPr id="113" name="对象 20">
            <a:extLst>
              <a:ext uri="{FF2B5EF4-FFF2-40B4-BE49-F238E27FC236}">
                <a16:creationId xmlns:a16="http://schemas.microsoft.com/office/drawing/2014/main" id="{F0450EDA-206C-DB53-4C90-06AA599196D0}"/>
              </a:ext>
            </a:extLst>
          </p:cNvPr>
          <p:cNvGraphicFramePr>
            <a:graphicFrameLocks noChangeAspect="1"/>
          </p:cNvGraphicFramePr>
          <p:nvPr>
            <p:extLst>
              <p:ext uri="{D42A27DB-BD31-4B8C-83A1-F6EECF244321}">
                <p14:modId xmlns:p14="http://schemas.microsoft.com/office/powerpoint/2010/main" val="2910233561"/>
              </p:ext>
            </p:extLst>
          </p:nvPr>
        </p:nvGraphicFramePr>
        <p:xfrm>
          <a:off x="6271568" y="5746081"/>
          <a:ext cx="1227138" cy="490537"/>
        </p:xfrm>
        <a:graphic>
          <a:graphicData uri="http://schemas.openxmlformats.org/presentationml/2006/ole">
            <mc:AlternateContent xmlns:mc="http://schemas.openxmlformats.org/markup-compatibility/2006">
              <mc:Choice xmlns:v="urn:schemas-microsoft-com:vml" Requires="v">
                <p:oleObj name="Equation" r:id="rId2" imgW="507780" imgH="203112" progId="Equation.DSMT4">
                  <p:embed/>
                </p:oleObj>
              </mc:Choice>
              <mc:Fallback>
                <p:oleObj name="Equation" r:id="rId2" imgW="507780" imgH="203112" progId="Equation.DSMT4">
                  <p:embed/>
                  <p:pic>
                    <p:nvPicPr>
                      <p:cNvPr id="8195" name="对象 20">
                        <a:extLst>
                          <a:ext uri="{FF2B5EF4-FFF2-40B4-BE49-F238E27FC236}">
                            <a16:creationId xmlns:a16="http://schemas.microsoft.com/office/drawing/2014/main" id="{346B978F-60D3-6FDC-1135-346A993EE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1568" y="5746081"/>
                        <a:ext cx="1227138"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 name="圆角矩形 4">
            <a:extLst>
              <a:ext uri="{FF2B5EF4-FFF2-40B4-BE49-F238E27FC236}">
                <a16:creationId xmlns:a16="http://schemas.microsoft.com/office/drawing/2014/main" id="{D05E15FA-B7FF-5275-7C25-066632BC78AF}"/>
              </a:ext>
            </a:extLst>
          </p:cNvPr>
          <p:cNvSpPr/>
          <p:nvPr/>
        </p:nvSpPr>
        <p:spPr>
          <a:xfrm>
            <a:off x="683568" y="1340768"/>
            <a:ext cx="1614488" cy="5032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0000FF"/>
                </a:solidFill>
                <a:latin typeface="华文楷体" panose="02010600040101010101" pitchFamily="2" charset="-122"/>
                <a:ea typeface="华文楷体" panose="02010600040101010101" pitchFamily="2" charset="-122"/>
              </a:rPr>
              <a:t>合格品</a:t>
            </a:r>
          </a:p>
        </p:txBody>
      </p:sp>
      <p:sp>
        <p:nvSpPr>
          <p:cNvPr id="115" name="圆角矩形 5">
            <a:extLst>
              <a:ext uri="{FF2B5EF4-FFF2-40B4-BE49-F238E27FC236}">
                <a16:creationId xmlns:a16="http://schemas.microsoft.com/office/drawing/2014/main" id="{549DF243-EE61-ABA9-84AC-0AF9A9B4FF6C}"/>
              </a:ext>
            </a:extLst>
          </p:cNvPr>
          <p:cNvSpPr/>
          <p:nvPr/>
        </p:nvSpPr>
        <p:spPr>
          <a:xfrm>
            <a:off x="683568" y="2132931"/>
            <a:ext cx="1614488"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0000FF"/>
                </a:solidFill>
                <a:latin typeface="华文楷体" panose="02010600040101010101" pitchFamily="2" charset="-122"/>
                <a:ea typeface="华文楷体" panose="02010600040101010101" pitchFamily="2" charset="-122"/>
              </a:rPr>
              <a:t>不合格品</a:t>
            </a:r>
          </a:p>
        </p:txBody>
      </p:sp>
      <p:graphicFrame>
        <p:nvGraphicFramePr>
          <p:cNvPr id="116" name="对象 6">
            <a:extLst>
              <a:ext uri="{FF2B5EF4-FFF2-40B4-BE49-F238E27FC236}">
                <a16:creationId xmlns:a16="http://schemas.microsoft.com/office/drawing/2014/main" id="{DB5A61DE-C19A-6A2C-0AEF-9219822993E3}"/>
              </a:ext>
            </a:extLst>
          </p:cNvPr>
          <p:cNvGraphicFramePr>
            <a:graphicFrameLocks noChangeAspect="1"/>
          </p:cNvGraphicFramePr>
          <p:nvPr>
            <p:extLst>
              <p:ext uri="{D42A27DB-BD31-4B8C-83A1-F6EECF244321}">
                <p14:modId xmlns:p14="http://schemas.microsoft.com/office/powerpoint/2010/main" val="3843492118"/>
              </p:ext>
            </p:extLst>
          </p:nvPr>
        </p:nvGraphicFramePr>
        <p:xfrm>
          <a:off x="2802881" y="1415381"/>
          <a:ext cx="982662" cy="428625"/>
        </p:xfrm>
        <a:graphic>
          <a:graphicData uri="http://schemas.openxmlformats.org/presentationml/2006/ole">
            <mc:AlternateContent xmlns:mc="http://schemas.openxmlformats.org/markup-compatibility/2006">
              <mc:Choice xmlns:v="urn:schemas-microsoft-com:vml" Requires="v">
                <p:oleObj name="Equation" r:id="rId4" imgW="405872" imgH="177569" progId="Equation.DSMT4">
                  <p:embed/>
                </p:oleObj>
              </mc:Choice>
              <mc:Fallback>
                <p:oleObj name="Equation" r:id="rId4" imgW="405872" imgH="177569" progId="Equation.DSMT4">
                  <p:embed/>
                  <p:pic>
                    <p:nvPicPr>
                      <p:cNvPr id="8199" name="对象 6">
                        <a:extLst>
                          <a:ext uri="{FF2B5EF4-FFF2-40B4-BE49-F238E27FC236}">
                            <a16:creationId xmlns:a16="http://schemas.microsoft.com/office/drawing/2014/main" id="{DA582BAE-07CA-3B5A-F01F-CA7A8B3853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2881" y="1415381"/>
                        <a:ext cx="9826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 name="对象 7">
            <a:extLst>
              <a:ext uri="{FF2B5EF4-FFF2-40B4-BE49-F238E27FC236}">
                <a16:creationId xmlns:a16="http://schemas.microsoft.com/office/drawing/2014/main" id="{596058E9-0DB4-964C-CAF7-119B3D8BA84C}"/>
              </a:ext>
            </a:extLst>
          </p:cNvPr>
          <p:cNvGraphicFramePr>
            <a:graphicFrameLocks noChangeAspect="1"/>
          </p:cNvGraphicFramePr>
          <p:nvPr>
            <p:extLst>
              <p:ext uri="{D42A27DB-BD31-4B8C-83A1-F6EECF244321}">
                <p14:modId xmlns:p14="http://schemas.microsoft.com/office/powerpoint/2010/main" val="773045343"/>
              </p:ext>
            </p:extLst>
          </p:nvPr>
        </p:nvGraphicFramePr>
        <p:xfrm>
          <a:off x="2802881" y="2167856"/>
          <a:ext cx="920750" cy="398462"/>
        </p:xfrm>
        <a:graphic>
          <a:graphicData uri="http://schemas.openxmlformats.org/presentationml/2006/ole">
            <mc:AlternateContent xmlns:mc="http://schemas.openxmlformats.org/markup-compatibility/2006">
              <mc:Choice xmlns:v="urn:schemas-microsoft-com:vml" Requires="v">
                <p:oleObj name="Equation" r:id="rId6" imgW="380835" imgH="165028" progId="Equation.DSMT4">
                  <p:embed/>
                </p:oleObj>
              </mc:Choice>
              <mc:Fallback>
                <p:oleObj name="Equation" r:id="rId6" imgW="380835" imgH="165028" progId="Equation.DSMT4">
                  <p:embed/>
                  <p:pic>
                    <p:nvPicPr>
                      <p:cNvPr id="8200" name="对象 7">
                        <a:extLst>
                          <a:ext uri="{FF2B5EF4-FFF2-40B4-BE49-F238E27FC236}">
                            <a16:creationId xmlns:a16="http://schemas.microsoft.com/office/drawing/2014/main" id="{FC2B57AE-1032-5CB6-FB65-8D67EA9619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2881" y="2167856"/>
                        <a:ext cx="9207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 name="右大括号 117">
            <a:extLst>
              <a:ext uri="{FF2B5EF4-FFF2-40B4-BE49-F238E27FC236}">
                <a16:creationId xmlns:a16="http://schemas.microsoft.com/office/drawing/2014/main" id="{68F76ED2-A89B-40FE-94F1-2A35824F945E}"/>
              </a:ext>
            </a:extLst>
          </p:cNvPr>
          <p:cNvSpPr/>
          <p:nvPr/>
        </p:nvSpPr>
        <p:spPr>
          <a:xfrm>
            <a:off x="3882381" y="1593181"/>
            <a:ext cx="288925" cy="900112"/>
          </a:xfrm>
          <a:prstGeom prst="rightBrac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FF"/>
              </a:solidFill>
            </a:endParaRPr>
          </a:p>
        </p:txBody>
      </p:sp>
      <p:graphicFrame>
        <p:nvGraphicFramePr>
          <p:cNvPr id="119" name="对象 9">
            <a:extLst>
              <a:ext uri="{FF2B5EF4-FFF2-40B4-BE49-F238E27FC236}">
                <a16:creationId xmlns:a16="http://schemas.microsoft.com/office/drawing/2014/main" id="{3B0EFE8C-E56C-8090-4781-F7BB4025A0B9}"/>
              </a:ext>
            </a:extLst>
          </p:cNvPr>
          <p:cNvGraphicFramePr>
            <a:graphicFrameLocks noChangeAspect="1"/>
          </p:cNvGraphicFramePr>
          <p:nvPr>
            <p:extLst>
              <p:ext uri="{D42A27DB-BD31-4B8C-83A1-F6EECF244321}">
                <p14:modId xmlns:p14="http://schemas.microsoft.com/office/powerpoint/2010/main" val="756566944"/>
              </p:ext>
            </p:extLst>
          </p:nvPr>
        </p:nvGraphicFramePr>
        <p:xfrm>
          <a:off x="4341168" y="1797968"/>
          <a:ext cx="1811338" cy="490538"/>
        </p:xfrm>
        <a:graphic>
          <a:graphicData uri="http://schemas.openxmlformats.org/presentationml/2006/ole">
            <mc:AlternateContent xmlns:mc="http://schemas.openxmlformats.org/markup-compatibility/2006">
              <mc:Choice xmlns:v="urn:schemas-microsoft-com:vml" Requires="v">
                <p:oleObj name="Equation" r:id="rId8" imgW="748975" imgH="203112" progId="Equation.DSMT4">
                  <p:embed/>
                </p:oleObj>
              </mc:Choice>
              <mc:Fallback>
                <p:oleObj name="Equation" r:id="rId8" imgW="748975" imgH="203112" progId="Equation.DSMT4">
                  <p:embed/>
                  <p:pic>
                    <p:nvPicPr>
                      <p:cNvPr id="8202" name="对象 9">
                        <a:extLst>
                          <a:ext uri="{FF2B5EF4-FFF2-40B4-BE49-F238E27FC236}">
                            <a16:creationId xmlns:a16="http://schemas.microsoft.com/office/drawing/2014/main" id="{9B31E7B0-68B9-B72A-E9D8-A9F63CDC40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1168" y="1797968"/>
                        <a:ext cx="1811338"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 name="TextBox 10">
            <a:extLst>
              <a:ext uri="{FF2B5EF4-FFF2-40B4-BE49-F238E27FC236}">
                <a16:creationId xmlns:a16="http://schemas.microsoft.com/office/drawing/2014/main" id="{75788B86-8901-635C-C4C6-43974B8C3B12}"/>
              </a:ext>
            </a:extLst>
          </p:cNvPr>
          <p:cNvSpPr txBox="1">
            <a:spLocks noChangeArrowheads="1"/>
          </p:cNvSpPr>
          <p:nvPr/>
        </p:nvSpPr>
        <p:spPr bwMode="auto">
          <a:xfrm>
            <a:off x="5795963" y="1196975"/>
            <a:ext cx="3240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dirty="0">
                <a:solidFill>
                  <a:srgbClr val="0000FF"/>
                </a:solidFill>
                <a:latin typeface="Times New Roman" panose="02020603050405020304" pitchFamily="18" charset="0"/>
                <a:cs typeface="Times New Roman" panose="02020603050405020304" pitchFamily="18" charset="0"/>
              </a:rPr>
              <a:t>p</a:t>
            </a:r>
            <a:r>
              <a:rPr lang="zh-CN" altLang="en-US" sz="2800" b="1"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是产品的不合格率</a:t>
            </a:r>
          </a:p>
        </p:txBody>
      </p:sp>
      <p:sp>
        <p:nvSpPr>
          <p:cNvPr id="121" name="TextBox 11">
            <a:extLst>
              <a:ext uri="{FF2B5EF4-FFF2-40B4-BE49-F238E27FC236}">
                <a16:creationId xmlns:a16="http://schemas.microsoft.com/office/drawing/2014/main" id="{967B610D-ACD4-0CB8-523D-B34EF5209C3E}"/>
              </a:ext>
            </a:extLst>
          </p:cNvPr>
          <p:cNvSpPr txBox="1">
            <a:spLocks noChangeArrowheads="1"/>
          </p:cNvSpPr>
          <p:nvPr/>
        </p:nvSpPr>
        <p:spPr bwMode="auto">
          <a:xfrm>
            <a:off x="6115993" y="1928143"/>
            <a:ext cx="288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solidFill>
                  <a:srgbClr val="0000FF"/>
                </a:solidFill>
                <a:latin typeface="Times New Roman" panose="02020603050405020304" pitchFamily="18" charset="0"/>
                <a:cs typeface="Times New Roman" panose="02020603050405020304" pitchFamily="18" charset="0"/>
              </a:rPr>
              <a:t>p</a:t>
            </a:r>
            <a:r>
              <a:rPr lang="en-US" altLang="zh-CN" sz="2800" b="1">
                <a:solidFill>
                  <a:srgbClr val="0000FF"/>
                </a:solidFill>
                <a:latin typeface="Times New Roman" panose="02020603050405020304" pitchFamily="18" charset="0"/>
                <a:cs typeface="Times New Roman" panose="02020603050405020304" pitchFamily="18" charset="0"/>
              </a:rPr>
              <a:t>=?</a:t>
            </a:r>
            <a:endParaRPr lang="zh-CN" altLang="en-US" sz="2800" b="1">
              <a:solidFill>
                <a:srgbClr val="0000FF"/>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22" name="TextBox 12">
            <a:extLst>
              <a:ext uri="{FF2B5EF4-FFF2-40B4-BE49-F238E27FC236}">
                <a16:creationId xmlns:a16="http://schemas.microsoft.com/office/drawing/2014/main" id="{B4FE208B-7707-1AA2-A644-EC53BCDC168E}"/>
              </a:ext>
            </a:extLst>
          </p:cNvPr>
          <p:cNvSpPr txBox="1">
            <a:spLocks noChangeArrowheads="1"/>
          </p:cNvSpPr>
          <p:nvPr/>
        </p:nvSpPr>
        <p:spPr bwMode="auto">
          <a:xfrm>
            <a:off x="683568" y="2709193"/>
            <a:ext cx="8064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解</a:t>
            </a:r>
            <a:r>
              <a:rPr lang="en-US" altLang="zh-CN" sz="2800" b="1">
                <a:latin typeface="华文楷体" panose="02010600040101010101" pitchFamily="2" charset="-122"/>
                <a:ea typeface="华文楷体" panose="02010600040101010101" pitchFamily="2" charset="-122"/>
              </a:rPr>
              <a:t>:</a:t>
            </a:r>
            <a:endParaRPr lang="zh-CN" altLang="en-US" sz="2800" b="1">
              <a:latin typeface="华文楷体" panose="02010600040101010101" pitchFamily="2" charset="-122"/>
              <a:ea typeface="华文楷体" panose="02010600040101010101" pitchFamily="2" charset="-122"/>
            </a:endParaRPr>
          </a:p>
        </p:txBody>
      </p:sp>
      <p:sp>
        <p:nvSpPr>
          <p:cNvPr id="123" name="TextBox 13">
            <a:extLst>
              <a:ext uri="{FF2B5EF4-FFF2-40B4-BE49-F238E27FC236}">
                <a16:creationId xmlns:a16="http://schemas.microsoft.com/office/drawing/2014/main" id="{E66A2A9D-A78B-2A9E-BFDF-F8A827724781}"/>
              </a:ext>
            </a:extLst>
          </p:cNvPr>
          <p:cNvSpPr txBox="1">
            <a:spLocks noChangeArrowheads="1"/>
          </p:cNvSpPr>
          <p:nvPr/>
        </p:nvSpPr>
        <p:spPr bwMode="auto">
          <a:xfrm>
            <a:off x="1361431" y="2709193"/>
            <a:ext cx="3241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总体</a:t>
            </a:r>
            <a:r>
              <a:rPr lang="en-US" altLang="zh-CN" sz="2800" b="1" i="1">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b="1">
                <a:latin typeface="华文楷体" panose="02010600040101010101" pitchFamily="2" charset="-122"/>
                <a:ea typeface="华文楷体" panose="02010600040101010101" pitchFamily="2" charset="-122"/>
              </a:rPr>
              <a:t>的分布律为</a:t>
            </a:r>
          </a:p>
        </p:txBody>
      </p:sp>
      <p:graphicFrame>
        <p:nvGraphicFramePr>
          <p:cNvPr id="124" name="对象 15">
            <a:extLst>
              <a:ext uri="{FF2B5EF4-FFF2-40B4-BE49-F238E27FC236}">
                <a16:creationId xmlns:a16="http://schemas.microsoft.com/office/drawing/2014/main" id="{4C2161DC-9435-262A-46A5-DA20456D83D2}"/>
              </a:ext>
            </a:extLst>
          </p:cNvPr>
          <p:cNvGraphicFramePr>
            <a:graphicFrameLocks noChangeAspect="1"/>
          </p:cNvGraphicFramePr>
          <p:nvPr>
            <p:extLst>
              <p:ext uri="{D42A27DB-BD31-4B8C-83A1-F6EECF244321}">
                <p14:modId xmlns:p14="http://schemas.microsoft.com/office/powerpoint/2010/main" val="3627343623"/>
              </p:ext>
            </p:extLst>
          </p:nvPr>
        </p:nvGraphicFramePr>
        <p:xfrm>
          <a:off x="1937693" y="3223543"/>
          <a:ext cx="4787900" cy="552450"/>
        </p:xfrm>
        <a:graphic>
          <a:graphicData uri="http://schemas.openxmlformats.org/presentationml/2006/ole">
            <mc:AlternateContent xmlns:mc="http://schemas.openxmlformats.org/markup-compatibility/2006">
              <mc:Choice xmlns:v="urn:schemas-microsoft-com:vml" Requires="v">
                <p:oleObj name="Equation" r:id="rId10" imgW="1981200" imgH="228600" progId="Equation.DSMT4">
                  <p:embed/>
                </p:oleObj>
              </mc:Choice>
              <mc:Fallback>
                <p:oleObj name="Equation" r:id="rId10" imgW="1981200" imgH="228600" progId="Equation.DSMT4">
                  <p:embed/>
                  <p:pic>
                    <p:nvPicPr>
                      <p:cNvPr id="8207" name="对象 15">
                        <a:extLst>
                          <a:ext uri="{FF2B5EF4-FFF2-40B4-BE49-F238E27FC236}">
                            <a16:creationId xmlns:a16="http://schemas.microsoft.com/office/drawing/2014/main" id="{59F6D908-0E50-DD11-E2BD-2FB6AC95F2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7693" y="3223543"/>
                        <a:ext cx="4787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 name="TextBox 17">
            <a:extLst>
              <a:ext uri="{FF2B5EF4-FFF2-40B4-BE49-F238E27FC236}">
                <a16:creationId xmlns:a16="http://schemas.microsoft.com/office/drawing/2014/main" id="{D112B0E0-5703-1863-53E8-A0BA7189759C}"/>
              </a:ext>
            </a:extLst>
          </p:cNvPr>
          <p:cNvSpPr txBox="1">
            <a:spLocks noChangeArrowheads="1"/>
          </p:cNvSpPr>
          <p:nvPr/>
        </p:nvSpPr>
        <p:spPr bwMode="auto">
          <a:xfrm>
            <a:off x="1243013" y="3633788"/>
            <a:ext cx="77930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现抽取</a:t>
            </a:r>
            <a:r>
              <a:rPr lang="en-US" altLang="zh-CN" sz="2800" b="1" i="1">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个产品看是否合格</a:t>
            </a:r>
            <a:r>
              <a:rPr lang="en-US" altLang="zh-CN" sz="2800" b="1">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得样本</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1</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2</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i="1" baseline="-25000">
                <a:latin typeface="Times New Roman" panose="02020603050405020304" pitchFamily="18" charset="0"/>
                <a:ea typeface="楷体_GB2312" pitchFamily="49" charset="-122"/>
                <a:cs typeface="Times New Roman" panose="02020603050405020304" pitchFamily="18" charset="0"/>
              </a:rPr>
              <a:t>n</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1</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2</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i="1" baseline="-25000">
                <a:latin typeface="Times New Roman" panose="02020603050405020304" pitchFamily="18" charset="0"/>
                <a:ea typeface="楷体_GB2312" pitchFamily="49" charset="-122"/>
                <a:cs typeface="Times New Roman" panose="02020603050405020304" pitchFamily="18" charset="0"/>
              </a:rPr>
              <a:t>n</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为样本观测值</a:t>
            </a:r>
            <a:r>
              <a:rPr lang="en-US" altLang="zh-CN" sz="2800" b="1">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26" name="对象 18">
            <a:extLst>
              <a:ext uri="{FF2B5EF4-FFF2-40B4-BE49-F238E27FC236}">
                <a16:creationId xmlns:a16="http://schemas.microsoft.com/office/drawing/2014/main" id="{EAA11050-FCC0-9949-A45F-56905FDBFECA}"/>
              </a:ext>
            </a:extLst>
          </p:cNvPr>
          <p:cNvGraphicFramePr>
            <a:graphicFrameLocks noChangeAspect="1"/>
          </p:cNvGraphicFramePr>
          <p:nvPr>
            <p:extLst>
              <p:ext uri="{D42A27DB-BD31-4B8C-83A1-F6EECF244321}">
                <p14:modId xmlns:p14="http://schemas.microsoft.com/office/powerpoint/2010/main" val="1249789183"/>
              </p:ext>
            </p:extLst>
          </p:nvPr>
        </p:nvGraphicFramePr>
        <p:xfrm>
          <a:off x="5974706" y="4498306"/>
          <a:ext cx="2732087" cy="1042987"/>
        </p:xfrm>
        <a:graphic>
          <a:graphicData uri="http://schemas.openxmlformats.org/presentationml/2006/ole">
            <mc:AlternateContent xmlns:mc="http://schemas.openxmlformats.org/markup-compatibility/2006">
              <mc:Choice xmlns:v="urn:schemas-microsoft-com:vml" Requires="v">
                <p:oleObj name="Equation" r:id="rId12" imgW="1129810" imgH="431613" progId="Equation.DSMT4">
                  <p:embed/>
                </p:oleObj>
              </mc:Choice>
              <mc:Fallback>
                <p:oleObj name="Equation" r:id="rId12" imgW="1129810" imgH="431613" progId="Equation.DSMT4">
                  <p:embed/>
                  <p:pic>
                    <p:nvPicPr>
                      <p:cNvPr id="8209" name="对象 18">
                        <a:extLst>
                          <a:ext uri="{FF2B5EF4-FFF2-40B4-BE49-F238E27FC236}">
                            <a16:creationId xmlns:a16="http://schemas.microsoft.com/office/drawing/2014/main" id="{7E5F7A57-2081-DCEA-D933-6BFFC215338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74706" y="4498306"/>
                        <a:ext cx="2732087"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7" name="对象 19">
            <a:extLst>
              <a:ext uri="{FF2B5EF4-FFF2-40B4-BE49-F238E27FC236}">
                <a16:creationId xmlns:a16="http://schemas.microsoft.com/office/drawing/2014/main" id="{29B939FE-00F6-6CE6-407A-DF3525AD8B6F}"/>
              </a:ext>
            </a:extLst>
          </p:cNvPr>
          <p:cNvGraphicFramePr>
            <a:graphicFrameLocks noChangeAspect="1"/>
          </p:cNvGraphicFramePr>
          <p:nvPr>
            <p:extLst>
              <p:ext uri="{D42A27DB-BD31-4B8C-83A1-F6EECF244321}">
                <p14:modId xmlns:p14="http://schemas.microsoft.com/office/powerpoint/2010/main" val="2305019487"/>
              </p:ext>
            </p:extLst>
          </p:nvPr>
        </p:nvGraphicFramePr>
        <p:xfrm>
          <a:off x="7698731" y="5682581"/>
          <a:ext cx="1289050" cy="554037"/>
        </p:xfrm>
        <a:graphic>
          <a:graphicData uri="http://schemas.openxmlformats.org/presentationml/2006/ole">
            <mc:AlternateContent xmlns:mc="http://schemas.openxmlformats.org/markup-compatibility/2006">
              <mc:Choice xmlns:v="urn:schemas-microsoft-com:vml" Requires="v">
                <p:oleObj name="Equation" r:id="rId14" imgW="533169" imgH="228501" progId="Equation.DSMT4">
                  <p:embed/>
                </p:oleObj>
              </mc:Choice>
              <mc:Fallback>
                <p:oleObj name="Equation" r:id="rId14" imgW="533169" imgH="228501" progId="Equation.DSMT4">
                  <p:embed/>
                  <p:pic>
                    <p:nvPicPr>
                      <p:cNvPr id="8210" name="对象 19">
                        <a:extLst>
                          <a:ext uri="{FF2B5EF4-FFF2-40B4-BE49-F238E27FC236}">
                            <a16:creationId xmlns:a16="http://schemas.microsoft.com/office/drawing/2014/main" id="{AB608509-EA85-37C8-4C07-04E171D001F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98731" y="5682581"/>
                        <a:ext cx="12890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 name="对象 1">
            <a:extLst>
              <a:ext uri="{FF2B5EF4-FFF2-40B4-BE49-F238E27FC236}">
                <a16:creationId xmlns:a16="http://schemas.microsoft.com/office/drawing/2014/main" id="{35E6A459-1818-1E54-38DF-0DD2D753A975}"/>
              </a:ext>
            </a:extLst>
          </p:cNvPr>
          <p:cNvGraphicFramePr>
            <a:graphicFrameLocks noChangeAspect="1"/>
          </p:cNvGraphicFramePr>
          <p:nvPr>
            <p:extLst>
              <p:ext uri="{D42A27DB-BD31-4B8C-83A1-F6EECF244321}">
                <p14:modId xmlns:p14="http://schemas.microsoft.com/office/powerpoint/2010/main" val="40362524"/>
              </p:ext>
            </p:extLst>
          </p:nvPr>
        </p:nvGraphicFramePr>
        <p:xfrm>
          <a:off x="901056" y="5211093"/>
          <a:ext cx="2794000" cy="954088"/>
        </p:xfrm>
        <a:graphic>
          <a:graphicData uri="http://schemas.openxmlformats.org/presentationml/2006/ole">
            <mc:AlternateContent xmlns:mc="http://schemas.openxmlformats.org/markup-compatibility/2006">
              <mc:Choice xmlns:v="urn:schemas-microsoft-com:vml" Requires="v">
                <p:oleObj name="Equation" r:id="rId16" imgW="1155700" imgH="393700" progId="Equation.DSMT4">
                  <p:embed/>
                </p:oleObj>
              </mc:Choice>
              <mc:Fallback>
                <p:oleObj name="Equation" r:id="rId16" imgW="1155700" imgH="393700" progId="Equation.DSMT4">
                  <p:embed/>
                  <p:pic>
                    <p:nvPicPr>
                      <p:cNvPr id="8212" name="对象 1">
                        <a:extLst>
                          <a:ext uri="{FF2B5EF4-FFF2-40B4-BE49-F238E27FC236}">
                            <a16:creationId xmlns:a16="http://schemas.microsoft.com/office/drawing/2014/main" id="{1A561CA6-FF49-4F8B-3386-2A5BE7AE6A5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1056" y="5211093"/>
                        <a:ext cx="279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9" name="Picture 26">
            <a:extLst>
              <a:ext uri="{FF2B5EF4-FFF2-40B4-BE49-F238E27FC236}">
                <a16:creationId xmlns:a16="http://schemas.microsoft.com/office/drawing/2014/main" id="{FA826581-D6DC-01A0-8F89-0B8170E2FFB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10906" y="5655593"/>
            <a:ext cx="2819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0" name="对象 129">
            <a:extLst>
              <a:ext uri="{FF2B5EF4-FFF2-40B4-BE49-F238E27FC236}">
                <a16:creationId xmlns:a16="http://schemas.microsoft.com/office/drawing/2014/main" id="{D3AB2A04-F0FB-1639-3239-98C6B0C00E62}"/>
              </a:ext>
            </a:extLst>
          </p:cNvPr>
          <p:cNvGraphicFramePr>
            <a:graphicFrameLocks noChangeAspect="1"/>
          </p:cNvGraphicFramePr>
          <p:nvPr>
            <p:extLst>
              <p:ext uri="{D42A27DB-BD31-4B8C-83A1-F6EECF244321}">
                <p14:modId xmlns:p14="http://schemas.microsoft.com/office/powerpoint/2010/main" val="2394373070"/>
              </p:ext>
            </p:extLst>
          </p:nvPr>
        </p:nvGraphicFramePr>
        <p:xfrm>
          <a:off x="1380481" y="4731668"/>
          <a:ext cx="4605337" cy="552450"/>
        </p:xfrm>
        <a:graphic>
          <a:graphicData uri="http://schemas.openxmlformats.org/presentationml/2006/ole">
            <mc:AlternateContent xmlns:mc="http://schemas.openxmlformats.org/markup-compatibility/2006">
              <mc:Choice xmlns:v="urn:schemas-microsoft-com:vml" Requires="v">
                <p:oleObj name="Equation" r:id="rId19" imgW="1905000" imgH="228600" progId="Equation.DSMT4">
                  <p:embed/>
                </p:oleObj>
              </mc:Choice>
              <mc:Fallback>
                <p:oleObj name="Equation" r:id="rId19" imgW="1905000" imgH="228600" progId="Equation.DSMT4">
                  <p:embed/>
                  <p:pic>
                    <p:nvPicPr>
                      <p:cNvPr id="3" name="对象 2">
                        <a:extLst>
                          <a:ext uri="{FF2B5EF4-FFF2-40B4-BE49-F238E27FC236}">
                            <a16:creationId xmlns:a16="http://schemas.microsoft.com/office/drawing/2014/main" id="{322D4AE0-A413-C835-85C7-04406493AAB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0481" y="4731668"/>
                        <a:ext cx="460533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079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18" grpId="0" animBg="1"/>
      <p:bldP spid="120" grpId="0"/>
      <p:bldP spid="121" grpId="0"/>
      <p:bldP spid="122" grpId="0"/>
      <p:bldP spid="123" grpId="0"/>
      <p:bldP spid="12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A6BD0C7-5170-975A-C78E-0C9484B51777}"/>
              </a:ext>
            </a:extLst>
          </p:cNvPr>
          <p:cNvSpPr>
            <a:spLocks noGrp="1"/>
          </p:cNvSpPr>
          <p:nvPr>
            <p:ph type="sldNum" sz="quarter" idx="12"/>
          </p:nvPr>
        </p:nvSpPr>
        <p:spPr>
          <a:xfrm>
            <a:off x="6553200" y="6428184"/>
            <a:ext cx="1905000" cy="457200"/>
          </a:xfrm>
        </p:spPr>
        <p:txBody>
          <a:bodyPr/>
          <a:lstStyle/>
          <a:p>
            <a:fld id="{F979D778-5668-409F-BE61-8F31D5437AFC}" type="slidenum">
              <a:rPr lang="en-CA" smtClean="0"/>
              <a:t>39</a:t>
            </a:fld>
            <a:endParaRPr lang="en-CA"/>
          </a:p>
        </p:txBody>
      </p:sp>
      <p:grpSp>
        <p:nvGrpSpPr>
          <p:cNvPr id="6" name="组合 26">
            <a:extLst>
              <a:ext uri="{FF2B5EF4-FFF2-40B4-BE49-F238E27FC236}">
                <a16:creationId xmlns:a16="http://schemas.microsoft.com/office/drawing/2014/main" id="{1412E02E-DD11-15CC-CDFE-8D18B9171914}"/>
              </a:ext>
            </a:extLst>
          </p:cNvPr>
          <p:cNvGrpSpPr>
            <a:grpSpLocks/>
          </p:cNvGrpSpPr>
          <p:nvPr/>
        </p:nvGrpSpPr>
        <p:grpSpPr bwMode="auto">
          <a:xfrm>
            <a:off x="6351588" y="1688306"/>
            <a:ext cx="231775" cy="1856978"/>
            <a:chOff x="6603281" y="1954373"/>
            <a:chExt cx="231775" cy="1857785"/>
          </a:xfrm>
        </p:grpSpPr>
        <p:graphicFrame>
          <p:nvGraphicFramePr>
            <p:cNvPr id="7" name="对象 19">
              <a:extLst>
                <a:ext uri="{FF2B5EF4-FFF2-40B4-BE49-F238E27FC236}">
                  <a16:creationId xmlns:a16="http://schemas.microsoft.com/office/drawing/2014/main" id="{0A6D35F2-1E08-9655-8B15-3A6CFC364935}"/>
                </a:ext>
              </a:extLst>
            </p:cNvPr>
            <p:cNvGraphicFramePr>
              <a:graphicFrameLocks noChangeAspect="1"/>
            </p:cNvGraphicFramePr>
            <p:nvPr/>
          </p:nvGraphicFramePr>
          <p:xfrm>
            <a:off x="6603281" y="3504183"/>
            <a:ext cx="231775" cy="307975"/>
          </p:xfrm>
          <a:graphic>
            <a:graphicData uri="http://schemas.openxmlformats.org/presentationml/2006/ole">
              <mc:AlternateContent xmlns:mc="http://schemas.openxmlformats.org/markup-compatibility/2006">
                <mc:Choice xmlns:v="urn:schemas-microsoft-com:vml" Requires="v">
                  <p:oleObj name="Equation" r:id="rId2" imgW="152268" imgH="203024" progId="Equation.DSMT4">
                    <p:embed/>
                  </p:oleObj>
                </mc:Choice>
                <mc:Fallback>
                  <p:oleObj name="Equation" r:id="rId2" imgW="152268" imgH="203024" progId="Equation.DSMT4">
                    <p:embed/>
                    <p:pic>
                      <p:nvPicPr>
                        <p:cNvPr id="28702" name="对象 19">
                          <a:extLst>
                            <a:ext uri="{FF2B5EF4-FFF2-40B4-BE49-F238E27FC236}">
                              <a16:creationId xmlns:a16="http://schemas.microsoft.com/office/drawing/2014/main" id="{ABC8C4E6-0C01-DFA8-DA4F-17E303A89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281" y="3504183"/>
                          <a:ext cx="231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 name="直接连接符 7">
              <a:extLst>
                <a:ext uri="{FF2B5EF4-FFF2-40B4-BE49-F238E27FC236}">
                  <a16:creationId xmlns:a16="http://schemas.microsoft.com/office/drawing/2014/main" id="{308D8E65-F381-0DF7-A0F6-38B6D1271E03}"/>
                </a:ext>
              </a:extLst>
            </p:cNvPr>
            <p:cNvCxnSpPr>
              <a:stCxn id="15" idx="1"/>
            </p:cNvCxnSpPr>
            <p:nvPr/>
          </p:nvCxnSpPr>
          <p:spPr>
            <a:xfrm>
              <a:off x="6719168" y="1954373"/>
              <a:ext cx="23813" cy="1632659"/>
            </a:xfrm>
            <a:prstGeom prst="line">
              <a:avLst/>
            </a:prstGeom>
            <a:ln>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FED61D56-98D6-88E3-C5C1-6741D8BB479B}"/>
              </a:ext>
            </a:extLst>
          </p:cNvPr>
          <p:cNvGrpSpPr>
            <a:grpSpLocks/>
          </p:cNvGrpSpPr>
          <p:nvPr/>
        </p:nvGrpSpPr>
        <p:grpSpPr bwMode="auto">
          <a:xfrm>
            <a:off x="5364163" y="1156097"/>
            <a:ext cx="3452812" cy="2362200"/>
            <a:chOff x="5656263" y="1419225"/>
            <a:chExt cx="3452812" cy="2362200"/>
          </a:xfrm>
        </p:grpSpPr>
        <p:graphicFrame>
          <p:nvGraphicFramePr>
            <p:cNvPr id="10" name="对象 17">
              <a:extLst>
                <a:ext uri="{FF2B5EF4-FFF2-40B4-BE49-F238E27FC236}">
                  <a16:creationId xmlns:a16="http://schemas.microsoft.com/office/drawing/2014/main" id="{C26A33F1-8D9A-7606-1C09-B9A41D497793}"/>
                </a:ext>
              </a:extLst>
            </p:cNvPr>
            <p:cNvGraphicFramePr>
              <a:graphicFrameLocks noChangeAspect="1"/>
            </p:cNvGraphicFramePr>
            <p:nvPr/>
          </p:nvGraphicFramePr>
          <p:xfrm>
            <a:off x="5897563" y="1419225"/>
            <a:ext cx="520700" cy="309563"/>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28694" name="对象 17">
                          <a:extLst>
                            <a:ext uri="{FF2B5EF4-FFF2-40B4-BE49-F238E27FC236}">
                              <a16:creationId xmlns:a16="http://schemas.microsoft.com/office/drawing/2014/main" id="{AAF0FF3C-F859-550E-8273-8FB3B0D04B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7563" y="1419225"/>
                          <a:ext cx="5207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2">
              <a:extLst>
                <a:ext uri="{FF2B5EF4-FFF2-40B4-BE49-F238E27FC236}">
                  <a16:creationId xmlns:a16="http://schemas.microsoft.com/office/drawing/2014/main" id="{C1788086-5696-5A54-51DB-2E8617E6B1D7}"/>
                </a:ext>
              </a:extLst>
            </p:cNvPr>
            <p:cNvGrpSpPr>
              <a:grpSpLocks/>
            </p:cNvGrpSpPr>
            <p:nvPr/>
          </p:nvGrpSpPr>
          <p:grpSpPr bwMode="auto">
            <a:xfrm>
              <a:off x="5656263" y="1700213"/>
              <a:ext cx="3452812" cy="2081212"/>
              <a:chOff x="5656263" y="1700213"/>
              <a:chExt cx="3452812" cy="2081212"/>
            </a:xfrm>
          </p:grpSpPr>
          <p:cxnSp>
            <p:nvCxnSpPr>
              <p:cNvPr id="12" name="直接箭头连接符 11">
                <a:extLst>
                  <a:ext uri="{FF2B5EF4-FFF2-40B4-BE49-F238E27FC236}">
                    <a16:creationId xmlns:a16="http://schemas.microsoft.com/office/drawing/2014/main" id="{E4DB9617-F3DC-2BF2-844B-2C386029AA03}"/>
                  </a:ext>
                </a:extLst>
              </p:cNvPr>
              <p:cNvCxnSpPr/>
              <p:nvPr/>
            </p:nvCxnSpPr>
            <p:spPr>
              <a:xfrm>
                <a:off x="5867400" y="3468687"/>
                <a:ext cx="3241675" cy="0"/>
              </a:xfrm>
              <a:prstGeom prst="straightConnector1">
                <a:avLst/>
              </a:prstGeom>
              <a:ln>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3" name="组合 1">
                <a:extLst>
                  <a:ext uri="{FF2B5EF4-FFF2-40B4-BE49-F238E27FC236}">
                    <a16:creationId xmlns:a16="http://schemas.microsoft.com/office/drawing/2014/main" id="{4125D6B8-946D-FFFE-42DB-80B4507F3BAE}"/>
                  </a:ext>
                </a:extLst>
              </p:cNvPr>
              <p:cNvGrpSpPr>
                <a:grpSpLocks/>
              </p:cNvGrpSpPr>
              <p:nvPr/>
            </p:nvGrpSpPr>
            <p:grpSpPr bwMode="auto">
              <a:xfrm>
                <a:off x="5656263" y="1700213"/>
                <a:ext cx="3416300" cy="2081212"/>
                <a:chOff x="5656263" y="1700213"/>
                <a:chExt cx="3416300" cy="2081212"/>
              </a:xfrm>
            </p:grpSpPr>
            <p:cxnSp>
              <p:nvCxnSpPr>
                <p:cNvPr id="14" name="直接箭头连接符 13">
                  <a:extLst>
                    <a:ext uri="{FF2B5EF4-FFF2-40B4-BE49-F238E27FC236}">
                      <a16:creationId xmlns:a16="http://schemas.microsoft.com/office/drawing/2014/main" id="{5359564F-0D2B-B46D-AA1E-0A90E8D41A9D}"/>
                    </a:ext>
                  </a:extLst>
                </p:cNvPr>
                <p:cNvCxnSpPr/>
                <p:nvPr/>
              </p:nvCxnSpPr>
              <p:spPr>
                <a:xfrm flipH="1" flipV="1">
                  <a:off x="5867400" y="1700212"/>
                  <a:ext cx="19050" cy="1800225"/>
                </a:xfrm>
                <a:prstGeom prst="straightConnector1">
                  <a:avLst/>
                </a:prstGeom>
                <a:ln>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任意多边形 16">
                  <a:extLst>
                    <a:ext uri="{FF2B5EF4-FFF2-40B4-BE49-F238E27FC236}">
                      <a16:creationId xmlns:a16="http://schemas.microsoft.com/office/drawing/2014/main" id="{B3B2CEC4-8DB6-97E6-6F80-77D13637BF71}"/>
                    </a:ext>
                  </a:extLst>
                </p:cNvPr>
                <p:cNvSpPr/>
                <p:nvPr/>
              </p:nvSpPr>
              <p:spPr>
                <a:xfrm>
                  <a:off x="5886450" y="1844675"/>
                  <a:ext cx="2200275" cy="1641475"/>
                </a:xfrm>
                <a:custGeom>
                  <a:avLst/>
                  <a:gdLst>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3001062 w 5195410"/>
                    <a:gd name="connsiteY15" fmla="*/ 3448598 h 3839123"/>
                    <a:gd name="connsiteX16" fmla="*/ 1981887 w 5195410"/>
                    <a:gd name="connsiteY16" fmla="*/ 2743748 h 3839123"/>
                    <a:gd name="connsiteX17" fmla="*/ 1981887 w 5195410"/>
                    <a:gd name="connsiteY17" fmla="*/ 2781848 h 3839123"/>
                    <a:gd name="connsiteX18" fmla="*/ 4734612 w 5195410"/>
                    <a:gd name="connsiteY18" fmla="*/ 3420023 h 3839123"/>
                    <a:gd name="connsiteX19" fmla="*/ 3305862 w 5195410"/>
                    <a:gd name="connsiteY19"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1981887 w 5195410"/>
                    <a:gd name="connsiteY15" fmla="*/ 2743748 h 3839123"/>
                    <a:gd name="connsiteX16" fmla="*/ 1981887 w 5195410"/>
                    <a:gd name="connsiteY16" fmla="*/ 2781848 h 3839123"/>
                    <a:gd name="connsiteX17" fmla="*/ 4734612 w 5195410"/>
                    <a:gd name="connsiteY17" fmla="*/ 3420023 h 3839123"/>
                    <a:gd name="connsiteX18" fmla="*/ 3305862 w 5195410"/>
                    <a:gd name="connsiteY18"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1981887 w 5195410"/>
                    <a:gd name="connsiteY15" fmla="*/ 2743748 h 3839123"/>
                    <a:gd name="connsiteX16" fmla="*/ 4734612 w 5195410"/>
                    <a:gd name="connsiteY16" fmla="*/ 3420023 h 3839123"/>
                    <a:gd name="connsiteX17" fmla="*/ 3305862 w 5195410"/>
                    <a:gd name="connsiteY17"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563162 w 5195410"/>
                    <a:gd name="connsiteY13" fmla="*/ 2791373 h 3839123"/>
                    <a:gd name="connsiteX14" fmla="*/ 1981887 w 5195410"/>
                    <a:gd name="connsiteY14" fmla="*/ 2743748 h 3839123"/>
                    <a:gd name="connsiteX15" fmla="*/ 4734612 w 5195410"/>
                    <a:gd name="connsiteY15" fmla="*/ 3420023 h 3839123"/>
                    <a:gd name="connsiteX16" fmla="*/ 3305862 w 5195410"/>
                    <a:gd name="connsiteY16"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563162 w 5195410"/>
                    <a:gd name="connsiteY12" fmla="*/ 2791373 h 3839123"/>
                    <a:gd name="connsiteX13" fmla="*/ 1981887 w 5195410"/>
                    <a:gd name="connsiteY13" fmla="*/ 2743748 h 3839123"/>
                    <a:gd name="connsiteX14" fmla="*/ 4734612 w 5195410"/>
                    <a:gd name="connsiteY14" fmla="*/ 3420023 h 3839123"/>
                    <a:gd name="connsiteX15" fmla="*/ 3305862 w 5195410"/>
                    <a:gd name="connsiteY15" fmla="*/ 3839123 h 3839123"/>
                    <a:gd name="connsiteX0" fmla="*/ 2715029 w 5080827"/>
                    <a:gd name="connsiteY0" fmla="*/ 1695998 h 3839123"/>
                    <a:gd name="connsiteX1" fmla="*/ 3581804 w 5080827"/>
                    <a:gd name="connsiteY1" fmla="*/ 548 h 3839123"/>
                    <a:gd name="connsiteX2" fmla="*/ 4372379 w 5080827"/>
                    <a:gd name="connsiteY2" fmla="*/ 1848398 h 3839123"/>
                    <a:gd name="connsiteX3" fmla="*/ 4962929 w 5080827"/>
                    <a:gd name="connsiteY3" fmla="*/ 1991273 h 3839123"/>
                    <a:gd name="connsiteX4" fmla="*/ 5039129 w 5080827"/>
                    <a:gd name="connsiteY4" fmla="*/ 1715048 h 3839123"/>
                    <a:gd name="connsiteX5" fmla="*/ 4467629 w 5080827"/>
                    <a:gd name="connsiteY5" fmla="*/ 1857923 h 3839123"/>
                    <a:gd name="connsiteX6" fmla="*/ 4562879 w 5080827"/>
                    <a:gd name="connsiteY6" fmla="*/ 2067473 h 3839123"/>
                    <a:gd name="connsiteX7" fmla="*/ 4115204 w 5080827"/>
                    <a:gd name="connsiteY7" fmla="*/ 1019723 h 3839123"/>
                    <a:gd name="connsiteX8" fmla="*/ 4439054 w 5080827"/>
                    <a:gd name="connsiteY8" fmla="*/ 1819823 h 3839123"/>
                    <a:gd name="connsiteX9" fmla="*/ 4734329 w 5080827"/>
                    <a:gd name="connsiteY9" fmla="*/ 1238798 h 3839123"/>
                    <a:gd name="connsiteX10" fmla="*/ 404 w 5080827"/>
                    <a:gd name="connsiteY10" fmla="*/ 3105698 h 3839123"/>
                    <a:gd name="connsiteX11" fmla="*/ 4448579 w 5080827"/>
                    <a:gd name="connsiteY11" fmla="*/ 2791373 h 3839123"/>
                    <a:gd name="connsiteX12" fmla="*/ 1867304 w 5080827"/>
                    <a:gd name="connsiteY12" fmla="*/ 2743748 h 3839123"/>
                    <a:gd name="connsiteX13" fmla="*/ 4620029 w 5080827"/>
                    <a:gd name="connsiteY13" fmla="*/ 3420023 h 3839123"/>
                    <a:gd name="connsiteX14" fmla="*/ 3191279 w 5080827"/>
                    <a:gd name="connsiteY14" fmla="*/ 3839123 h 3839123"/>
                    <a:gd name="connsiteX0" fmla="*/ 2715077 w 5080875"/>
                    <a:gd name="connsiteY0" fmla="*/ 1695998 h 3839123"/>
                    <a:gd name="connsiteX1" fmla="*/ 3581852 w 5080875"/>
                    <a:gd name="connsiteY1" fmla="*/ 548 h 3839123"/>
                    <a:gd name="connsiteX2" fmla="*/ 4372427 w 5080875"/>
                    <a:gd name="connsiteY2" fmla="*/ 1848398 h 3839123"/>
                    <a:gd name="connsiteX3" fmla="*/ 4962977 w 5080875"/>
                    <a:gd name="connsiteY3" fmla="*/ 1991273 h 3839123"/>
                    <a:gd name="connsiteX4" fmla="*/ 5039177 w 5080875"/>
                    <a:gd name="connsiteY4" fmla="*/ 1715048 h 3839123"/>
                    <a:gd name="connsiteX5" fmla="*/ 4467677 w 5080875"/>
                    <a:gd name="connsiteY5" fmla="*/ 1857923 h 3839123"/>
                    <a:gd name="connsiteX6" fmla="*/ 4562927 w 5080875"/>
                    <a:gd name="connsiteY6" fmla="*/ 2067473 h 3839123"/>
                    <a:gd name="connsiteX7" fmla="*/ 4115252 w 5080875"/>
                    <a:gd name="connsiteY7" fmla="*/ 1019723 h 3839123"/>
                    <a:gd name="connsiteX8" fmla="*/ 4439102 w 5080875"/>
                    <a:gd name="connsiteY8" fmla="*/ 1819823 h 3839123"/>
                    <a:gd name="connsiteX9" fmla="*/ 4734377 w 5080875"/>
                    <a:gd name="connsiteY9" fmla="*/ 1238798 h 3839123"/>
                    <a:gd name="connsiteX10" fmla="*/ 452 w 5080875"/>
                    <a:gd name="connsiteY10" fmla="*/ 3105698 h 3839123"/>
                    <a:gd name="connsiteX11" fmla="*/ 4448627 w 5080875"/>
                    <a:gd name="connsiteY11" fmla="*/ 2791373 h 3839123"/>
                    <a:gd name="connsiteX12" fmla="*/ 4620077 w 5080875"/>
                    <a:gd name="connsiteY12" fmla="*/ 3420023 h 3839123"/>
                    <a:gd name="connsiteX13" fmla="*/ 3191327 w 5080875"/>
                    <a:gd name="connsiteY13" fmla="*/ 3839123 h 3839123"/>
                    <a:gd name="connsiteX0" fmla="*/ 2714692 w 5080490"/>
                    <a:gd name="connsiteY0" fmla="*/ 1695998 h 3839123"/>
                    <a:gd name="connsiteX1" fmla="*/ 3581467 w 5080490"/>
                    <a:gd name="connsiteY1" fmla="*/ 548 h 3839123"/>
                    <a:gd name="connsiteX2" fmla="*/ 4372042 w 5080490"/>
                    <a:gd name="connsiteY2" fmla="*/ 1848398 h 3839123"/>
                    <a:gd name="connsiteX3" fmla="*/ 4962592 w 5080490"/>
                    <a:gd name="connsiteY3" fmla="*/ 1991273 h 3839123"/>
                    <a:gd name="connsiteX4" fmla="*/ 5038792 w 5080490"/>
                    <a:gd name="connsiteY4" fmla="*/ 1715048 h 3839123"/>
                    <a:gd name="connsiteX5" fmla="*/ 4467292 w 5080490"/>
                    <a:gd name="connsiteY5" fmla="*/ 1857923 h 3839123"/>
                    <a:gd name="connsiteX6" fmla="*/ 4562542 w 5080490"/>
                    <a:gd name="connsiteY6" fmla="*/ 2067473 h 3839123"/>
                    <a:gd name="connsiteX7" fmla="*/ 4114867 w 5080490"/>
                    <a:gd name="connsiteY7" fmla="*/ 1019723 h 3839123"/>
                    <a:gd name="connsiteX8" fmla="*/ 4438717 w 5080490"/>
                    <a:gd name="connsiteY8" fmla="*/ 1819823 h 3839123"/>
                    <a:gd name="connsiteX9" fmla="*/ 4733992 w 5080490"/>
                    <a:gd name="connsiteY9" fmla="*/ 1238798 h 3839123"/>
                    <a:gd name="connsiteX10" fmla="*/ 67 w 5080490"/>
                    <a:gd name="connsiteY10" fmla="*/ 3105698 h 3839123"/>
                    <a:gd name="connsiteX11" fmla="*/ 4619692 w 5080490"/>
                    <a:gd name="connsiteY11" fmla="*/ 3420023 h 3839123"/>
                    <a:gd name="connsiteX12" fmla="*/ 3190942 w 5080490"/>
                    <a:gd name="connsiteY12" fmla="*/ 3839123 h 3839123"/>
                    <a:gd name="connsiteX0" fmla="*/ 2731352 w 5097150"/>
                    <a:gd name="connsiteY0" fmla="*/ 1695998 h 3839123"/>
                    <a:gd name="connsiteX1" fmla="*/ 3598127 w 5097150"/>
                    <a:gd name="connsiteY1" fmla="*/ 548 h 3839123"/>
                    <a:gd name="connsiteX2" fmla="*/ 4388702 w 5097150"/>
                    <a:gd name="connsiteY2" fmla="*/ 1848398 h 3839123"/>
                    <a:gd name="connsiteX3" fmla="*/ 4979252 w 5097150"/>
                    <a:gd name="connsiteY3" fmla="*/ 1991273 h 3839123"/>
                    <a:gd name="connsiteX4" fmla="*/ 5055452 w 5097150"/>
                    <a:gd name="connsiteY4" fmla="*/ 1715048 h 3839123"/>
                    <a:gd name="connsiteX5" fmla="*/ 4483952 w 5097150"/>
                    <a:gd name="connsiteY5" fmla="*/ 1857923 h 3839123"/>
                    <a:gd name="connsiteX6" fmla="*/ 4579202 w 5097150"/>
                    <a:gd name="connsiteY6" fmla="*/ 2067473 h 3839123"/>
                    <a:gd name="connsiteX7" fmla="*/ 4131527 w 5097150"/>
                    <a:gd name="connsiteY7" fmla="*/ 1019723 h 3839123"/>
                    <a:gd name="connsiteX8" fmla="*/ 4455377 w 5097150"/>
                    <a:gd name="connsiteY8" fmla="*/ 1819823 h 3839123"/>
                    <a:gd name="connsiteX9" fmla="*/ 4750652 w 5097150"/>
                    <a:gd name="connsiteY9" fmla="*/ 1238798 h 3839123"/>
                    <a:gd name="connsiteX10" fmla="*/ 16727 w 5097150"/>
                    <a:gd name="connsiteY10" fmla="*/ 3105698 h 3839123"/>
                    <a:gd name="connsiteX11" fmla="*/ 3207602 w 5097150"/>
                    <a:gd name="connsiteY11"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400175 w 2365798"/>
                    <a:gd name="connsiteY7" fmla="*/ 1019723 h 3839123"/>
                    <a:gd name="connsiteX8" fmla="*/ 1724025 w 2365798"/>
                    <a:gd name="connsiteY8" fmla="*/ 1819823 h 3839123"/>
                    <a:gd name="connsiteX9" fmla="*/ 2019300 w 2365798"/>
                    <a:gd name="connsiteY9" fmla="*/ 1238798 h 3839123"/>
                    <a:gd name="connsiteX10" fmla="*/ 476250 w 2365798"/>
                    <a:gd name="connsiteY10"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400175 w 2365798"/>
                    <a:gd name="connsiteY7" fmla="*/ 1019723 h 3839123"/>
                    <a:gd name="connsiteX8" fmla="*/ 1724025 w 2365798"/>
                    <a:gd name="connsiteY8" fmla="*/ 1819823 h 3839123"/>
                    <a:gd name="connsiteX9" fmla="*/ 476250 w 2365798"/>
                    <a:gd name="connsiteY9"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724025 w 2365798"/>
                    <a:gd name="connsiteY7" fmla="*/ 1819823 h 3839123"/>
                    <a:gd name="connsiteX8" fmla="*/ 476250 w 2365798"/>
                    <a:gd name="connsiteY8"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476250 w 2365798"/>
                    <a:gd name="connsiteY7"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476250 w 2365798"/>
                    <a:gd name="connsiteY6" fmla="*/ 3839123 h 3839123"/>
                    <a:gd name="connsiteX0" fmla="*/ 0 w 2460295"/>
                    <a:gd name="connsiteY0" fmla="*/ 1695998 h 3839123"/>
                    <a:gd name="connsiteX1" fmla="*/ 866775 w 2460295"/>
                    <a:gd name="connsiteY1" fmla="*/ 548 h 3839123"/>
                    <a:gd name="connsiteX2" fmla="*/ 1657350 w 2460295"/>
                    <a:gd name="connsiteY2" fmla="*/ 1848398 h 3839123"/>
                    <a:gd name="connsiteX3" fmla="*/ 2247900 w 2460295"/>
                    <a:gd name="connsiteY3" fmla="*/ 1991273 h 3839123"/>
                    <a:gd name="connsiteX4" fmla="*/ 2324100 w 2460295"/>
                    <a:gd name="connsiteY4" fmla="*/ 1715048 h 3839123"/>
                    <a:gd name="connsiteX5" fmla="*/ 476250 w 2460295"/>
                    <a:gd name="connsiteY5" fmla="*/ 3839123 h 3839123"/>
                    <a:gd name="connsiteX0" fmla="*/ 0 w 2289264"/>
                    <a:gd name="connsiteY0" fmla="*/ 1695998 h 3839123"/>
                    <a:gd name="connsiteX1" fmla="*/ 866775 w 2289264"/>
                    <a:gd name="connsiteY1" fmla="*/ 548 h 3839123"/>
                    <a:gd name="connsiteX2" fmla="*/ 1657350 w 2289264"/>
                    <a:gd name="connsiteY2" fmla="*/ 1848398 h 3839123"/>
                    <a:gd name="connsiteX3" fmla="*/ 2247900 w 2289264"/>
                    <a:gd name="connsiteY3" fmla="*/ 1991273 h 3839123"/>
                    <a:gd name="connsiteX4" fmla="*/ 476250 w 2289264"/>
                    <a:gd name="connsiteY4" fmla="*/ 3839123 h 3839123"/>
                    <a:gd name="connsiteX0" fmla="*/ 0 w 2289264"/>
                    <a:gd name="connsiteY0" fmla="*/ 1695998 h 1991273"/>
                    <a:gd name="connsiteX1" fmla="*/ 866775 w 2289264"/>
                    <a:gd name="connsiteY1" fmla="*/ 548 h 1991273"/>
                    <a:gd name="connsiteX2" fmla="*/ 1657350 w 2289264"/>
                    <a:gd name="connsiteY2" fmla="*/ 1848398 h 1991273"/>
                    <a:gd name="connsiteX3" fmla="*/ 2247900 w 2289264"/>
                    <a:gd name="connsiteY3" fmla="*/ 1991273 h 1991273"/>
                    <a:gd name="connsiteX0" fmla="*/ 0 w 2407840"/>
                    <a:gd name="connsiteY0" fmla="*/ 1695998 h 1949301"/>
                    <a:gd name="connsiteX1" fmla="*/ 866775 w 2407840"/>
                    <a:gd name="connsiteY1" fmla="*/ 548 h 1949301"/>
                    <a:gd name="connsiteX2" fmla="*/ 1657350 w 2407840"/>
                    <a:gd name="connsiteY2" fmla="*/ 1848398 h 1949301"/>
                    <a:gd name="connsiteX3" fmla="*/ 2371725 w 2407840"/>
                    <a:gd name="connsiteY3" fmla="*/ 1924598 h 1949301"/>
                    <a:gd name="connsiteX0" fmla="*/ 0 w 1657350"/>
                    <a:gd name="connsiteY0" fmla="*/ 1695998 h 1848398"/>
                    <a:gd name="connsiteX1" fmla="*/ 866775 w 1657350"/>
                    <a:gd name="connsiteY1" fmla="*/ 548 h 1848398"/>
                    <a:gd name="connsiteX2" fmla="*/ 1657350 w 1657350"/>
                    <a:gd name="connsiteY2" fmla="*/ 1848398 h 1848398"/>
                    <a:gd name="connsiteX0" fmla="*/ 0 w 1715910"/>
                    <a:gd name="connsiteY0" fmla="*/ 1695998 h 1982572"/>
                    <a:gd name="connsiteX1" fmla="*/ 866775 w 1715910"/>
                    <a:gd name="connsiteY1" fmla="*/ 548 h 1982572"/>
                    <a:gd name="connsiteX2" fmla="*/ 1657350 w 1715910"/>
                    <a:gd name="connsiteY2" fmla="*/ 1848398 h 1982572"/>
                    <a:gd name="connsiteX3" fmla="*/ 1657349 w 1715910"/>
                    <a:gd name="connsiteY3" fmla="*/ 1838873 h 1982572"/>
                    <a:gd name="connsiteX0" fmla="*/ 0 w 2533649"/>
                    <a:gd name="connsiteY0" fmla="*/ 1695998 h 1992274"/>
                    <a:gd name="connsiteX1" fmla="*/ 866775 w 2533649"/>
                    <a:gd name="connsiteY1" fmla="*/ 548 h 1992274"/>
                    <a:gd name="connsiteX2" fmla="*/ 1657350 w 2533649"/>
                    <a:gd name="connsiteY2" fmla="*/ 1848398 h 1992274"/>
                    <a:gd name="connsiteX3" fmla="*/ 2533649 w 2533649"/>
                    <a:gd name="connsiteY3" fmla="*/ 1867448 h 1992274"/>
                    <a:gd name="connsiteX0" fmla="*/ 0 w 2524124"/>
                    <a:gd name="connsiteY0" fmla="*/ 1695998 h 1988950"/>
                    <a:gd name="connsiteX1" fmla="*/ 866775 w 2524124"/>
                    <a:gd name="connsiteY1" fmla="*/ 548 h 1988950"/>
                    <a:gd name="connsiteX2" fmla="*/ 1657350 w 2524124"/>
                    <a:gd name="connsiteY2" fmla="*/ 1848398 h 1988950"/>
                    <a:gd name="connsiteX3" fmla="*/ 2524124 w 2524124"/>
                    <a:gd name="connsiteY3" fmla="*/ 1857923 h 1988950"/>
                    <a:gd name="connsiteX0" fmla="*/ 0 w 2524124"/>
                    <a:gd name="connsiteY0" fmla="*/ 1695998 h 1895948"/>
                    <a:gd name="connsiteX1" fmla="*/ 866775 w 2524124"/>
                    <a:gd name="connsiteY1" fmla="*/ 548 h 1895948"/>
                    <a:gd name="connsiteX2" fmla="*/ 1657350 w 2524124"/>
                    <a:gd name="connsiteY2" fmla="*/ 1848398 h 1895948"/>
                    <a:gd name="connsiteX3" fmla="*/ 2524124 w 2524124"/>
                    <a:gd name="connsiteY3" fmla="*/ 1857923 h 1895948"/>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857923"/>
                    <a:gd name="connsiteX1" fmla="*/ 866775 w 2533649"/>
                    <a:gd name="connsiteY1" fmla="*/ 548 h 1857923"/>
                    <a:gd name="connsiteX2" fmla="*/ 1657350 w 2533649"/>
                    <a:gd name="connsiteY2" fmla="*/ 1848398 h 1857923"/>
                    <a:gd name="connsiteX3" fmla="*/ 2533649 w 2533649"/>
                    <a:gd name="connsiteY3" fmla="*/ 1857923 h 1857923"/>
                    <a:gd name="connsiteX0" fmla="*/ 0 w 2533649"/>
                    <a:gd name="connsiteY0" fmla="*/ 1695998 h 1864554"/>
                    <a:gd name="connsiteX1" fmla="*/ 866775 w 2533649"/>
                    <a:gd name="connsiteY1" fmla="*/ 548 h 1864554"/>
                    <a:gd name="connsiteX2" fmla="*/ 1657350 w 2533649"/>
                    <a:gd name="connsiteY2" fmla="*/ 1848398 h 1864554"/>
                    <a:gd name="connsiteX3" fmla="*/ 2533649 w 2533649"/>
                    <a:gd name="connsiteY3" fmla="*/ 1857923 h 1864554"/>
                    <a:gd name="connsiteX0" fmla="*/ 0 w 2581274"/>
                    <a:gd name="connsiteY0" fmla="*/ 1838327 h 1864008"/>
                    <a:gd name="connsiteX1" fmla="*/ 914400 w 2581274"/>
                    <a:gd name="connsiteY1" fmla="*/ 2 h 1864008"/>
                    <a:gd name="connsiteX2" fmla="*/ 1704975 w 2581274"/>
                    <a:gd name="connsiteY2" fmla="*/ 1847852 h 1864008"/>
                    <a:gd name="connsiteX3" fmla="*/ 2581274 w 2581274"/>
                    <a:gd name="connsiteY3" fmla="*/ 1857377 h 1864008"/>
                    <a:gd name="connsiteX0" fmla="*/ 0 w 2581274"/>
                    <a:gd name="connsiteY0" fmla="*/ 1885966 h 1885966"/>
                    <a:gd name="connsiteX1" fmla="*/ 914400 w 2581274"/>
                    <a:gd name="connsiteY1" fmla="*/ 16 h 1885966"/>
                    <a:gd name="connsiteX2" fmla="*/ 1704975 w 2581274"/>
                    <a:gd name="connsiteY2" fmla="*/ 1847866 h 1885966"/>
                    <a:gd name="connsiteX3" fmla="*/ 2581274 w 2581274"/>
                    <a:gd name="connsiteY3" fmla="*/ 1857391 h 1885966"/>
                    <a:gd name="connsiteX0" fmla="*/ 0 w 2581274"/>
                    <a:gd name="connsiteY0" fmla="*/ 1885987 h 1885987"/>
                    <a:gd name="connsiteX1" fmla="*/ 914400 w 2581274"/>
                    <a:gd name="connsiteY1" fmla="*/ 37 h 1885987"/>
                    <a:gd name="connsiteX2" fmla="*/ 1752600 w 2581274"/>
                    <a:gd name="connsiteY2" fmla="*/ 1828837 h 1885987"/>
                    <a:gd name="connsiteX3" fmla="*/ 2581274 w 2581274"/>
                    <a:gd name="connsiteY3" fmla="*/ 1857412 h 1885987"/>
                    <a:gd name="connsiteX0" fmla="*/ 0 w 2581274"/>
                    <a:gd name="connsiteY0" fmla="*/ 1895519 h 1983704"/>
                    <a:gd name="connsiteX1" fmla="*/ 857250 w 2581274"/>
                    <a:gd name="connsiteY1" fmla="*/ 44 h 1983704"/>
                    <a:gd name="connsiteX2" fmla="*/ 1752600 w 2581274"/>
                    <a:gd name="connsiteY2" fmla="*/ 1838369 h 1983704"/>
                    <a:gd name="connsiteX3" fmla="*/ 2581274 w 2581274"/>
                    <a:gd name="connsiteY3" fmla="*/ 1866944 h 1983704"/>
                    <a:gd name="connsiteX0" fmla="*/ 0 w 2666999"/>
                    <a:gd name="connsiteY0" fmla="*/ 1895520 h 2153253"/>
                    <a:gd name="connsiteX1" fmla="*/ 857250 w 2666999"/>
                    <a:gd name="connsiteY1" fmla="*/ 45 h 2153253"/>
                    <a:gd name="connsiteX2" fmla="*/ 1752600 w 2666999"/>
                    <a:gd name="connsiteY2" fmla="*/ 1838370 h 2153253"/>
                    <a:gd name="connsiteX3" fmla="*/ 2666999 w 2666999"/>
                    <a:gd name="connsiteY3" fmla="*/ 2152695 h 2153253"/>
                    <a:gd name="connsiteX0" fmla="*/ 0 w 2276474"/>
                    <a:gd name="connsiteY0" fmla="*/ 1895520 h 1998240"/>
                    <a:gd name="connsiteX1" fmla="*/ 857250 w 2276474"/>
                    <a:gd name="connsiteY1" fmla="*/ 45 h 1998240"/>
                    <a:gd name="connsiteX2" fmla="*/ 1752600 w 2276474"/>
                    <a:gd name="connsiteY2" fmla="*/ 1838370 h 1998240"/>
                    <a:gd name="connsiteX3" fmla="*/ 2276474 w 2276474"/>
                    <a:gd name="connsiteY3" fmla="*/ 1905045 h 1998240"/>
                    <a:gd name="connsiteX0" fmla="*/ 0 w 1895474"/>
                    <a:gd name="connsiteY0" fmla="*/ 1895519 h 1964756"/>
                    <a:gd name="connsiteX1" fmla="*/ 857250 w 1895474"/>
                    <a:gd name="connsiteY1" fmla="*/ 44 h 1964756"/>
                    <a:gd name="connsiteX2" fmla="*/ 1752600 w 1895474"/>
                    <a:gd name="connsiteY2" fmla="*/ 1838369 h 1964756"/>
                    <a:gd name="connsiteX3" fmla="*/ 1895474 w 1895474"/>
                    <a:gd name="connsiteY3" fmla="*/ 1809794 h 1964756"/>
                    <a:gd name="connsiteX0" fmla="*/ 0 w 1800224"/>
                    <a:gd name="connsiteY0" fmla="*/ 1895519 h 1967701"/>
                    <a:gd name="connsiteX1" fmla="*/ 857250 w 1800224"/>
                    <a:gd name="connsiteY1" fmla="*/ 44 h 1967701"/>
                    <a:gd name="connsiteX2" fmla="*/ 1752600 w 1800224"/>
                    <a:gd name="connsiteY2" fmla="*/ 1838369 h 1967701"/>
                    <a:gd name="connsiteX3" fmla="*/ 1800224 w 1800224"/>
                    <a:gd name="connsiteY3" fmla="*/ 1819319 h 1967701"/>
                    <a:gd name="connsiteX0" fmla="*/ 0 w 2514599"/>
                    <a:gd name="connsiteY0" fmla="*/ 1895519 h 1977035"/>
                    <a:gd name="connsiteX1" fmla="*/ 857250 w 2514599"/>
                    <a:gd name="connsiteY1" fmla="*/ 44 h 1977035"/>
                    <a:gd name="connsiteX2" fmla="*/ 1752600 w 2514599"/>
                    <a:gd name="connsiteY2" fmla="*/ 1838369 h 1977035"/>
                    <a:gd name="connsiteX3" fmla="*/ 2514599 w 2514599"/>
                    <a:gd name="connsiteY3" fmla="*/ 1847894 h 1977035"/>
                    <a:gd name="connsiteX0" fmla="*/ 0 w 2514599"/>
                    <a:gd name="connsiteY0" fmla="*/ 1895519 h 1977841"/>
                    <a:gd name="connsiteX1" fmla="*/ 857250 w 2514599"/>
                    <a:gd name="connsiteY1" fmla="*/ 44 h 1977841"/>
                    <a:gd name="connsiteX2" fmla="*/ 1752600 w 2514599"/>
                    <a:gd name="connsiteY2" fmla="*/ 1838369 h 1977841"/>
                    <a:gd name="connsiteX3" fmla="*/ 2012535 w 2514599"/>
                    <a:gd name="connsiteY3" fmla="*/ 1849193 h 1977841"/>
                    <a:gd name="connsiteX4" fmla="*/ 2514599 w 2514599"/>
                    <a:gd name="connsiteY4" fmla="*/ 1847894 h 1977841"/>
                    <a:gd name="connsiteX0" fmla="*/ 0 w 2514599"/>
                    <a:gd name="connsiteY0" fmla="*/ 1895519 h 1968395"/>
                    <a:gd name="connsiteX1" fmla="*/ 857250 w 2514599"/>
                    <a:gd name="connsiteY1" fmla="*/ 44 h 1968395"/>
                    <a:gd name="connsiteX2" fmla="*/ 1752600 w 2514599"/>
                    <a:gd name="connsiteY2" fmla="*/ 1838369 h 1968395"/>
                    <a:gd name="connsiteX3" fmla="*/ 1869660 w 2514599"/>
                    <a:gd name="connsiteY3" fmla="*/ 1820618 h 1968395"/>
                    <a:gd name="connsiteX4" fmla="*/ 2012535 w 2514599"/>
                    <a:gd name="connsiteY4" fmla="*/ 1849193 h 1968395"/>
                    <a:gd name="connsiteX5" fmla="*/ 2514599 w 2514599"/>
                    <a:gd name="connsiteY5" fmla="*/ 1847894 h 1968395"/>
                    <a:gd name="connsiteX0" fmla="*/ 0 w 2514599"/>
                    <a:gd name="connsiteY0" fmla="*/ 1895519 h 1972473"/>
                    <a:gd name="connsiteX1" fmla="*/ 857250 w 2514599"/>
                    <a:gd name="connsiteY1" fmla="*/ 44 h 1972473"/>
                    <a:gd name="connsiteX2" fmla="*/ 1752600 w 2514599"/>
                    <a:gd name="connsiteY2" fmla="*/ 1838369 h 1972473"/>
                    <a:gd name="connsiteX3" fmla="*/ 1812510 w 2514599"/>
                    <a:gd name="connsiteY3" fmla="*/ 1830143 h 1972473"/>
                    <a:gd name="connsiteX4" fmla="*/ 1869660 w 2514599"/>
                    <a:gd name="connsiteY4" fmla="*/ 1820618 h 1972473"/>
                    <a:gd name="connsiteX5" fmla="*/ 2012535 w 2514599"/>
                    <a:gd name="connsiteY5" fmla="*/ 1849193 h 1972473"/>
                    <a:gd name="connsiteX6" fmla="*/ 2514599 w 2514599"/>
                    <a:gd name="connsiteY6" fmla="*/ 1847894 h 1972473"/>
                    <a:gd name="connsiteX0" fmla="*/ 0 w 2514599"/>
                    <a:gd name="connsiteY0" fmla="*/ 1895519 h 1981855"/>
                    <a:gd name="connsiteX1" fmla="*/ 857250 w 2514599"/>
                    <a:gd name="connsiteY1" fmla="*/ 44 h 1981855"/>
                    <a:gd name="connsiteX2" fmla="*/ 1752600 w 2514599"/>
                    <a:gd name="connsiteY2" fmla="*/ 1838369 h 1981855"/>
                    <a:gd name="connsiteX3" fmla="*/ 1812510 w 2514599"/>
                    <a:gd name="connsiteY3" fmla="*/ 1858718 h 1981855"/>
                    <a:gd name="connsiteX4" fmla="*/ 1812510 w 2514599"/>
                    <a:gd name="connsiteY4" fmla="*/ 1830143 h 1981855"/>
                    <a:gd name="connsiteX5" fmla="*/ 1869660 w 2514599"/>
                    <a:gd name="connsiteY5" fmla="*/ 1820618 h 1981855"/>
                    <a:gd name="connsiteX6" fmla="*/ 2012535 w 2514599"/>
                    <a:gd name="connsiteY6" fmla="*/ 1849193 h 1981855"/>
                    <a:gd name="connsiteX7" fmla="*/ 2514599 w 2514599"/>
                    <a:gd name="connsiteY7" fmla="*/ 1847894 h 1981855"/>
                    <a:gd name="connsiteX0" fmla="*/ 0 w 2514599"/>
                    <a:gd name="connsiteY0" fmla="*/ 1895519 h 1981855"/>
                    <a:gd name="connsiteX1" fmla="*/ 857250 w 2514599"/>
                    <a:gd name="connsiteY1" fmla="*/ 44 h 1981855"/>
                    <a:gd name="connsiteX2" fmla="*/ 1752600 w 2514599"/>
                    <a:gd name="connsiteY2" fmla="*/ 1838369 h 1981855"/>
                    <a:gd name="connsiteX3" fmla="*/ 1812510 w 2514599"/>
                    <a:gd name="connsiteY3" fmla="*/ 1858718 h 1981855"/>
                    <a:gd name="connsiteX4" fmla="*/ 1812510 w 2514599"/>
                    <a:gd name="connsiteY4" fmla="*/ 1830143 h 1981855"/>
                    <a:gd name="connsiteX5" fmla="*/ 2012535 w 2514599"/>
                    <a:gd name="connsiteY5" fmla="*/ 1849193 h 1981855"/>
                    <a:gd name="connsiteX6" fmla="*/ 2514599 w 2514599"/>
                    <a:gd name="connsiteY6" fmla="*/ 1847894 h 1981855"/>
                    <a:gd name="connsiteX0" fmla="*/ 0 w 2514599"/>
                    <a:gd name="connsiteY0" fmla="*/ 1895519 h 1981102"/>
                    <a:gd name="connsiteX1" fmla="*/ 857250 w 2514599"/>
                    <a:gd name="connsiteY1" fmla="*/ 44 h 1981102"/>
                    <a:gd name="connsiteX2" fmla="*/ 1752600 w 2514599"/>
                    <a:gd name="connsiteY2" fmla="*/ 1838369 h 1981102"/>
                    <a:gd name="connsiteX3" fmla="*/ 1812510 w 2514599"/>
                    <a:gd name="connsiteY3" fmla="*/ 1858718 h 1981102"/>
                    <a:gd name="connsiteX4" fmla="*/ 2012535 w 2514599"/>
                    <a:gd name="connsiteY4" fmla="*/ 1849193 h 1981102"/>
                    <a:gd name="connsiteX5" fmla="*/ 2514599 w 2514599"/>
                    <a:gd name="connsiteY5" fmla="*/ 1847894 h 1981102"/>
                    <a:gd name="connsiteX0" fmla="*/ 0 w 2514599"/>
                    <a:gd name="connsiteY0" fmla="*/ 1895519 h 1977841"/>
                    <a:gd name="connsiteX1" fmla="*/ 857250 w 2514599"/>
                    <a:gd name="connsiteY1" fmla="*/ 44 h 1977841"/>
                    <a:gd name="connsiteX2" fmla="*/ 1752600 w 2514599"/>
                    <a:gd name="connsiteY2" fmla="*/ 1838369 h 1977841"/>
                    <a:gd name="connsiteX3" fmla="*/ 2012535 w 2514599"/>
                    <a:gd name="connsiteY3" fmla="*/ 1849193 h 1977841"/>
                    <a:gd name="connsiteX4" fmla="*/ 2514599 w 2514599"/>
                    <a:gd name="connsiteY4" fmla="*/ 1847894 h 1977841"/>
                    <a:gd name="connsiteX0" fmla="*/ 0 w 2514599"/>
                    <a:gd name="connsiteY0" fmla="*/ 1895519 h 1977306"/>
                    <a:gd name="connsiteX1" fmla="*/ 857250 w 2514599"/>
                    <a:gd name="connsiteY1" fmla="*/ 44 h 1977306"/>
                    <a:gd name="connsiteX2" fmla="*/ 1752600 w 2514599"/>
                    <a:gd name="connsiteY2" fmla="*/ 1838369 h 1977306"/>
                    <a:gd name="connsiteX3" fmla="*/ 2514599 w 2514599"/>
                    <a:gd name="connsiteY3" fmla="*/ 1847894 h 1977306"/>
                    <a:gd name="connsiteX0" fmla="*/ 0 w 2514599"/>
                    <a:gd name="connsiteY0" fmla="*/ 1895516 h 1922292"/>
                    <a:gd name="connsiteX1" fmla="*/ 857250 w 2514599"/>
                    <a:gd name="connsiteY1" fmla="*/ 41 h 1922292"/>
                    <a:gd name="connsiteX2" fmla="*/ 1752600 w 2514599"/>
                    <a:gd name="connsiteY2" fmla="*/ 1838366 h 1922292"/>
                    <a:gd name="connsiteX3" fmla="*/ 2514599 w 2514599"/>
                    <a:gd name="connsiteY3" fmla="*/ 1847891 h 1922292"/>
                    <a:gd name="connsiteX0" fmla="*/ 0 w 2514599"/>
                    <a:gd name="connsiteY0" fmla="*/ 1895512 h 1895512"/>
                    <a:gd name="connsiteX1" fmla="*/ 857250 w 2514599"/>
                    <a:gd name="connsiteY1" fmla="*/ 37 h 1895512"/>
                    <a:gd name="connsiteX2" fmla="*/ 1752600 w 2514599"/>
                    <a:gd name="connsiteY2" fmla="*/ 1838362 h 1895512"/>
                    <a:gd name="connsiteX3" fmla="*/ 2514599 w 2514599"/>
                    <a:gd name="connsiteY3" fmla="*/ 1847887 h 1895512"/>
                    <a:gd name="connsiteX0" fmla="*/ 0 w 2514599"/>
                    <a:gd name="connsiteY0" fmla="*/ 1895539 h 1895539"/>
                    <a:gd name="connsiteX1" fmla="*/ 857250 w 2514599"/>
                    <a:gd name="connsiteY1" fmla="*/ 64 h 1895539"/>
                    <a:gd name="connsiteX2" fmla="*/ 1752600 w 2514599"/>
                    <a:gd name="connsiteY2" fmla="*/ 1838389 h 1895539"/>
                    <a:gd name="connsiteX3" fmla="*/ 2514599 w 2514599"/>
                    <a:gd name="connsiteY3" fmla="*/ 1847914 h 1895539"/>
                    <a:gd name="connsiteX0" fmla="*/ 0 w 2171699"/>
                    <a:gd name="connsiteY0" fmla="*/ 1895539 h 1998998"/>
                    <a:gd name="connsiteX1" fmla="*/ 857250 w 2171699"/>
                    <a:gd name="connsiteY1" fmla="*/ 64 h 1998998"/>
                    <a:gd name="connsiteX2" fmla="*/ 1752600 w 2171699"/>
                    <a:gd name="connsiteY2" fmla="*/ 1838389 h 1998998"/>
                    <a:gd name="connsiteX3" fmla="*/ 2171699 w 2171699"/>
                    <a:gd name="connsiteY3" fmla="*/ 1924114 h 1998998"/>
                    <a:gd name="connsiteX0" fmla="*/ 0 w 1752600"/>
                    <a:gd name="connsiteY0" fmla="*/ 1895539 h 1895539"/>
                    <a:gd name="connsiteX1" fmla="*/ 857250 w 1752600"/>
                    <a:gd name="connsiteY1" fmla="*/ 64 h 1895539"/>
                    <a:gd name="connsiteX2" fmla="*/ 1752600 w 1752600"/>
                    <a:gd name="connsiteY2" fmla="*/ 1838389 h 1895539"/>
                    <a:gd name="connsiteX0" fmla="*/ 0 w 1800225"/>
                    <a:gd name="connsiteY0" fmla="*/ 1895475 h 1895475"/>
                    <a:gd name="connsiteX1" fmla="*/ 857250 w 1800225"/>
                    <a:gd name="connsiteY1" fmla="*/ 0 h 1895475"/>
                    <a:gd name="connsiteX2" fmla="*/ 1800225 w 1800225"/>
                    <a:gd name="connsiteY2" fmla="*/ 1895475 h 1895475"/>
                    <a:gd name="connsiteX0" fmla="*/ 0 w 2124075"/>
                    <a:gd name="connsiteY0" fmla="*/ 1895476 h 1905001"/>
                    <a:gd name="connsiteX1" fmla="*/ 857250 w 2124075"/>
                    <a:gd name="connsiteY1" fmla="*/ 1 h 1905001"/>
                    <a:gd name="connsiteX2" fmla="*/ 2124075 w 2124075"/>
                    <a:gd name="connsiteY2" fmla="*/ 1905001 h 1905001"/>
                    <a:gd name="connsiteX0" fmla="*/ 0 w 2124075"/>
                    <a:gd name="connsiteY0" fmla="*/ 1904195 h 1913720"/>
                    <a:gd name="connsiteX1" fmla="*/ 857250 w 2124075"/>
                    <a:gd name="connsiteY1" fmla="*/ 8720 h 1913720"/>
                    <a:gd name="connsiteX2" fmla="*/ 1743379 w 2124075"/>
                    <a:gd name="connsiteY2" fmla="*/ 1227151 h 1913720"/>
                    <a:gd name="connsiteX3" fmla="*/ 2124075 w 2124075"/>
                    <a:gd name="connsiteY3" fmla="*/ 1913720 h 1913720"/>
                    <a:gd name="connsiteX0" fmla="*/ 0 w 2124075"/>
                    <a:gd name="connsiteY0" fmla="*/ 1898650 h 1908175"/>
                    <a:gd name="connsiteX1" fmla="*/ 857250 w 2124075"/>
                    <a:gd name="connsiteY1" fmla="*/ 3175 h 1908175"/>
                    <a:gd name="connsiteX2" fmla="*/ 1610029 w 2124075"/>
                    <a:gd name="connsiteY2" fmla="*/ 1459731 h 1908175"/>
                    <a:gd name="connsiteX3" fmla="*/ 2124075 w 2124075"/>
                    <a:gd name="connsiteY3" fmla="*/ 1908175 h 1908175"/>
                    <a:gd name="connsiteX0" fmla="*/ 0 w 2124075"/>
                    <a:gd name="connsiteY0" fmla="*/ 1898650 h 1908175"/>
                    <a:gd name="connsiteX1" fmla="*/ 857250 w 2124075"/>
                    <a:gd name="connsiteY1" fmla="*/ 3175 h 1908175"/>
                    <a:gd name="connsiteX2" fmla="*/ 1610029 w 2124075"/>
                    <a:gd name="connsiteY2" fmla="*/ 1459731 h 1908175"/>
                    <a:gd name="connsiteX3" fmla="*/ 2124075 w 2124075"/>
                    <a:gd name="connsiteY3" fmla="*/ 1908175 h 1908175"/>
                    <a:gd name="connsiteX0" fmla="*/ 0 w 2200275"/>
                    <a:gd name="connsiteY0" fmla="*/ 1898650 h 1898650"/>
                    <a:gd name="connsiteX1" fmla="*/ 857250 w 2200275"/>
                    <a:gd name="connsiteY1" fmla="*/ 3175 h 1898650"/>
                    <a:gd name="connsiteX2" fmla="*/ 1610029 w 2200275"/>
                    <a:gd name="connsiteY2" fmla="*/ 1459731 h 1898650"/>
                    <a:gd name="connsiteX3" fmla="*/ 2200275 w 2200275"/>
                    <a:gd name="connsiteY3" fmla="*/ 1879600 h 1898650"/>
                    <a:gd name="connsiteX0" fmla="*/ 0 w 2200275"/>
                    <a:gd name="connsiteY0" fmla="*/ 1898650 h 1898650"/>
                    <a:gd name="connsiteX1" fmla="*/ 857250 w 2200275"/>
                    <a:gd name="connsiteY1" fmla="*/ 3175 h 1898650"/>
                    <a:gd name="connsiteX2" fmla="*/ 1610029 w 2200275"/>
                    <a:gd name="connsiteY2" fmla="*/ 1459731 h 1898650"/>
                    <a:gd name="connsiteX3" fmla="*/ 2200275 w 2200275"/>
                    <a:gd name="connsiteY3" fmla="*/ 1879600 h 1898650"/>
                  </a:gdLst>
                  <a:ahLst/>
                  <a:cxnLst>
                    <a:cxn ang="0">
                      <a:pos x="connsiteX0" y="connsiteY0"/>
                    </a:cxn>
                    <a:cxn ang="0">
                      <a:pos x="connsiteX1" y="connsiteY1"/>
                    </a:cxn>
                    <a:cxn ang="0">
                      <a:pos x="connsiteX2" y="connsiteY2"/>
                    </a:cxn>
                    <a:cxn ang="0">
                      <a:pos x="connsiteX3" y="connsiteY3"/>
                    </a:cxn>
                  </a:cxnLst>
                  <a:rect l="l" t="t" r="r" b="b"/>
                  <a:pathLst>
                    <a:path w="2200275" h="1898650">
                      <a:moveTo>
                        <a:pt x="0" y="1898650"/>
                      </a:moveTo>
                      <a:cubicBezTo>
                        <a:pt x="295275" y="1038225"/>
                        <a:pt x="588912" y="76328"/>
                        <a:pt x="857250" y="3175"/>
                      </a:cubicBezTo>
                      <a:cubicBezTo>
                        <a:pt x="1125588" y="-69978"/>
                        <a:pt x="1398892" y="1142231"/>
                        <a:pt x="1610029" y="1459731"/>
                      </a:cubicBezTo>
                      <a:cubicBezTo>
                        <a:pt x="1821166" y="1777231"/>
                        <a:pt x="2070151" y="1850897"/>
                        <a:pt x="2200275" y="18796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6" name="对象 18">
                  <a:extLst>
                    <a:ext uri="{FF2B5EF4-FFF2-40B4-BE49-F238E27FC236}">
                      <a16:creationId xmlns:a16="http://schemas.microsoft.com/office/drawing/2014/main" id="{E25ADDE2-16A7-6083-D543-9E2AB503C93B}"/>
                    </a:ext>
                  </a:extLst>
                </p:cNvPr>
                <p:cNvGraphicFramePr>
                  <a:graphicFrameLocks noChangeAspect="1"/>
                </p:cNvGraphicFramePr>
                <p:nvPr/>
              </p:nvGraphicFramePr>
              <p:xfrm>
                <a:off x="8840788" y="3530600"/>
                <a:ext cx="231775" cy="250825"/>
              </p:xfrm>
              <a:graphic>
                <a:graphicData uri="http://schemas.openxmlformats.org/presentationml/2006/ole">
                  <mc:AlternateContent xmlns:mc="http://schemas.openxmlformats.org/markup-compatibility/2006">
                    <mc:Choice xmlns:v="urn:schemas-microsoft-com:vml" Requires="v">
                      <p:oleObj name="Equation" r:id="rId6" imgW="152268" imgH="164957" progId="Equation.DSMT4">
                        <p:embed/>
                      </p:oleObj>
                    </mc:Choice>
                    <mc:Fallback>
                      <p:oleObj name="Equation" r:id="rId6" imgW="152268" imgH="164957" progId="Equation.DSMT4">
                        <p:embed/>
                        <p:pic>
                          <p:nvPicPr>
                            <p:cNvPr id="28700" name="对象 18">
                              <a:extLst>
                                <a:ext uri="{FF2B5EF4-FFF2-40B4-BE49-F238E27FC236}">
                                  <a16:creationId xmlns:a16="http://schemas.microsoft.com/office/drawing/2014/main" id="{9E18D541-7B8D-4D5C-A9FE-9178FABE83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0788" y="3530600"/>
                              <a:ext cx="2317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25">
                  <a:extLst>
                    <a:ext uri="{FF2B5EF4-FFF2-40B4-BE49-F238E27FC236}">
                      <a16:creationId xmlns:a16="http://schemas.microsoft.com/office/drawing/2014/main" id="{4550B77F-2E0E-311C-0966-7768976D1134}"/>
                    </a:ext>
                  </a:extLst>
                </p:cNvPr>
                <p:cNvGraphicFramePr>
                  <a:graphicFrameLocks noChangeAspect="1"/>
                </p:cNvGraphicFramePr>
                <p:nvPr/>
              </p:nvGraphicFramePr>
              <p:xfrm>
                <a:off x="5656263" y="3429000"/>
                <a:ext cx="192087" cy="269875"/>
              </p:xfrm>
              <a:graphic>
                <a:graphicData uri="http://schemas.openxmlformats.org/presentationml/2006/ole">
                  <mc:AlternateContent xmlns:mc="http://schemas.openxmlformats.org/markup-compatibility/2006">
                    <mc:Choice xmlns:v="urn:schemas-microsoft-com:vml" Requires="v">
                      <p:oleObj name="Equation" r:id="rId8" imgW="126725" imgH="177415" progId="Equation.DSMT4">
                        <p:embed/>
                      </p:oleObj>
                    </mc:Choice>
                    <mc:Fallback>
                      <p:oleObj name="Equation" r:id="rId8" imgW="126725" imgH="177415" progId="Equation.DSMT4">
                        <p:embed/>
                        <p:pic>
                          <p:nvPicPr>
                            <p:cNvPr id="28701" name="对象 25">
                              <a:extLst>
                                <a:ext uri="{FF2B5EF4-FFF2-40B4-BE49-F238E27FC236}">
                                  <a16:creationId xmlns:a16="http://schemas.microsoft.com/office/drawing/2014/main" id="{6EABEA18-FB5B-B3B8-71CE-C2815BE63B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6263" y="3429000"/>
                              <a:ext cx="19208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graphicFrame>
        <p:nvGraphicFramePr>
          <p:cNvPr id="18" name="对象 29">
            <a:extLst>
              <a:ext uri="{FF2B5EF4-FFF2-40B4-BE49-F238E27FC236}">
                <a16:creationId xmlns:a16="http://schemas.microsoft.com/office/drawing/2014/main" id="{6EA6194A-99A7-CBF6-D12A-3E4AACFB365C}"/>
              </a:ext>
            </a:extLst>
          </p:cNvPr>
          <p:cNvGraphicFramePr>
            <a:graphicFrameLocks noChangeAspect="1"/>
          </p:cNvGraphicFramePr>
          <p:nvPr>
            <p:extLst>
              <p:ext uri="{D42A27DB-BD31-4B8C-83A1-F6EECF244321}">
                <p14:modId xmlns:p14="http://schemas.microsoft.com/office/powerpoint/2010/main" val="109051122"/>
              </p:ext>
            </p:extLst>
          </p:nvPr>
        </p:nvGraphicFramePr>
        <p:xfrm>
          <a:off x="539750" y="2308622"/>
          <a:ext cx="365125" cy="485775"/>
        </p:xfrm>
        <a:graphic>
          <a:graphicData uri="http://schemas.openxmlformats.org/presentationml/2006/ole">
            <mc:AlternateContent xmlns:mc="http://schemas.openxmlformats.org/markup-compatibility/2006">
              <mc:Choice xmlns:v="urn:schemas-microsoft-com:vml" Requires="v">
                <p:oleObj name="Equation" r:id="rId10" imgW="152268" imgH="203024" progId="Equation.DSMT4">
                  <p:embed/>
                </p:oleObj>
              </mc:Choice>
              <mc:Fallback>
                <p:oleObj name="Equation" r:id="rId10" imgW="152268" imgH="203024" progId="Equation.DSMT4">
                  <p:embed/>
                  <p:pic>
                    <p:nvPicPr>
                      <p:cNvPr id="9227" name="对象 29">
                        <a:extLst>
                          <a:ext uri="{FF2B5EF4-FFF2-40B4-BE49-F238E27FC236}">
                            <a16:creationId xmlns:a16="http://schemas.microsoft.com/office/drawing/2014/main" id="{D5D8EC91-28C7-8BEE-24B3-42324381B4C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2308622"/>
                        <a:ext cx="36512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左右箭头 30">
            <a:extLst>
              <a:ext uri="{FF2B5EF4-FFF2-40B4-BE49-F238E27FC236}">
                <a16:creationId xmlns:a16="http://schemas.microsoft.com/office/drawing/2014/main" id="{C21E5251-D981-FC5A-2B86-13DE698C8587}"/>
              </a:ext>
            </a:extLst>
          </p:cNvPr>
          <p:cNvSpPr/>
          <p:nvPr/>
        </p:nvSpPr>
        <p:spPr>
          <a:xfrm>
            <a:off x="900113" y="2497534"/>
            <a:ext cx="503237" cy="20478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0" name="对象 14335">
            <a:extLst>
              <a:ext uri="{FF2B5EF4-FFF2-40B4-BE49-F238E27FC236}">
                <a16:creationId xmlns:a16="http://schemas.microsoft.com/office/drawing/2014/main" id="{84D6A860-3073-514E-6BF3-672B1BE029C5}"/>
              </a:ext>
            </a:extLst>
          </p:cNvPr>
          <p:cNvGraphicFramePr>
            <a:graphicFrameLocks noChangeAspect="1"/>
          </p:cNvGraphicFramePr>
          <p:nvPr>
            <p:extLst>
              <p:ext uri="{D42A27DB-BD31-4B8C-83A1-F6EECF244321}">
                <p14:modId xmlns:p14="http://schemas.microsoft.com/office/powerpoint/2010/main" val="866752133"/>
              </p:ext>
            </p:extLst>
          </p:nvPr>
        </p:nvGraphicFramePr>
        <p:xfrm>
          <a:off x="1476375" y="2297509"/>
          <a:ext cx="1431925" cy="658813"/>
        </p:xfrm>
        <a:graphic>
          <a:graphicData uri="http://schemas.openxmlformats.org/presentationml/2006/ole">
            <mc:AlternateContent xmlns:mc="http://schemas.openxmlformats.org/markup-compatibility/2006">
              <mc:Choice xmlns:v="urn:schemas-microsoft-com:vml" Requires="v">
                <p:oleObj name="Equation" r:id="rId12" imgW="634725" imgH="291973" progId="Equation.DSMT4">
                  <p:embed/>
                </p:oleObj>
              </mc:Choice>
              <mc:Fallback>
                <p:oleObj name="Equation" r:id="rId12" imgW="634725" imgH="291973" progId="Equation.DSMT4">
                  <p:embed/>
                  <p:pic>
                    <p:nvPicPr>
                      <p:cNvPr id="9229" name="对象 14335">
                        <a:extLst>
                          <a:ext uri="{FF2B5EF4-FFF2-40B4-BE49-F238E27FC236}">
                            <a16:creationId xmlns:a16="http://schemas.microsoft.com/office/drawing/2014/main" id="{D7F65C02-4A51-6920-98FC-D799B880CA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6375" y="2297509"/>
                        <a:ext cx="14319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14336">
            <a:extLst>
              <a:ext uri="{FF2B5EF4-FFF2-40B4-BE49-F238E27FC236}">
                <a16:creationId xmlns:a16="http://schemas.microsoft.com/office/drawing/2014/main" id="{8EAD0B4A-7E3E-D3D9-DD38-1B7A085C1D64}"/>
              </a:ext>
            </a:extLst>
          </p:cNvPr>
          <p:cNvGraphicFramePr>
            <a:graphicFrameLocks noChangeAspect="1"/>
          </p:cNvGraphicFramePr>
          <p:nvPr>
            <p:extLst>
              <p:ext uri="{D42A27DB-BD31-4B8C-83A1-F6EECF244321}">
                <p14:modId xmlns:p14="http://schemas.microsoft.com/office/powerpoint/2010/main" val="2482567778"/>
              </p:ext>
            </p:extLst>
          </p:nvPr>
        </p:nvGraphicFramePr>
        <p:xfrm>
          <a:off x="3563938" y="2299097"/>
          <a:ext cx="715962" cy="657225"/>
        </p:xfrm>
        <a:graphic>
          <a:graphicData uri="http://schemas.openxmlformats.org/presentationml/2006/ole">
            <mc:AlternateContent xmlns:mc="http://schemas.openxmlformats.org/markup-compatibility/2006">
              <mc:Choice xmlns:v="urn:schemas-microsoft-com:vml" Requires="v">
                <p:oleObj name="Equation" r:id="rId14" imgW="317225" imgH="291847" progId="Equation.DSMT4">
                  <p:embed/>
                </p:oleObj>
              </mc:Choice>
              <mc:Fallback>
                <p:oleObj name="Equation" r:id="rId14" imgW="317225" imgH="291847" progId="Equation.DSMT4">
                  <p:embed/>
                  <p:pic>
                    <p:nvPicPr>
                      <p:cNvPr id="9230" name="对象 14336">
                        <a:extLst>
                          <a:ext uri="{FF2B5EF4-FFF2-40B4-BE49-F238E27FC236}">
                            <a16:creationId xmlns:a16="http://schemas.microsoft.com/office/drawing/2014/main" id="{9353F3D4-1DCF-3C0F-F48C-DCC829B37F4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3938" y="2299097"/>
                        <a:ext cx="71596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左右箭头 34">
            <a:extLst>
              <a:ext uri="{FF2B5EF4-FFF2-40B4-BE49-F238E27FC236}">
                <a16:creationId xmlns:a16="http://schemas.microsoft.com/office/drawing/2014/main" id="{889CD86B-4BF9-DC88-A520-87E43A8318B3}"/>
              </a:ext>
            </a:extLst>
          </p:cNvPr>
          <p:cNvSpPr/>
          <p:nvPr/>
        </p:nvSpPr>
        <p:spPr>
          <a:xfrm>
            <a:off x="2944813" y="2453084"/>
            <a:ext cx="503237" cy="2063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3" name="对象 14338">
            <a:extLst>
              <a:ext uri="{FF2B5EF4-FFF2-40B4-BE49-F238E27FC236}">
                <a16:creationId xmlns:a16="http://schemas.microsoft.com/office/drawing/2014/main" id="{CF1D82E1-F16C-79D5-4C21-9DD75204B8A7}"/>
              </a:ext>
            </a:extLst>
          </p:cNvPr>
          <p:cNvGraphicFramePr>
            <a:graphicFrameLocks noChangeAspect="1"/>
          </p:cNvGraphicFramePr>
          <p:nvPr>
            <p:extLst>
              <p:ext uri="{D42A27DB-BD31-4B8C-83A1-F6EECF244321}">
                <p14:modId xmlns:p14="http://schemas.microsoft.com/office/powerpoint/2010/main" val="2789566111"/>
              </p:ext>
            </p:extLst>
          </p:nvPr>
        </p:nvGraphicFramePr>
        <p:xfrm>
          <a:off x="454025" y="3378597"/>
          <a:ext cx="4525963" cy="946150"/>
        </p:xfrm>
        <a:graphic>
          <a:graphicData uri="http://schemas.openxmlformats.org/presentationml/2006/ole">
            <mc:AlternateContent xmlns:mc="http://schemas.openxmlformats.org/markup-compatibility/2006">
              <mc:Choice xmlns:v="urn:schemas-microsoft-com:vml" Requires="v">
                <p:oleObj name="Equation" r:id="rId16" imgW="2006600" imgH="419100" progId="Equation.DSMT4">
                  <p:embed/>
                </p:oleObj>
              </mc:Choice>
              <mc:Fallback>
                <p:oleObj name="Equation" r:id="rId16" imgW="2006600" imgH="419100" progId="Equation.DSMT4">
                  <p:embed/>
                  <p:pic>
                    <p:nvPicPr>
                      <p:cNvPr id="9232" name="对象 14338">
                        <a:extLst>
                          <a:ext uri="{FF2B5EF4-FFF2-40B4-BE49-F238E27FC236}">
                            <a16:creationId xmlns:a16="http://schemas.microsoft.com/office/drawing/2014/main" id="{C54DA3F8-2BD2-0BA5-AFE4-A07F56E2D9D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4025" y="3378597"/>
                        <a:ext cx="45259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14339">
            <a:extLst>
              <a:ext uri="{FF2B5EF4-FFF2-40B4-BE49-F238E27FC236}">
                <a16:creationId xmlns:a16="http://schemas.microsoft.com/office/drawing/2014/main" id="{DDB778F2-0364-01C8-C8AE-1F559E4E6C4D}"/>
              </a:ext>
            </a:extLst>
          </p:cNvPr>
          <p:cNvGraphicFramePr>
            <a:graphicFrameLocks noChangeAspect="1"/>
          </p:cNvGraphicFramePr>
          <p:nvPr>
            <p:extLst>
              <p:ext uri="{D42A27DB-BD31-4B8C-83A1-F6EECF244321}">
                <p14:modId xmlns:p14="http://schemas.microsoft.com/office/powerpoint/2010/main" val="998824159"/>
              </p:ext>
            </p:extLst>
          </p:nvPr>
        </p:nvGraphicFramePr>
        <p:xfrm>
          <a:off x="1892300" y="2891234"/>
          <a:ext cx="2606675" cy="1433513"/>
        </p:xfrm>
        <a:graphic>
          <a:graphicData uri="http://schemas.openxmlformats.org/presentationml/2006/ole">
            <mc:AlternateContent xmlns:mc="http://schemas.openxmlformats.org/markup-compatibility/2006">
              <mc:Choice xmlns:v="urn:schemas-microsoft-com:vml" Requires="v">
                <p:oleObj name="Equation" r:id="rId18" imgW="1155199" imgH="634725" progId="Equation.DSMT4">
                  <p:embed/>
                </p:oleObj>
              </mc:Choice>
              <mc:Fallback>
                <p:oleObj name="Equation" r:id="rId18" imgW="1155199" imgH="634725" progId="Equation.DSMT4">
                  <p:embed/>
                  <p:pic>
                    <p:nvPicPr>
                      <p:cNvPr id="9233" name="对象 14339">
                        <a:extLst>
                          <a:ext uri="{FF2B5EF4-FFF2-40B4-BE49-F238E27FC236}">
                            <a16:creationId xmlns:a16="http://schemas.microsoft.com/office/drawing/2014/main" id="{BDF4C89B-FB58-3879-D49D-C5CE2AEEEB2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92300" y="2891234"/>
                        <a:ext cx="26066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14341">
            <a:extLst>
              <a:ext uri="{FF2B5EF4-FFF2-40B4-BE49-F238E27FC236}">
                <a16:creationId xmlns:a16="http://schemas.microsoft.com/office/drawing/2014/main" id="{E6F4B380-52DA-C59C-B161-DF927B3D089D}"/>
              </a:ext>
            </a:extLst>
          </p:cNvPr>
          <p:cNvGraphicFramePr>
            <a:graphicFrameLocks noChangeAspect="1"/>
          </p:cNvGraphicFramePr>
          <p:nvPr>
            <p:extLst>
              <p:ext uri="{D42A27DB-BD31-4B8C-83A1-F6EECF244321}">
                <p14:modId xmlns:p14="http://schemas.microsoft.com/office/powerpoint/2010/main" val="525073564"/>
              </p:ext>
            </p:extLst>
          </p:nvPr>
        </p:nvGraphicFramePr>
        <p:xfrm>
          <a:off x="468313" y="4324747"/>
          <a:ext cx="2265362" cy="974725"/>
        </p:xfrm>
        <a:graphic>
          <a:graphicData uri="http://schemas.openxmlformats.org/presentationml/2006/ole">
            <mc:AlternateContent xmlns:mc="http://schemas.openxmlformats.org/markup-compatibility/2006">
              <mc:Choice xmlns:v="urn:schemas-microsoft-com:vml" Requires="v">
                <p:oleObj name="Equation" r:id="rId20" imgW="1002865" imgH="431613" progId="Equation.DSMT4">
                  <p:embed/>
                </p:oleObj>
              </mc:Choice>
              <mc:Fallback>
                <p:oleObj name="Equation" r:id="rId20" imgW="1002865" imgH="431613" progId="Equation.DSMT4">
                  <p:embed/>
                  <p:pic>
                    <p:nvPicPr>
                      <p:cNvPr id="9234" name="对象 14341">
                        <a:extLst>
                          <a:ext uri="{FF2B5EF4-FFF2-40B4-BE49-F238E27FC236}">
                            <a16:creationId xmlns:a16="http://schemas.microsoft.com/office/drawing/2014/main" id="{D728FFED-30AD-354B-1667-2F52E98CD8F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8313" y="4324747"/>
                        <a:ext cx="2265362"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14342">
            <a:extLst>
              <a:ext uri="{FF2B5EF4-FFF2-40B4-BE49-F238E27FC236}">
                <a16:creationId xmlns:a16="http://schemas.microsoft.com/office/drawing/2014/main" id="{0039C135-B516-95E3-31C2-A5621EB18F60}"/>
              </a:ext>
            </a:extLst>
          </p:cNvPr>
          <p:cNvGraphicFramePr>
            <a:graphicFrameLocks noChangeAspect="1"/>
          </p:cNvGraphicFramePr>
          <p:nvPr>
            <p:extLst>
              <p:ext uri="{D42A27DB-BD31-4B8C-83A1-F6EECF244321}">
                <p14:modId xmlns:p14="http://schemas.microsoft.com/office/powerpoint/2010/main" val="1146869225"/>
              </p:ext>
            </p:extLst>
          </p:nvPr>
        </p:nvGraphicFramePr>
        <p:xfrm>
          <a:off x="2916238" y="3892947"/>
          <a:ext cx="5472112" cy="1433512"/>
        </p:xfrm>
        <a:graphic>
          <a:graphicData uri="http://schemas.openxmlformats.org/presentationml/2006/ole">
            <mc:AlternateContent xmlns:mc="http://schemas.openxmlformats.org/markup-compatibility/2006">
              <mc:Choice xmlns:v="urn:schemas-microsoft-com:vml" Requires="v">
                <p:oleObj name="Equation" r:id="rId22" imgW="2425700" imgH="635000" progId="Equation.DSMT4">
                  <p:embed/>
                </p:oleObj>
              </mc:Choice>
              <mc:Fallback>
                <p:oleObj name="Equation" r:id="rId22" imgW="2425700" imgH="635000" progId="Equation.DSMT4">
                  <p:embed/>
                  <p:pic>
                    <p:nvPicPr>
                      <p:cNvPr id="9235" name="对象 14342">
                        <a:extLst>
                          <a:ext uri="{FF2B5EF4-FFF2-40B4-BE49-F238E27FC236}">
                            <a16:creationId xmlns:a16="http://schemas.microsoft.com/office/drawing/2014/main" id="{DB697BFE-6BAF-C103-EC68-17897E886FF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16238" y="3892947"/>
                        <a:ext cx="5472112"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7" name="组合 4">
            <a:extLst>
              <a:ext uri="{FF2B5EF4-FFF2-40B4-BE49-F238E27FC236}">
                <a16:creationId xmlns:a16="http://schemas.microsoft.com/office/drawing/2014/main" id="{3B182AC2-3CA6-F759-1585-408B83CB8C6E}"/>
              </a:ext>
            </a:extLst>
          </p:cNvPr>
          <p:cNvGrpSpPr>
            <a:grpSpLocks/>
          </p:cNvGrpSpPr>
          <p:nvPr/>
        </p:nvGrpSpPr>
        <p:grpSpPr bwMode="auto">
          <a:xfrm>
            <a:off x="469900" y="5531247"/>
            <a:ext cx="7342188" cy="522287"/>
            <a:chOff x="330201" y="5274319"/>
            <a:chExt cx="7342187" cy="522287"/>
          </a:xfrm>
        </p:grpSpPr>
        <p:graphicFrame>
          <p:nvGraphicFramePr>
            <p:cNvPr id="28" name="对象 14343">
              <a:extLst>
                <a:ext uri="{FF2B5EF4-FFF2-40B4-BE49-F238E27FC236}">
                  <a16:creationId xmlns:a16="http://schemas.microsoft.com/office/drawing/2014/main" id="{1A9C9717-8E84-8478-4444-61F300E4BC1B}"/>
                </a:ext>
              </a:extLst>
            </p:cNvPr>
            <p:cNvGraphicFramePr>
              <a:graphicFrameLocks noChangeAspect="1"/>
            </p:cNvGraphicFramePr>
            <p:nvPr/>
          </p:nvGraphicFramePr>
          <p:xfrm>
            <a:off x="1316038" y="5337819"/>
            <a:ext cx="889000" cy="458787"/>
          </p:xfrm>
          <a:graphic>
            <a:graphicData uri="http://schemas.openxmlformats.org/presentationml/2006/ole">
              <mc:AlternateContent xmlns:mc="http://schemas.openxmlformats.org/markup-compatibility/2006">
                <mc:Choice xmlns:v="urn:schemas-microsoft-com:vml" Requires="v">
                  <p:oleObj name="Equation" r:id="rId24" imgW="393529" imgH="203112" progId="Equation.DSMT4">
                    <p:embed/>
                  </p:oleObj>
                </mc:Choice>
                <mc:Fallback>
                  <p:oleObj name="Equation" r:id="rId24" imgW="393529" imgH="203112" progId="Equation.DSMT4">
                    <p:embed/>
                    <p:pic>
                      <p:nvPicPr>
                        <p:cNvPr id="28692" name="对象 14343">
                          <a:extLst>
                            <a:ext uri="{FF2B5EF4-FFF2-40B4-BE49-F238E27FC236}">
                              <a16:creationId xmlns:a16="http://schemas.microsoft.com/office/drawing/2014/main" id="{1C06FB97-C630-9907-5A72-E07F6A72893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16038" y="5337819"/>
                          <a:ext cx="8890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 Box 3">
              <a:extLst>
                <a:ext uri="{FF2B5EF4-FFF2-40B4-BE49-F238E27FC236}">
                  <a16:creationId xmlns:a16="http://schemas.microsoft.com/office/drawing/2014/main" id="{6E3EAD41-5B88-5C2C-FAC5-70AFD06C9B0F}"/>
                </a:ext>
              </a:extLst>
            </p:cNvPr>
            <p:cNvSpPr txBox="1">
              <a:spLocks noChangeArrowheads="1"/>
            </p:cNvSpPr>
            <p:nvPr/>
          </p:nvSpPr>
          <p:spPr bwMode="auto">
            <a:xfrm>
              <a:off x="330201" y="5274319"/>
              <a:ext cx="7342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所以</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是不合格率的极大似然估计值</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80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0" name="组合 6">
            <a:extLst>
              <a:ext uri="{FF2B5EF4-FFF2-40B4-BE49-F238E27FC236}">
                <a16:creationId xmlns:a16="http://schemas.microsoft.com/office/drawing/2014/main" id="{4DC6212D-5E99-A340-08B9-2AF79CDE58CA}"/>
              </a:ext>
            </a:extLst>
          </p:cNvPr>
          <p:cNvGrpSpPr>
            <a:grpSpLocks/>
          </p:cNvGrpSpPr>
          <p:nvPr/>
        </p:nvGrpSpPr>
        <p:grpSpPr bwMode="auto">
          <a:xfrm>
            <a:off x="1403350" y="6045597"/>
            <a:ext cx="6318250" cy="547687"/>
            <a:chOff x="1403350" y="5942013"/>
            <a:chExt cx="6318250" cy="547687"/>
          </a:xfrm>
        </p:grpSpPr>
        <p:graphicFrame>
          <p:nvGraphicFramePr>
            <p:cNvPr id="31" name="对象 14344">
              <a:extLst>
                <a:ext uri="{FF2B5EF4-FFF2-40B4-BE49-F238E27FC236}">
                  <a16:creationId xmlns:a16="http://schemas.microsoft.com/office/drawing/2014/main" id="{A2A157B3-54DE-E211-9629-A6431C2EB12F}"/>
                </a:ext>
              </a:extLst>
            </p:cNvPr>
            <p:cNvGraphicFramePr>
              <a:graphicFrameLocks noChangeAspect="1"/>
            </p:cNvGraphicFramePr>
            <p:nvPr/>
          </p:nvGraphicFramePr>
          <p:xfrm>
            <a:off x="1403350" y="5942013"/>
            <a:ext cx="976313" cy="515937"/>
          </p:xfrm>
          <a:graphic>
            <a:graphicData uri="http://schemas.openxmlformats.org/presentationml/2006/ole">
              <mc:AlternateContent xmlns:mc="http://schemas.openxmlformats.org/markup-compatibility/2006">
                <mc:Choice xmlns:v="urn:schemas-microsoft-com:vml" Requires="v">
                  <p:oleObj name="Equation" r:id="rId26" imgW="431613" imgH="228501" progId="Equation.DSMT4">
                    <p:embed/>
                  </p:oleObj>
                </mc:Choice>
                <mc:Fallback>
                  <p:oleObj name="Equation" r:id="rId26" imgW="431613" imgH="228501" progId="Equation.DSMT4">
                    <p:embed/>
                    <p:pic>
                      <p:nvPicPr>
                        <p:cNvPr id="28690" name="对象 14344">
                          <a:extLst>
                            <a:ext uri="{FF2B5EF4-FFF2-40B4-BE49-F238E27FC236}">
                              <a16:creationId xmlns:a16="http://schemas.microsoft.com/office/drawing/2014/main" id="{DE191BBE-0B92-C020-8D30-5F56CA6E24D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03350" y="5942013"/>
                          <a:ext cx="97631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TextBox 14347">
              <a:extLst>
                <a:ext uri="{FF2B5EF4-FFF2-40B4-BE49-F238E27FC236}">
                  <a16:creationId xmlns:a16="http://schemas.microsoft.com/office/drawing/2014/main" id="{1F89A3A6-9D4B-7D9B-C7B2-E4DBD69C154D}"/>
                </a:ext>
              </a:extLst>
            </p:cNvPr>
            <p:cNvSpPr txBox="1">
              <a:spLocks noChangeArrowheads="1"/>
            </p:cNvSpPr>
            <p:nvPr/>
          </p:nvSpPr>
          <p:spPr bwMode="auto">
            <a:xfrm>
              <a:off x="2220913" y="5965825"/>
              <a:ext cx="5500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Verdana" panose="020B0604030504040204" pitchFamily="34" charset="0"/>
                  <a:ea typeface="华文楷体" panose="02010600040101010101" pitchFamily="2" charset="-122"/>
                  <a:cs typeface="Times New Roman" panose="02020603050405020304" pitchFamily="18" charset="0"/>
                </a:rPr>
                <a:t>是不合格率的极大似然估计量</a:t>
              </a:r>
              <a:r>
                <a:rPr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33" name="对象 32">
            <a:extLst>
              <a:ext uri="{FF2B5EF4-FFF2-40B4-BE49-F238E27FC236}">
                <a16:creationId xmlns:a16="http://schemas.microsoft.com/office/drawing/2014/main" id="{B10830A9-9195-F8E2-C14F-A3C10B13C8AE}"/>
              </a:ext>
            </a:extLst>
          </p:cNvPr>
          <p:cNvGraphicFramePr>
            <a:graphicFrameLocks noChangeAspect="1"/>
          </p:cNvGraphicFramePr>
          <p:nvPr>
            <p:extLst>
              <p:ext uri="{D42A27DB-BD31-4B8C-83A1-F6EECF244321}">
                <p14:modId xmlns:p14="http://schemas.microsoft.com/office/powerpoint/2010/main" val="858534554"/>
              </p:ext>
            </p:extLst>
          </p:nvPr>
        </p:nvGraphicFramePr>
        <p:xfrm>
          <a:off x="1331640" y="271860"/>
          <a:ext cx="3592513" cy="954088"/>
        </p:xfrm>
        <a:graphic>
          <a:graphicData uri="http://schemas.openxmlformats.org/presentationml/2006/ole">
            <mc:AlternateContent xmlns:mc="http://schemas.openxmlformats.org/markup-compatibility/2006">
              <mc:Choice xmlns:v="urn:schemas-microsoft-com:vml" Requires="v">
                <p:oleObj name="Equation" r:id="rId28" imgW="1485900" imgH="393700" progId="Equation.DSMT4">
                  <p:embed/>
                </p:oleObj>
              </mc:Choice>
              <mc:Fallback>
                <p:oleObj name="Equation" r:id="rId28" imgW="1485900" imgH="393700" progId="Equation.DSMT4">
                  <p:embed/>
                  <p:pic>
                    <p:nvPicPr>
                      <p:cNvPr id="11" name="对象 10">
                        <a:extLst>
                          <a:ext uri="{FF2B5EF4-FFF2-40B4-BE49-F238E27FC236}">
                            <a16:creationId xmlns:a16="http://schemas.microsoft.com/office/drawing/2014/main" id="{9AB6AB45-83CA-F48A-CDFF-F36569349BE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331640" y="271860"/>
                        <a:ext cx="35925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对象 33">
            <a:extLst>
              <a:ext uri="{FF2B5EF4-FFF2-40B4-BE49-F238E27FC236}">
                <a16:creationId xmlns:a16="http://schemas.microsoft.com/office/drawing/2014/main" id="{B94B8574-9085-25EA-91DD-4C8AB915D93B}"/>
              </a:ext>
            </a:extLst>
          </p:cNvPr>
          <p:cNvGraphicFramePr>
            <a:graphicFrameLocks noChangeAspect="1"/>
          </p:cNvGraphicFramePr>
          <p:nvPr>
            <p:extLst>
              <p:ext uri="{D42A27DB-BD31-4B8C-83A1-F6EECF244321}">
                <p14:modId xmlns:p14="http://schemas.microsoft.com/office/powerpoint/2010/main" val="1374334613"/>
              </p:ext>
            </p:extLst>
          </p:nvPr>
        </p:nvGraphicFramePr>
        <p:xfrm>
          <a:off x="4211638" y="2354659"/>
          <a:ext cx="1087437" cy="457200"/>
        </p:xfrm>
        <a:graphic>
          <a:graphicData uri="http://schemas.openxmlformats.org/presentationml/2006/ole">
            <mc:AlternateContent xmlns:mc="http://schemas.openxmlformats.org/markup-compatibility/2006">
              <mc:Choice xmlns:v="urn:schemas-microsoft-com:vml" Requires="v">
                <p:oleObj name="Equation" r:id="rId30" imgW="482391" imgH="203112" progId="Equation.DSMT4">
                  <p:embed/>
                </p:oleObj>
              </mc:Choice>
              <mc:Fallback>
                <p:oleObj name="Equation" r:id="rId30" imgW="482391" imgH="203112" progId="Equation.DSMT4">
                  <p:embed/>
                  <p:pic>
                    <p:nvPicPr>
                      <p:cNvPr id="2" name="对象 1">
                        <a:extLst>
                          <a:ext uri="{FF2B5EF4-FFF2-40B4-BE49-F238E27FC236}">
                            <a16:creationId xmlns:a16="http://schemas.microsoft.com/office/drawing/2014/main" id="{AEF22175-4EAD-257E-5F42-4375DE91A492}"/>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211638" y="2354659"/>
                        <a:ext cx="1087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Text Box 3">
            <a:extLst>
              <a:ext uri="{FF2B5EF4-FFF2-40B4-BE49-F238E27FC236}">
                <a16:creationId xmlns:a16="http://schemas.microsoft.com/office/drawing/2014/main" id="{8E9B5C88-9789-E2E4-A546-6406084A5E8F}"/>
              </a:ext>
            </a:extLst>
          </p:cNvPr>
          <p:cNvSpPr txBox="1">
            <a:spLocks noChangeArrowheads="1"/>
          </p:cNvSpPr>
          <p:nvPr/>
        </p:nvSpPr>
        <p:spPr bwMode="auto">
          <a:xfrm>
            <a:off x="352425" y="1273572"/>
            <a:ext cx="49403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华文楷体" panose="02010600040101010101" pitchFamily="2" charset="-122"/>
                <a:ea typeface="华文楷体" panose="02010600040101010101" pitchFamily="2" charset="-122"/>
              </a:rPr>
              <a:t>经过一次试验</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a:solidFill>
                  <a:srgbClr val="0000FF"/>
                </a:solidFill>
                <a:latin typeface="华文楷体" panose="02010600040101010101" pitchFamily="2" charset="-122"/>
                <a:ea typeface="华文楷体" panose="02010600040101010101" pitchFamily="2" charset="-122"/>
              </a:rPr>
              <a:t> </a:t>
            </a:r>
            <a:r>
              <a:rPr kumimoji="1" lang="zh-CN" altLang="en-US" sz="2800" b="1">
                <a:solidFill>
                  <a:srgbClr val="0000FF"/>
                </a:solidFill>
                <a:latin typeface="华文楷体" panose="02010600040101010101" pitchFamily="2" charset="-122"/>
                <a:ea typeface="华文楷体" panose="02010600040101010101" pitchFamily="2" charset="-122"/>
              </a:rPr>
              <a:t>事件</a:t>
            </a:r>
            <a:endParaRPr kumimoji="1" lang="en-US" altLang="zh-CN" sz="2800" b="1">
              <a:solidFill>
                <a:srgbClr val="0000FF"/>
              </a:solidFill>
              <a:latin typeface="华文楷体" panose="02010600040101010101" pitchFamily="2" charset="-122"/>
              <a:ea typeface="华文楷体" panose="02010600040101010101" pitchFamily="2" charset="-122"/>
            </a:endParaRPr>
          </a:p>
          <a:p>
            <a:pPr eaLnBrk="1" hangingPunct="1"/>
            <a:r>
              <a:rPr kumimoji="1" lang="en-US" altLang="zh-CN" sz="2800" b="1">
                <a:solidFill>
                  <a:srgbClr val="0000FF"/>
                </a:solidFill>
                <a:latin typeface="Times New Roman" panose="02020603050405020304" pitchFamily="18" charset="0"/>
                <a:ea typeface="华文楷体" panose="02010600040101010101" pitchFamily="2"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1</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1</a:t>
            </a:r>
            <a:r>
              <a:rPr kumimoji="1" lang="en-US" altLang="zh-CN" sz="2800">
                <a:solidFill>
                  <a:srgbClr val="0000FF"/>
                </a:solidFill>
                <a:latin typeface="Times New Roman" panose="02020603050405020304" pitchFamily="18" charset="0"/>
                <a:ea typeface="楷体_GB2312" pitchFamily="49" charset="-122"/>
              </a:rPr>
              <a:t>, </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2</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2</a:t>
            </a:r>
            <a:r>
              <a:rPr kumimoji="1" lang="en-US" altLang="zh-CN" sz="2800">
                <a:solidFill>
                  <a:srgbClr val="0000FF"/>
                </a:solidFill>
                <a:latin typeface="Times New Roman" panose="02020603050405020304" pitchFamily="18" charset="0"/>
                <a:ea typeface="楷体_GB2312" pitchFamily="49" charset="-122"/>
              </a:rPr>
              <a:t>,…, </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i="1" baseline="-25000">
                <a:solidFill>
                  <a:srgbClr val="0000FF"/>
                </a:solidFill>
                <a:latin typeface="Times New Roman" panose="02020603050405020304" pitchFamily="18" charset="0"/>
                <a:ea typeface="楷体_GB2312" pitchFamily="49" charset="-122"/>
              </a:rPr>
              <a:t>n</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i="1" baseline="-25000">
                <a:solidFill>
                  <a:srgbClr val="0000FF"/>
                </a:solidFill>
                <a:latin typeface="Times New Roman" panose="02020603050405020304" pitchFamily="18" charset="0"/>
                <a:ea typeface="楷体_GB2312" pitchFamily="49" charset="-122"/>
              </a:rPr>
              <a:t>n</a:t>
            </a:r>
            <a:r>
              <a:rPr kumimoji="1" lang="en-US" altLang="zh-CN" sz="2800" b="1">
                <a:solidFill>
                  <a:srgbClr val="0000FF"/>
                </a:solidFill>
                <a:latin typeface="Times New Roman" panose="02020603050405020304" pitchFamily="18" charset="0"/>
                <a:ea typeface="华文楷体" panose="02010600040101010101" pitchFamily="2" charset="-122"/>
              </a:rPr>
              <a:t>)</a:t>
            </a:r>
            <a:r>
              <a:rPr kumimoji="1" lang="zh-CN" altLang="en-US" sz="2800" b="1">
                <a:solidFill>
                  <a:srgbClr val="0000FF"/>
                </a:solidFill>
                <a:latin typeface="Times New Roman" panose="02020603050405020304" pitchFamily="18" charset="0"/>
                <a:ea typeface="华文楷体" panose="02010600040101010101" pitchFamily="2" charset="-122"/>
              </a:rPr>
              <a:t>发生了</a:t>
            </a:r>
            <a:r>
              <a:rPr kumimoji="1" lang="en-US" altLang="zh-CN" sz="2800" b="1">
                <a:solidFill>
                  <a:srgbClr val="0000FF"/>
                </a:solidFill>
                <a:latin typeface="Times New Roman" panose="02020603050405020304" pitchFamily="18" charset="0"/>
                <a:ea typeface="华文楷体" panose="02010600040101010101" pitchFamily="2" charset="-122"/>
              </a:rPr>
              <a:t>,</a:t>
            </a:r>
            <a:endParaRPr kumimoji="1" lang="en-US" altLang="zh-CN" sz="2800">
              <a:solidFill>
                <a:srgbClr val="0000FF"/>
              </a:solidFill>
              <a:latin typeface="Times New Roman" panose="02020603050405020304" pitchFamily="18" charset="0"/>
              <a:ea typeface="华文楷体" panose="02010600040101010101" pitchFamily="2" charset="-122"/>
            </a:endParaRPr>
          </a:p>
        </p:txBody>
      </p:sp>
    </p:spTree>
    <p:extLst>
      <p:ext uri="{BB962C8B-B14F-4D97-AF65-F5344CB8AC3E}">
        <p14:creationId xmlns:p14="http://schemas.microsoft.com/office/powerpoint/2010/main" val="20014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up)">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3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968B-F4A1-77A1-F359-22B189FB3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46DCB-690F-3C18-0F74-62F1648F728B}"/>
              </a:ext>
            </a:extLst>
          </p:cNvPr>
          <p:cNvSpPr>
            <a:spLocks noGrp="1"/>
          </p:cNvSpPr>
          <p:nvPr>
            <p:ph type="title"/>
          </p:nvPr>
        </p:nvSpPr>
        <p:spPr>
          <a:xfrm>
            <a:off x="251520" y="678182"/>
            <a:ext cx="7772400" cy="1143000"/>
          </a:xfrm>
        </p:spPr>
        <p:txBody>
          <a:bodyPr/>
          <a:lstStyle/>
          <a:p>
            <a:r>
              <a:rPr lang="zh-CN" altLang="en-US" sz="3600" i="0" dirty="0"/>
              <a:t>最大似然估计</a:t>
            </a:r>
            <a:endParaRPr lang="en-CA" sz="3600" i="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06776C-9D90-1256-7B22-5D31CA757A55}"/>
                  </a:ext>
                </a:extLst>
              </p:cNvPr>
              <p:cNvSpPr>
                <a:spLocks noGrp="1"/>
              </p:cNvSpPr>
              <p:nvPr>
                <p:ph idx="1"/>
              </p:nvPr>
            </p:nvSpPr>
            <p:spPr>
              <a:xfrm>
                <a:off x="539552" y="1556792"/>
                <a:ext cx="7772400" cy="4114800"/>
              </a:xfrm>
            </p:spPr>
            <p:txBody>
              <a:bodyPr/>
              <a:lstStyle/>
              <a:p>
                <a:r>
                  <a:rPr lang="zh-CN" altLang="en-US" sz="2000" dirty="0"/>
                  <a:t>我们使用训练集来最大化</a:t>
                </a: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pHide m:val="on"/>
                          <m:ctrlPr>
                            <a:rPr lang="en-CA" sz="2000" i="1" smtClean="0">
                              <a:latin typeface="Cambria Math" panose="02040503050406030204" pitchFamily="18" charset="0"/>
                            </a:rPr>
                          </m:ctrlPr>
                        </m:naryPr>
                        <m:sub>
                          <m:eqArr>
                            <m:eqArrPr>
                              <m:ctrlPr>
                                <a:rPr lang="en-CA" sz="2000" i="1" smtClean="0">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正产出</m:t>
                              </m:r>
                            </m:e>
                          </m:eqArr>
                        </m:sub>
                        <m:sup/>
                        <m:e>
                          <m:func>
                            <m:funcPr>
                              <m:ctrlPr>
                                <a:rPr lang="en-CA" sz="2000" i="1">
                                  <a:latin typeface="Cambria Math" panose="02040503050406030204" pitchFamily="18" charset="0"/>
                                </a:rPr>
                              </m:ctrlPr>
                            </m:funcPr>
                            <m:fName>
                              <m:r>
                                <m:rPr>
                                  <m:sty m:val="p"/>
                                </m:rPr>
                                <a:rPr lang="en-CA" sz="2000">
                                  <a:latin typeface="Cambria Math"/>
                                </a:rPr>
                                <m:t>ln</m:t>
                              </m:r>
                            </m:fName>
                            <m:e>
                              <m:d>
                                <m:dPr>
                                  <m:ctrlPr>
                                    <a:rPr lang="en-CA" sz="2000" i="1">
                                      <a:latin typeface="Cambria Math" panose="02040503050406030204" pitchFamily="18" charset="0"/>
                                    </a:rPr>
                                  </m:ctrlPr>
                                </m:dPr>
                                <m:e>
                                  <m:r>
                                    <a:rPr lang="en-CA" sz="2000" i="1">
                                      <a:latin typeface="Cambria Math"/>
                                    </a:rPr>
                                    <m:t>𝑄</m:t>
                                  </m:r>
                                </m:e>
                              </m:d>
                            </m:e>
                          </m:func>
                          <m:r>
                            <a:rPr lang="en-CA" sz="2000" i="1" smtClean="0">
                              <a:latin typeface="Cambria Math"/>
                            </a:rPr>
                            <m:t>+</m:t>
                          </m:r>
                          <m:nary>
                            <m:naryPr>
                              <m:chr m:val="∑"/>
                              <m:limLoc m:val="undOvr"/>
                              <m:supHide m:val="on"/>
                              <m:ctrlPr>
                                <a:rPr lang="en-CA" sz="2000" i="1">
                                  <a:latin typeface="Cambria Math" panose="02040503050406030204" pitchFamily="18" charset="0"/>
                                </a:rPr>
                              </m:ctrlPr>
                            </m:naryPr>
                            <m:sub>
                              <m:r>
                                <m:rPr>
                                  <m:brk/>
                                </m:rPr>
                                <a:rPr lang="zh-CN" altLang="en-US" sz="2000" i="1">
                                  <a:latin typeface="Cambria Math" panose="02040503050406030204" pitchFamily="18" charset="0"/>
                                </a:rPr>
                                <m:t>负</m:t>
                              </m:r>
                              <m:r>
                                <a:rPr lang="zh-CN" altLang="en-US" sz="2000" i="1">
                                  <a:latin typeface="Cambria Math" panose="02040503050406030204" pitchFamily="18" charset="0"/>
                                </a:rPr>
                                <m:t>产出</m:t>
                              </m:r>
                            </m:sub>
                            <m:sup/>
                            <m:e>
                              <m:r>
                                <m:rPr>
                                  <m:sty m:val="p"/>
                                </m:rPr>
                                <a:rPr lang="en-CA" sz="2000">
                                  <a:latin typeface="Cambria Math"/>
                                </a:rPr>
                                <m:t>ln</m:t>
                              </m:r>
                              <m:r>
                                <a:rPr lang="en-CA" sz="2000">
                                  <a:latin typeface="Cambria Math"/>
                                </a:rPr>
                                <m:t>⁡</m:t>
                              </m:r>
                              <m:r>
                                <a:rPr lang="en-CA" sz="2000" i="1">
                                  <a:latin typeface="Cambria Math"/>
                                </a:rPr>
                                <m:t>(1−</m:t>
                              </m:r>
                              <m:r>
                                <a:rPr lang="en-CA" sz="2000" i="1">
                                  <a:latin typeface="Cambria Math"/>
                                </a:rPr>
                                <m:t>𝑄</m:t>
                              </m:r>
                              <m:r>
                                <a:rPr lang="en-CA" sz="2000" i="1">
                                  <a:latin typeface="Cambria Math"/>
                                </a:rPr>
                                <m:t>)</m:t>
                              </m:r>
                            </m:e>
                          </m:nary>
                        </m:e>
                      </m:nary>
                    </m:oMath>
                  </m:oMathPara>
                </a14:m>
                <a:endParaRPr lang="en-US" sz="2000" dirty="0"/>
              </a:p>
              <a:p>
                <a:pPr marL="0" indent="0">
                  <a:buNone/>
                </a:pPr>
                <a:r>
                  <a:rPr lang="zh-CN" altLang="en-US" sz="2000" dirty="0"/>
                  <a:t>或</a:t>
                </a:r>
                <a14:m>
                  <m:oMath xmlns:m="http://schemas.openxmlformats.org/officeDocument/2006/math">
                    <m:r>
                      <a:rPr lang="zh-CN" altLang="en-US" sz="2000" i="0" dirty="0">
                        <a:latin typeface="Cambria Math" panose="02040503050406030204" pitchFamily="18" charset="0"/>
                      </a:rPr>
                      <m:t>等价</m:t>
                    </m:r>
                  </m:oMath>
                </a14:m>
                <a:r>
                  <a:rPr lang="zh-CN" altLang="en-US" sz="2000" dirty="0">
                    <a:latin typeface="Cambria Math" panose="02040503050406030204" pitchFamily="18" charset="0"/>
                  </a:rPr>
                  <a:t>地，我们最小化成本函数</a:t>
                </a:r>
                <a:endParaRPr lang="en-US" altLang="zh-CN" sz="2000" dirty="0">
                  <a:latin typeface="Cambria Math" panose="02040503050406030204" pitchFamily="18" charset="0"/>
                </a:endParaRPr>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CA" sz="2000" b="0" i="1" smtClean="0">
                              <a:latin typeface="Cambria Math" panose="02040503050406030204" pitchFamily="18" charset="0"/>
                            </a:rPr>
                            <m:t>1</m:t>
                          </m:r>
                        </m:num>
                        <m:den>
                          <m:r>
                            <a:rPr lang="en-CA" sz="2000" b="0" i="1" smtClean="0">
                              <a:latin typeface="Cambria Math" panose="02040503050406030204" pitchFamily="18" charset="0"/>
                            </a:rPr>
                            <m:t>𝑛</m:t>
                          </m:r>
                        </m:den>
                      </m:f>
                      <m:d>
                        <m:dPr>
                          <m:begChr m:val="["/>
                          <m:endChr m:val="]"/>
                          <m:ctrlPr>
                            <a:rPr lang="en-US" sz="2000" i="1" smtClean="0">
                              <a:latin typeface="Cambria Math" panose="02040503050406030204" pitchFamily="18" charset="0"/>
                            </a:rPr>
                          </m:ctrlPr>
                        </m:dPr>
                        <m:e>
                          <m:r>
                            <a:rPr lang="en-CA" sz="2000" b="0" i="1" smtClean="0">
                              <a:latin typeface="Cambria Math" panose="02040503050406030204" pitchFamily="18" charset="0"/>
                            </a:rPr>
                            <m:t>−</m:t>
                          </m:r>
                          <m:nary>
                            <m:naryPr>
                              <m:chr m:val="∑"/>
                              <m:limLoc m:val="undOvr"/>
                              <m:supHide m:val="on"/>
                              <m:ctrlPr>
                                <a:rPr lang="en-CA" sz="2000" i="1">
                                  <a:latin typeface="Cambria Math" panose="02040503050406030204" pitchFamily="18" charset="0"/>
                                </a:rPr>
                              </m:ctrlPr>
                            </m:naryPr>
                            <m:sub>
                              <m:eqArr>
                                <m:eqArrPr>
                                  <m:ctrlPr>
                                    <a:rPr lang="en-CA" sz="2000" i="1">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正产出</m:t>
                                  </m:r>
                                </m:e>
                              </m:eqArr>
                            </m:sub>
                            <m:sup/>
                            <m:e>
                              <m:func>
                                <m:funcPr>
                                  <m:ctrlPr>
                                    <a:rPr lang="en-CA" sz="2000" i="1">
                                      <a:latin typeface="Cambria Math" panose="02040503050406030204" pitchFamily="18" charset="0"/>
                                    </a:rPr>
                                  </m:ctrlPr>
                                </m:funcPr>
                                <m:fName>
                                  <m:r>
                                    <m:rPr>
                                      <m:sty m:val="p"/>
                                    </m:rPr>
                                    <a:rPr lang="en-CA" sz="2000">
                                      <a:latin typeface="Cambria Math"/>
                                    </a:rPr>
                                    <m:t>ln</m:t>
                                  </m:r>
                                </m:fName>
                                <m:e>
                                  <m:d>
                                    <m:dPr>
                                      <m:ctrlPr>
                                        <a:rPr lang="en-CA" sz="2000" i="1">
                                          <a:latin typeface="Cambria Math" panose="02040503050406030204" pitchFamily="18" charset="0"/>
                                        </a:rPr>
                                      </m:ctrlPr>
                                    </m:dPr>
                                    <m:e>
                                      <m:r>
                                        <a:rPr lang="en-CA" sz="2000" i="1">
                                          <a:latin typeface="Cambria Math"/>
                                        </a:rPr>
                                        <m:t>𝑄</m:t>
                                      </m:r>
                                    </m:e>
                                  </m:d>
                                </m:e>
                              </m:func>
                              <m:r>
                                <a:rPr lang="en-CA" sz="2000" b="0" i="1" smtClean="0">
                                  <a:latin typeface="Cambria Math" panose="02040503050406030204" pitchFamily="18" charset="0"/>
                                </a:rPr>
                                <m:t>−</m:t>
                              </m:r>
                              <m:nary>
                                <m:naryPr>
                                  <m:chr m:val="∑"/>
                                  <m:limLoc m:val="undOvr"/>
                                  <m:supHide m:val="on"/>
                                  <m:ctrlPr>
                                    <a:rPr lang="en-CA" sz="2000" i="1">
                                      <a:latin typeface="Cambria Math" panose="02040503050406030204" pitchFamily="18" charset="0"/>
                                    </a:rPr>
                                  </m:ctrlPr>
                                </m:naryPr>
                                <m:sub>
                                  <m:eqArr>
                                    <m:eqArrPr>
                                      <m:ctrlPr>
                                        <a:rPr lang="en-CA" sz="2000" i="1">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负产出</m:t>
                                      </m:r>
                                    </m:e>
                                  </m:eqArr>
                                </m:sub>
                                <m:sup/>
                                <m:e>
                                  <m:r>
                                    <m:rPr>
                                      <m:sty m:val="p"/>
                                    </m:rPr>
                                    <a:rPr lang="en-CA" sz="2000">
                                      <a:latin typeface="Cambria Math"/>
                                    </a:rPr>
                                    <m:t>ln</m:t>
                                  </m:r>
                                  <m:r>
                                    <a:rPr lang="en-CA" sz="2000">
                                      <a:latin typeface="Cambria Math"/>
                                    </a:rPr>
                                    <m:t>⁡</m:t>
                                  </m:r>
                                  <m:r>
                                    <a:rPr lang="en-CA" sz="2000" i="1">
                                      <a:latin typeface="Cambria Math"/>
                                    </a:rPr>
                                    <m:t>(1−</m:t>
                                  </m:r>
                                  <m:r>
                                    <a:rPr lang="en-CA" sz="2000" i="1">
                                      <a:latin typeface="Cambria Math"/>
                                    </a:rPr>
                                    <m:t>𝑄</m:t>
                                  </m:r>
                                  <m:r>
                                    <a:rPr lang="en-CA" sz="2000" i="1">
                                      <a:latin typeface="Cambria Math"/>
                                    </a:rPr>
                                    <m:t>)</m:t>
                                  </m:r>
                                </m:e>
                              </m:nary>
                            </m:e>
                          </m:nary>
                        </m:e>
                      </m:d>
                    </m:oMath>
                  </m:oMathPara>
                </a14:m>
                <a:endParaRPr lang="en-US" sz="2000" dirty="0"/>
              </a:p>
              <a:p>
                <a:pPr marL="0" indent="0">
                  <a:buNone/>
                </a:pPr>
                <a:endParaRPr lang="en-US" sz="2000" dirty="0"/>
              </a:p>
              <a:p>
                <a:r>
                  <a:rPr lang="zh-CN" altLang="en-US" sz="2000" dirty="0"/>
                  <a:t>这种最大化（或最小化）无法解析求解，但我们可以使用梯度上升算法。</a:t>
                </a:r>
                <a:endParaRPr lang="en-US" altLang="zh-CN" sz="2000" dirty="0"/>
              </a:p>
              <a:p>
                <a:r>
                  <a:rPr lang="zh-CN" altLang="en-US" dirty="0"/>
                  <a:t>为了加入正则化，我们可以在被最小化的表达式中加上</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λ</m:t>
                    </m:r>
                    <m:nary>
                      <m:naryPr>
                        <m:chr m:val="∑"/>
                        <m:subHide m:val="on"/>
                        <m:supHide m:val="on"/>
                        <m:ctrlPr>
                          <a:rPr lang="en-US" sz="2000" i="1" smtClean="0">
                            <a:latin typeface="Cambria Math" panose="02040503050406030204" pitchFamily="18" charset="0"/>
                          </a:rPr>
                        </m:ctrlPr>
                      </m:naryPr>
                      <m:sub/>
                      <m:sup/>
                      <m:e>
                        <m:sSubSup>
                          <m:sSubSupPr>
                            <m:ctrlPr>
                              <a:rPr lang="en-US" sz="2000" i="1" smtClean="0">
                                <a:latin typeface="Cambria Math" panose="02040503050406030204" pitchFamily="18" charset="0"/>
                              </a:rPr>
                            </m:ctrlPr>
                          </m:sSubSupPr>
                          <m:e>
                            <m:r>
                              <a:rPr lang="en-CA" sz="2000" b="0" i="1" smtClean="0">
                                <a:latin typeface="Cambria Math" panose="02040503050406030204" pitchFamily="18" charset="0"/>
                              </a:rPr>
                              <m:t>𝑏</m:t>
                            </m:r>
                          </m:e>
                          <m:sub>
                            <m:r>
                              <a:rPr lang="en-CA" sz="2000" b="0" i="1" smtClean="0">
                                <a:latin typeface="Cambria Math" panose="02040503050406030204" pitchFamily="18" charset="0"/>
                              </a:rPr>
                              <m:t>𝑗</m:t>
                            </m:r>
                          </m:sub>
                          <m:sup>
                            <m:r>
                              <a:rPr lang="en-CA" sz="2000" b="0" i="1" smtClean="0">
                                <a:latin typeface="Cambria Math" panose="02040503050406030204" pitchFamily="18" charset="0"/>
                              </a:rPr>
                              <m:t>2</m:t>
                            </m:r>
                          </m:sup>
                        </m:sSubSup>
                      </m:e>
                    </m:nary>
                  </m:oMath>
                </a14:m>
                <a:r>
                  <a:rPr lang="en-US" sz="2000" dirty="0"/>
                  <a:t> </a:t>
                </a:r>
                <a:r>
                  <a:rPr lang="zh-CN" altLang="en-US" sz="2000" dirty="0"/>
                  <a:t>或</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λ</m:t>
                    </m:r>
                    <m:nary>
                      <m:naryPr>
                        <m:chr m:val="∑"/>
                        <m:subHide m:val="on"/>
                        <m:supHide m:val="on"/>
                        <m:ctrlPr>
                          <a:rPr lang="en-US" sz="2000" i="1" smtClean="0">
                            <a:latin typeface="Cambria Math" panose="02040503050406030204" pitchFamily="18" charset="0"/>
                          </a:rPr>
                        </m:ctrlPr>
                      </m:naryPr>
                      <m:sub/>
                      <m:sup/>
                      <m:e>
                        <m:d>
                          <m:dPr>
                            <m:begChr m:val="|"/>
                            <m:endChr m:val=""/>
                            <m:ctrlPr>
                              <a:rPr lang="en-US" sz="2000" i="1" smtClean="0">
                                <a:latin typeface="Cambria Math" panose="02040503050406030204" pitchFamily="18" charset="0"/>
                              </a:rPr>
                            </m:ctrlPr>
                          </m:dPr>
                          <m:e>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CA" sz="2000" b="0" i="1" smtClean="0">
                                        <a:latin typeface="Cambria Math" panose="02040503050406030204" pitchFamily="18" charset="0"/>
                                      </a:rPr>
                                      <m:t>𝑏</m:t>
                                    </m:r>
                                  </m:e>
                                  <m:sub>
                                    <m:r>
                                      <a:rPr lang="en-CA" sz="2000" b="0" i="1" smtClean="0">
                                        <a:latin typeface="Cambria Math" panose="02040503050406030204" pitchFamily="18" charset="0"/>
                                      </a:rPr>
                                      <m:t>𝑗</m:t>
                                    </m:r>
                                  </m:sub>
                                </m:sSub>
                              </m:e>
                            </m:d>
                          </m:e>
                        </m:d>
                      </m:e>
                    </m:nary>
                  </m:oMath>
                </a14:m>
                <a:r>
                  <a:rPr lang="zh-CN" altLang="en-US" sz="2000" dirty="0"/>
                  <a:t>。</a:t>
                </a:r>
                <a:endParaRPr lang="en-US" sz="2000"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6706776C-9D90-1256-7B22-5D31CA757A55}"/>
                  </a:ext>
                </a:extLst>
              </p:cNvPr>
              <p:cNvSpPr>
                <a:spLocks noGrp="1" noRot="1" noChangeAspect="1" noMove="1" noResize="1" noEditPoints="1" noAdjustHandles="1" noChangeArrowheads="1" noChangeShapeType="1" noTextEdit="1"/>
              </p:cNvSpPr>
              <p:nvPr>
                <p:ph idx="1"/>
              </p:nvPr>
            </p:nvSpPr>
            <p:spPr>
              <a:xfrm>
                <a:off x="539552" y="1556792"/>
                <a:ext cx="7772400" cy="4114800"/>
              </a:xfrm>
              <a:blipFill>
                <a:blip r:embed="rId2"/>
                <a:stretch>
                  <a:fillRect l="-863" t="-741" r="-3608" b="-41630"/>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C72130DC-4384-4DCF-F722-1509E9419296}"/>
              </a:ext>
            </a:extLst>
          </p:cNvPr>
          <p:cNvSpPr>
            <a:spLocks noGrp="1"/>
          </p:cNvSpPr>
          <p:nvPr>
            <p:ph type="sldNum" sz="quarter" idx="12"/>
          </p:nvPr>
        </p:nvSpPr>
        <p:spPr/>
        <p:txBody>
          <a:bodyPr/>
          <a:lstStyle/>
          <a:p>
            <a:fld id="{F979D778-5668-409F-BE61-8F31D5437AFC}" type="slidenum">
              <a:rPr lang="en-CA" smtClean="0"/>
              <a:t>40</a:t>
            </a:fld>
            <a:endParaRPr lang="en-CA"/>
          </a:p>
        </p:txBody>
      </p:sp>
    </p:spTree>
    <p:extLst>
      <p:ext uri="{BB962C8B-B14F-4D97-AF65-F5344CB8AC3E}">
        <p14:creationId xmlns:p14="http://schemas.microsoft.com/office/powerpoint/2010/main" val="1140762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03298"/>
            <a:ext cx="7772400" cy="1143000"/>
          </a:xfrm>
        </p:spPr>
        <p:txBody>
          <a:bodyPr/>
          <a:lstStyle/>
          <a:p>
            <a:r>
              <a:rPr lang="zh-CN" altLang="en-US" i="0" dirty="0"/>
              <a:t>信贷决策中的应用</a:t>
            </a:r>
            <a:endParaRPr lang="en-CA" i="0" dirty="0"/>
          </a:p>
        </p:txBody>
      </p:sp>
      <p:sp>
        <p:nvSpPr>
          <p:cNvPr id="3" name="Content Placeholder 2"/>
          <p:cNvSpPr>
            <a:spLocks noGrp="1"/>
          </p:cNvSpPr>
          <p:nvPr>
            <p:ph idx="1"/>
          </p:nvPr>
        </p:nvSpPr>
        <p:spPr>
          <a:xfrm>
            <a:off x="286777" y="1700808"/>
            <a:ext cx="7772400" cy="4114800"/>
          </a:xfrm>
        </p:spPr>
        <p:txBody>
          <a:bodyPr/>
          <a:lstStyle/>
          <a:p>
            <a:r>
              <a:rPr lang="zh-CN" altLang="en-US" sz="2400" dirty="0"/>
              <a:t>数据包含已发放的贷款以及这些贷款最终被证明是良好还是违约的信息。</a:t>
            </a:r>
            <a:endParaRPr lang="en-US" altLang="zh-CN" sz="2400" dirty="0"/>
          </a:p>
          <a:p>
            <a:r>
              <a:rPr lang="zh-CN" altLang="en-US" sz="2400" dirty="0"/>
              <a:t>我们仅使用四个特征进行说明：</a:t>
            </a:r>
          </a:p>
          <a:p>
            <a:pPr lvl="1"/>
            <a:r>
              <a:rPr lang="zh-CN" altLang="en-US" sz="2000" dirty="0"/>
              <a:t>房屋所有权（租房 </a:t>
            </a:r>
            <a:r>
              <a:rPr lang="en-US" altLang="zh-CN" sz="2000" dirty="0"/>
              <a:t>vs. </a:t>
            </a:r>
            <a:r>
              <a:rPr lang="zh-CN" altLang="en-US" sz="2000" dirty="0"/>
              <a:t>自有）</a:t>
            </a:r>
          </a:p>
          <a:p>
            <a:pPr lvl="1"/>
            <a:r>
              <a:rPr lang="zh-CN" altLang="en-US" sz="2000" dirty="0"/>
              <a:t>收入</a:t>
            </a:r>
          </a:p>
          <a:p>
            <a:pPr lvl="1"/>
            <a:r>
              <a:rPr lang="zh-CN" altLang="en-US" sz="2000" dirty="0"/>
              <a:t>债务收入比</a:t>
            </a:r>
          </a:p>
          <a:p>
            <a:pPr lvl="1"/>
            <a:r>
              <a:rPr lang="zh-CN" altLang="en-US" sz="2000" dirty="0"/>
              <a:t>信用评分</a:t>
            </a:r>
          </a:p>
          <a:p>
            <a:r>
              <a:rPr lang="zh-CN" altLang="en-US" sz="2400" dirty="0"/>
              <a:t>数据集包含 </a:t>
            </a:r>
            <a:r>
              <a:rPr lang="en-US" altLang="zh-CN" sz="2400" dirty="0"/>
              <a:t>12,290 </a:t>
            </a:r>
            <a:r>
              <a:rPr lang="zh-CN" altLang="en-US" sz="2400" dirty="0"/>
              <a:t>条观测记录（其中 </a:t>
            </a:r>
            <a:r>
              <a:rPr lang="en-US" altLang="zh-CN" sz="2400" dirty="0"/>
              <a:t>9,733 </a:t>
            </a:r>
            <a:r>
              <a:rPr lang="zh-CN" altLang="en-US" sz="2400" dirty="0"/>
              <a:t>笔为良好贷款，标记为“已全额支付</a:t>
            </a:r>
            <a:r>
              <a:rPr lang="en-US" altLang="zh-CN" sz="2400" dirty="0"/>
              <a:t>”</a:t>
            </a:r>
            <a:r>
              <a:rPr lang="zh-CN" altLang="en-US" sz="2400" dirty="0"/>
              <a:t>；</a:t>
            </a:r>
            <a:r>
              <a:rPr lang="en-US" altLang="zh-CN" sz="2400" dirty="0"/>
              <a:t>2,557 </a:t>
            </a:r>
            <a:r>
              <a:rPr lang="zh-CN" altLang="en-US" sz="2400" dirty="0"/>
              <a:t>笔为违约贷款，标记为“已注销</a:t>
            </a:r>
            <a:r>
              <a:rPr lang="en-US" altLang="zh-CN" sz="2400" dirty="0"/>
              <a:t>”</a:t>
            </a:r>
            <a:r>
              <a:rPr lang="zh-CN" altLang="en-US" sz="2400" dirty="0"/>
              <a:t>）。其中，</a:t>
            </a:r>
            <a:r>
              <a:rPr lang="en-US" altLang="zh-CN" sz="2400" dirty="0"/>
              <a:t>7,000 </a:t>
            </a:r>
            <a:r>
              <a:rPr lang="zh-CN" altLang="en-US" sz="2400" dirty="0"/>
              <a:t>笔贷款划入训练集，</a:t>
            </a:r>
            <a:r>
              <a:rPr lang="en-US" altLang="zh-CN" sz="2400" dirty="0"/>
              <a:t>3,000 </a:t>
            </a:r>
            <a:r>
              <a:rPr lang="zh-CN" altLang="en-US" sz="2400" dirty="0"/>
              <a:t>笔划入验证集，</a:t>
            </a:r>
            <a:r>
              <a:rPr lang="en-US" altLang="zh-CN" sz="2400" dirty="0"/>
              <a:t>2,290 </a:t>
            </a:r>
            <a:r>
              <a:rPr lang="zh-CN" altLang="en-US" sz="2400" dirty="0"/>
              <a:t>笔划入测试集。</a:t>
            </a:r>
            <a:br>
              <a:rPr lang="zh-CN" altLang="en-US" sz="2400" dirty="0"/>
            </a:br>
            <a:endParaRPr lang="en-CA"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t>41</a:t>
            </a:fld>
            <a:endParaRPr lang="en-CA"/>
          </a:p>
        </p:txBody>
      </p:sp>
    </p:spTree>
    <p:extLst>
      <p:ext uri="{BB962C8B-B14F-4D97-AF65-F5344CB8AC3E}">
        <p14:creationId xmlns:p14="http://schemas.microsoft.com/office/powerpoint/2010/main" val="1848743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200" i="0" dirty="0"/>
              <a:t>数据</a:t>
            </a:r>
            <a:endParaRPr lang="en-CA" sz="3200" i="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29422079"/>
              </p:ext>
            </p:extLst>
          </p:nvPr>
        </p:nvGraphicFramePr>
        <p:xfrm>
          <a:off x="827584" y="2276872"/>
          <a:ext cx="6800851" cy="3528060"/>
        </p:xfrm>
        <a:graphic>
          <a:graphicData uri="http://schemas.openxmlformats.org/drawingml/2006/table">
            <a:tbl>
              <a:tblPr firstRow="1" bandRow="1">
                <a:tableStyleId>{5940675A-B579-460E-94D1-54222C63F5DA}</a:tableStyleId>
              </a:tblPr>
              <a:tblGrid>
                <a:gridCol w="1331777">
                  <a:extLst>
                    <a:ext uri="{9D8B030D-6E8A-4147-A177-3AD203B41FA5}">
                      <a16:colId xmlns:a16="http://schemas.microsoft.com/office/drawing/2014/main" val="1013518420"/>
                    </a:ext>
                  </a:extLst>
                </a:gridCol>
                <a:gridCol w="1331777">
                  <a:extLst>
                    <a:ext uri="{9D8B030D-6E8A-4147-A177-3AD203B41FA5}">
                      <a16:colId xmlns:a16="http://schemas.microsoft.com/office/drawing/2014/main" val="20001"/>
                    </a:ext>
                  </a:extLst>
                </a:gridCol>
                <a:gridCol w="1304224">
                  <a:extLst>
                    <a:ext uri="{9D8B030D-6E8A-4147-A177-3AD203B41FA5}">
                      <a16:colId xmlns:a16="http://schemas.microsoft.com/office/drawing/2014/main" val="3818158830"/>
                    </a:ext>
                  </a:extLst>
                </a:gridCol>
                <a:gridCol w="1270481">
                  <a:extLst>
                    <a:ext uri="{9D8B030D-6E8A-4147-A177-3AD203B41FA5}">
                      <a16:colId xmlns:a16="http://schemas.microsoft.com/office/drawing/2014/main" val="40524044"/>
                    </a:ext>
                  </a:extLst>
                </a:gridCol>
                <a:gridCol w="1562592">
                  <a:extLst>
                    <a:ext uri="{9D8B030D-6E8A-4147-A177-3AD203B41FA5}">
                      <a16:colId xmlns:a16="http://schemas.microsoft.com/office/drawing/2014/main" val="20002"/>
                    </a:ext>
                  </a:extLst>
                </a:gridCol>
              </a:tblGrid>
              <a:tr h="848529">
                <a:tc>
                  <a:txBody>
                    <a:bodyPr/>
                    <a:lstStyle/>
                    <a:p>
                      <a:pPr algn="ctr"/>
                      <a:r>
                        <a:rPr lang="zh-CN" altLang="en-US" sz="2000" dirty="0"/>
                        <a:t>房屋所有权</a:t>
                      </a:r>
                      <a:endParaRPr lang="en-CA" sz="2000" dirty="0"/>
                    </a:p>
                    <a:p>
                      <a:pPr algn="ctr"/>
                      <a:r>
                        <a:rPr lang="en-CA" sz="2000" dirty="0"/>
                        <a:t>1=</a:t>
                      </a:r>
                      <a:r>
                        <a:rPr lang="zh-CN" altLang="en-US" sz="2000" dirty="0"/>
                        <a:t>拥有</a:t>
                      </a:r>
                      <a:r>
                        <a:rPr lang="en-CA" sz="2000" dirty="0"/>
                        <a:t>, 0 =</a:t>
                      </a:r>
                      <a:r>
                        <a:rPr lang="zh-CN" altLang="en-US" sz="2000" dirty="0"/>
                        <a:t>租房</a:t>
                      </a:r>
                      <a:endParaRPr lang="en-CA" sz="2000" dirty="0"/>
                    </a:p>
                  </a:txBody>
                  <a:tcPr marL="68580" marR="68580" marT="34290" marB="34290"/>
                </a:tc>
                <a:tc>
                  <a:txBody>
                    <a:bodyPr/>
                    <a:lstStyle/>
                    <a:p>
                      <a:pPr algn="ctr"/>
                      <a:r>
                        <a:rPr lang="zh-CN" altLang="en-US" sz="2000" dirty="0"/>
                        <a:t>年收入</a:t>
                      </a:r>
                      <a:r>
                        <a:rPr lang="en-US" sz="2000" dirty="0"/>
                        <a:t> (</a:t>
                      </a:r>
                      <a:r>
                        <a:rPr lang="zh-CN" altLang="en-US" sz="2000" dirty="0"/>
                        <a:t>千美元</a:t>
                      </a:r>
                      <a:r>
                        <a:rPr lang="en-US" sz="2000" dirty="0"/>
                        <a:t>)</a:t>
                      </a:r>
                      <a:endParaRPr lang="en-CA" sz="2000" dirty="0"/>
                    </a:p>
                  </a:txBody>
                  <a:tcPr marL="68580" marR="68580" marT="34290" marB="34290"/>
                </a:tc>
                <a:tc>
                  <a:txBody>
                    <a:bodyPr/>
                    <a:lstStyle/>
                    <a:p>
                      <a:pPr algn="ctr"/>
                      <a:r>
                        <a:rPr lang="zh-CN" altLang="en-US" sz="2000" dirty="0"/>
                        <a:t>债务收入比</a:t>
                      </a:r>
                      <a:r>
                        <a:rPr lang="en-CA" sz="2000" dirty="0"/>
                        <a:t> (%)</a:t>
                      </a:r>
                    </a:p>
                  </a:txBody>
                  <a:tcPr marL="68580" marR="68580" marT="34290" marB="34290"/>
                </a:tc>
                <a:tc>
                  <a:txBody>
                    <a:bodyPr/>
                    <a:lstStyle/>
                    <a:p>
                      <a:pPr algn="ctr"/>
                      <a:r>
                        <a:rPr lang="zh-CN" altLang="en-US" sz="2000" dirty="0"/>
                        <a:t>信用评分</a:t>
                      </a:r>
                      <a:endParaRPr lang="en-CA" sz="2000" dirty="0"/>
                    </a:p>
                  </a:txBody>
                  <a:tcPr marL="68580" marR="68580" marT="34290" marB="34290"/>
                </a:tc>
                <a:tc>
                  <a:txBody>
                    <a:bodyPr/>
                    <a:lstStyle/>
                    <a:p>
                      <a:pPr algn="ctr"/>
                      <a:r>
                        <a:rPr lang="zh-CN" altLang="en-US" sz="2000" dirty="0"/>
                        <a:t>贷款结果</a:t>
                      </a:r>
                      <a:r>
                        <a:rPr lang="en-US" sz="2000" dirty="0"/>
                        <a:t>1=</a:t>
                      </a:r>
                      <a:r>
                        <a:rPr lang="zh-CN" altLang="en-US" sz="2000" dirty="0"/>
                        <a:t>良好</a:t>
                      </a:r>
                      <a:r>
                        <a:rPr lang="en-US" sz="2000" dirty="0"/>
                        <a:t>,</a:t>
                      </a:r>
                      <a:r>
                        <a:rPr lang="en-US" sz="2000" baseline="0" dirty="0"/>
                        <a:t> 0=</a:t>
                      </a:r>
                      <a:r>
                        <a:rPr lang="zh-CN" altLang="en-US" sz="2000" baseline="0" dirty="0"/>
                        <a:t>违约</a:t>
                      </a:r>
                      <a:endParaRPr lang="en-CA" sz="2000" dirty="0"/>
                    </a:p>
                  </a:txBody>
                  <a:tcPr marL="68580" marR="68580" marT="34290" marB="34290"/>
                </a:tc>
                <a:extLst>
                  <a:ext uri="{0D108BD9-81ED-4DB2-BD59-A6C34878D82A}">
                    <a16:rowId xmlns:a16="http://schemas.microsoft.com/office/drawing/2014/main" val="10000"/>
                  </a:ext>
                </a:extLst>
              </a:tr>
              <a:tr h="278130">
                <a:tc>
                  <a:txBody>
                    <a:bodyPr/>
                    <a:lstStyle/>
                    <a:p>
                      <a:pPr algn="ctr"/>
                      <a:r>
                        <a:rPr lang="en-CA" sz="2000" dirty="0"/>
                        <a:t>1</a:t>
                      </a:r>
                    </a:p>
                  </a:txBody>
                  <a:tcPr marL="68580" marR="68580" marT="34290" marB="34290"/>
                </a:tc>
                <a:tc>
                  <a:txBody>
                    <a:bodyPr/>
                    <a:lstStyle/>
                    <a:p>
                      <a:pPr algn="ctr"/>
                      <a:r>
                        <a:rPr lang="en-US" sz="2000" dirty="0"/>
                        <a:t>44.304</a:t>
                      </a:r>
                      <a:endParaRPr lang="en-CA" sz="2000" dirty="0"/>
                    </a:p>
                  </a:txBody>
                  <a:tcPr marL="68580" marR="68580" marT="34290" marB="34290"/>
                </a:tc>
                <a:tc>
                  <a:txBody>
                    <a:bodyPr/>
                    <a:lstStyle/>
                    <a:p>
                      <a:pPr algn="ctr"/>
                      <a:r>
                        <a:rPr lang="en-CA" sz="2000" dirty="0"/>
                        <a:t>18.47</a:t>
                      </a:r>
                    </a:p>
                  </a:txBody>
                  <a:tcPr marL="68580" marR="68580" marT="34290" marB="34290"/>
                </a:tc>
                <a:tc>
                  <a:txBody>
                    <a:bodyPr/>
                    <a:lstStyle/>
                    <a:p>
                      <a:pPr algn="ctr"/>
                      <a:r>
                        <a:rPr lang="en-CA" sz="2000" dirty="0"/>
                        <a:t>690</a:t>
                      </a:r>
                    </a:p>
                  </a:txBody>
                  <a:tcPr marL="68580" marR="68580" marT="34290" marB="34290"/>
                </a:tc>
                <a:tc>
                  <a:txBody>
                    <a:bodyPr/>
                    <a:lstStyle/>
                    <a:p>
                      <a:pPr algn="ctr"/>
                      <a:r>
                        <a:rPr lang="en-US" sz="2000" dirty="0"/>
                        <a:t>0</a:t>
                      </a:r>
                      <a:endParaRPr lang="en-CA" sz="2000" dirty="0"/>
                    </a:p>
                  </a:txBody>
                  <a:tcPr marL="68580" marR="68580" marT="34290" marB="34290"/>
                </a:tc>
                <a:extLst>
                  <a:ext uri="{0D108BD9-81ED-4DB2-BD59-A6C34878D82A}">
                    <a16:rowId xmlns:a16="http://schemas.microsoft.com/office/drawing/2014/main" val="10001"/>
                  </a:ext>
                </a:extLst>
              </a:tr>
              <a:tr h="278130">
                <a:tc>
                  <a:txBody>
                    <a:bodyPr/>
                    <a:lstStyle/>
                    <a:p>
                      <a:pPr algn="ctr"/>
                      <a:r>
                        <a:rPr lang="en-CA" sz="2000" dirty="0"/>
                        <a:t>0</a:t>
                      </a:r>
                    </a:p>
                  </a:txBody>
                  <a:tcPr marL="68580" marR="68580" marT="34290" marB="34290"/>
                </a:tc>
                <a:tc>
                  <a:txBody>
                    <a:bodyPr/>
                    <a:lstStyle/>
                    <a:p>
                      <a:pPr algn="ctr"/>
                      <a:r>
                        <a:rPr lang="en-US" sz="2000" dirty="0"/>
                        <a:t>50.000</a:t>
                      </a:r>
                      <a:endParaRPr lang="en-CA" sz="2000" dirty="0"/>
                    </a:p>
                  </a:txBody>
                  <a:tcPr marL="68580" marR="68580" marT="34290" marB="34290"/>
                </a:tc>
                <a:tc>
                  <a:txBody>
                    <a:bodyPr/>
                    <a:lstStyle/>
                    <a:p>
                      <a:pPr algn="ctr"/>
                      <a:r>
                        <a:rPr lang="en-CA" sz="2000" dirty="0"/>
                        <a:t>29.62</a:t>
                      </a:r>
                    </a:p>
                  </a:txBody>
                  <a:tcPr marL="68580" marR="68580" marT="34290" marB="34290"/>
                </a:tc>
                <a:tc>
                  <a:txBody>
                    <a:bodyPr/>
                    <a:lstStyle/>
                    <a:p>
                      <a:pPr algn="ctr"/>
                      <a:r>
                        <a:rPr lang="en-CA" sz="2000" dirty="0"/>
                        <a:t>735</a:t>
                      </a:r>
                    </a:p>
                  </a:txBody>
                  <a:tcPr marL="68580" marR="68580" marT="34290" marB="34290"/>
                </a:tc>
                <a:tc>
                  <a:txBody>
                    <a:bodyPr/>
                    <a:lstStyle/>
                    <a:p>
                      <a:pPr algn="ctr"/>
                      <a:r>
                        <a:rPr lang="en-US" sz="2000" dirty="0"/>
                        <a:t>1</a:t>
                      </a:r>
                      <a:endParaRPr lang="en-CA" sz="2000" dirty="0"/>
                    </a:p>
                  </a:txBody>
                  <a:tcPr marL="68580" marR="68580" marT="34290" marB="34290"/>
                </a:tc>
                <a:extLst>
                  <a:ext uri="{0D108BD9-81ED-4DB2-BD59-A6C34878D82A}">
                    <a16:rowId xmlns:a16="http://schemas.microsoft.com/office/drawing/2014/main" val="10002"/>
                  </a:ext>
                </a:extLst>
              </a:tr>
              <a:tr h="278130">
                <a:tc>
                  <a:txBody>
                    <a:bodyPr/>
                    <a:lstStyle/>
                    <a:p>
                      <a:pPr algn="ctr"/>
                      <a:r>
                        <a:rPr lang="en-CA" sz="2000" dirty="0"/>
                        <a:t>0</a:t>
                      </a:r>
                    </a:p>
                  </a:txBody>
                  <a:tcPr marL="68580" marR="68580" marT="34290" marB="34290"/>
                </a:tc>
                <a:tc>
                  <a:txBody>
                    <a:bodyPr/>
                    <a:lstStyle/>
                    <a:p>
                      <a:pPr algn="ctr"/>
                      <a:r>
                        <a:rPr lang="en-US" sz="2000" dirty="0"/>
                        <a:t>64.400</a:t>
                      </a:r>
                      <a:endParaRPr lang="en-CA" sz="2000" dirty="0"/>
                    </a:p>
                  </a:txBody>
                  <a:tcPr marL="68580" marR="68580" marT="34290" marB="34290"/>
                </a:tc>
                <a:tc>
                  <a:txBody>
                    <a:bodyPr/>
                    <a:lstStyle/>
                    <a:p>
                      <a:pPr algn="ctr"/>
                      <a:r>
                        <a:rPr lang="en-CA" sz="2000" dirty="0"/>
                        <a:t>16.68</a:t>
                      </a:r>
                    </a:p>
                  </a:txBody>
                  <a:tcPr marL="68580" marR="68580" marT="34290" marB="34290"/>
                </a:tc>
                <a:tc>
                  <a:txBody>
                    <a:bodyPr/>
                    <a:lstStyle/>
                    <a:p>
                      <a:pPr algn="ctr"/>
                      <a:r>
                        <a:rPr lang="en-CA" sz="2000" dirty="0"/>
                        <a:t>675</a:t>
                      </a:r>
                    </a:p>
                  </a:txBody>
                  <a:tcPr marL="68580" marR="68580" marT="34290" marB="34290"/>
                </a:tc>
                <a:tc>
                  <a:txBody>
                    <a:bodyPr/>
                    <a:lstStyle/>
                    <a:p>
                      <a:pPr algn="ctr"/>
                      <a:r>
                        <a:rPr lang="en-US" sz="2000" dirty="0"/>
                        <a:t>1</a:t>
                      </a:r>
                      <a:endParaRPr lang="en-CA" sz="2000" dirty="0"/>
                    </a:p>
                  </a:txBody>
                  <a:tcPr marL="68580" marR="68580" marT="34290" marB="34290"/>
                </a:tc>
                <a:extLst>
                  <a:ext uri="{0D108BD9-81ED-4DB2-BD59-A6C34878D82A}">
                    <a16:rowId xmlns:a16="http://schemas.microsoft.com/office/drawing/2014/main" val="10003"/>
                  </a:ext>
                </a:extLst>
              </a:tr>
              <a:tr h="278130">
                <a:tc>
                  <a:txBody>
                    <a:bodyPr/>
                    <a:lstStyle/>
                    <a:p>
                      <a:pPr algn="ctr"/>
                      <a:r>
                        <a:rPr lang="en-CA" sz="2000" dirty="0"/>
                        <a:t>0</a:t>
                      </a:r>
                    </a:p>
                  </a:txBody>
                  <a:tcPr marL="68580" marR="68580" marT="34290" marB="34290"/>
                </a:tc>
                <a:tc>
                  <a:txBody>
                    <a:bodyPr/>
                    <a:lstStyle/>
                    <a:p>
                      <a:pPr algn="ctr"/>
                      <a:r>
                        <a:rPr lang="en-US" sz="2000" dirty="0"/>
                        <a:t>38.500</a:t>
                      </a:r>
                      <a:endParaRPr lang="en-CA" sz="2000" dirty="0"/>
                    </a:p>
                  </a:txBody>
                  <a:tcPr marL="68580" marR="68580" marT="34290" marB="34290"/>
                </a:tc>
                <a:tc>
                  <a:txBody>
                    <a:bodyPr/>
                    <a:lstStyle/>
                    <a:p>
                      <a:pPr algn="ctr"/>
                      <a:r>
                        <a:rPr lang="en-CA" sz="2000" dirty="0"/>
                        <a:t>33.73</a:t>
                      </a:r>
                    </a:p>
                  </a:txBody>
                  <a:tcPr marL="68580" marR="68580" marT="34290" marB="34290"/>
                </a:tc>
                <a:tc>
                  <a:txBody>
                    <a:bodyPr/>
                    <a:lstStyle/>
                    <a:p>
                      <a:pPr algn="ctr"/>
                      <a:r>
                        <a:rPr lang="en-CA" sz="2000" dirty="0"/>
                        <a:t>660</a:t>
                      </a:r>
                    </a:p>
                  </a:txBody>
                  <a:tcPr marL="68580" marR="68580" marT="34290" marB="34290"/>
                </a:tc>
                <a:tc>
                  <a:txBody>
                    <a:bodyPr/>
                    <a:lstStyle/>
                    <a:p>
                      <a:pPr algn="ctr"/>
                      <a:r>
                        <a:rPr lang="en-US" sz="2000" dirty="0"/>
                        <a:t>0</a:t>
                      </a:r>
                      <a:endParaRPr lang="en-CA" sz="2000" dirty="0"/>
                    </a:p>
                  </a:txBody>
                  <a:tcPr marL="68580" marR="68580" marT="34290" marB="34290"/>
                </a:tc>
                <a:extLst>
                  <a:ext uri="{0D108BD9-81ED-4DB2-BD59-A6C34878D82A}">
                    <a16:rowId xmlns:a16="http://schemas.microsoft.com/office/drawing/2014/main" val="10004"/>
                  </a:ext>
                </a:extLst>
              </a:tr>
              <a:tr h="278130">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extLst>
                  <a:ext uri="{0D108BD9-81ED-4DB2-BD59-A6C34878D82A}">
                    <a16:rowId xmlns:a16="http://schemas.microsoft.com/office/drawing/2014/main" val="10005"/>
                  </a:ext>
                </a:extLst>
              </a:tr>
              <a:tr h="278130">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2E8C09BE-1715-42CA-A91A-E7B0E09A3015}" type="slidenum">
              <a:rPr lang="en-CA" smtClean="0"/>
              <a:t>42</a:t>
            </a:fld>
            <a:endParaRPr lang="en-CA"/>
          </a:p>
        </p:txBody>
      </p:sp>
    </p:spTree>
    <p:extLst>
      <p:ext uri="{BB962C8B-B14F-4D97-AF65-F5344CB8AC3E}">
        <p14:creationId xmlns:p14="http://schemas.microsoft.com/office/powerpoint/2010/main" val="3815630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212137" cy="1143000"/>
          </a:xfrm>
        </p:spPr>
        <p:txBody>
          <a:bodyPr/>
          <a:lstStyle/>
          <a:p>
            <a:r>
              <a:rPr lang="zh-CN" altLang="en-US" sz="3600" i="0" dirty="0"/>
              <a:t>训练集的结果（未做标准化处理的数据）</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9552" y="2060848"/>
                <a:ext cx="7772400" cy="3086100"/>
              </a:xfrm>
            </p:spPr>
            <p:txBody>
              <a:bodyPr/>
              <a:lstStyle/>
              <a:p>
                <a:pPr marL="0" indent="0">
                  <a:buNone/>
                </a:pPr>
                <a:endParaRPr lang="en-US" i="1" dirty="0"/>
              </a:p>
              <a:p>
                <a:pPr marL="0" indent="0">
                  <a:buNone/>
                </a:pPr>
                <a:r>
                  <a:rPr lang="en-US" sz="2400" i="1" dirty="0">
                    <a:latin typeface="+mj-lt"/>
                  </a:rPr>
                  <a:t>X</a:t>
                </a:r>
                <a:r>
                  <a:rPr lang="en-US" sz="2400" i="1" baseline="-25000" dirty="0"/>
                  <a:t>1</a:t>
                </a:r>
                <a:r>
                  <a:rPr lang="en-US" sz="2400" i="1" dirty="0"/>
                  <a:t>= </a:t>
                </a:r>
                <a:r>
                  <a:rPr lang="zh-CN" altLang="en-US" sz="2400" dirty="0"/>
                  <a:t>房屋所有权</a:t>
                </a:r>
                <a:endParaRPr lang="en-US" sz="2400" dirty="0"/>
              </a:p>
              <a:p>
                <a:pPr marL="0" indent="0">
                  <a:buNone/>
                </a:pPr>
                <a:r>
                  <a:rPr lang="en-US" sz="2400" i="1" dirty="0">
                    <a:latin typeface="+mj-lt"/>
                  </a:rPr>
                  <a:t>X</a:t>
                </a:r>
                <a:r>
                  <a:rPr lang="en-US" sz="2400" i="1" baseline="-25000" dirty="0"/>
                  <a:t>2</a:t>
                </a:r>
                <a:r>
                  <a:rPr lang="en-US" sz="2400" i="1" baseline="30000" dirty="0"/>
                  <a:t>=</a:t>
                </a:r>
                <a:r>
                  <a:rPr lang="en-US" sz="2400" i="1" dirty="0"/>
                  <a:t> </a:t>
                </a:r>
                <a:r>
                  <a:rPr lang="zh-CN" altLang="en-US" sz="2400" dirty="0"/>
                  <a:t>年收入</a:t>
                </a:r>
                <a:endParaRPr lang="en-US" sz="2400" dirty="0"/>
              </a:p>
              <a:p>
                <a:pPr marL="0" indent="0">
                  <a:buNone/>
                </a:pPr>
                <a:r>
                  <a:rPr lang="en-US" sz="2400" i="1" dirty="0">
                    <a:latin typeface="+mj-lt"/>
                  </a:rPr>
                  <a:t>X</a:t>
                </a:r>
                <a:r>
                  <a:rPr lang="en-US" sz="2400" i="1" baseline="-25000" dirty="0"/>
                  <a:t>3</a:t>
                </a:r>
                <a:r>
                  <a:rPr lang="en-US" sz="2400" i="1" dirty="0"/>
                  <a:t>= </a:t>
                </a:r>
                <a:r>
                  <a:rPr lang="zh-CN" altLang="en-US" sz="2400" dirty="0"/>
                  <a:t>债务</a:t>
                </a:r>
                <a:r>
                  <a:rPr lang="en-US" altLang="zh-CN" sz="2400" dirty="0"/>
                  <a:t>-</a:t>
                </a:r>
                <a:r>
                  <a:rPr lang="zh-CN" altLang="en-US" sz="2400" dirty="0"/>
                  <a:t>收入比</a:t>
                </a:r>
                <a:endParaRPr lang="en-CA" sz="2400" dirty="0"/>
              </a:p>
              <a:p>
                <a:pPr marL="0" indent="0">
                  <a:buNone/>
                </a:pPr>
                <a:r>
                  <a:rPr lang="en-US" sz="2400" i="1" dirty="0">
                    <a:latin typeface="+mj-lt"/>
                  </a:rPr>
                  <a:t>X</a:t>
                </a:r>
                <a:r>
                  <a:rPr lang="en-US" sz="2400" i="1" baseline="-25000" dirty="0"/>
                  <a:t>4</a:t>
                </a:r>
                <a:r>
                  <a:rPr lang="en-US" sz="2400" i="1" dirty="0"/>
                  <a:t> = </a:t>
                </a:r>
                <a:r>
                  <a:rPr lang="zh-CN" altLang="en-US" sz="2400" dirty="0"/>
                  <a:t>信用评分</a:t>
                </a:r>
                <a:endParaRPr lang="en-CA" sz="2400" dirty="0"/>
              </a:p>
              <a:p>
                <a:pPr marL="0" indent="0">
                  <a:buNone/>
                </a:pPr>
                <a:endParaRPr lang="en-CA" i="1" dirty="0"/>
              </a:p>
              <a:p>
                <a:pPr marL="0" indent="0">
                  <a:buNone/>
                </a:pPr>
                <a14:m>
                  <m:oMathPara xmlns:m="http://schemas.openxmlformats.org/officeDocument/2006/math">
                    <m:oMathParaPr>
                      <m:jc m:val="centerGroup"/>
                    </m:oMathParaPr>
                    <m:oMath xmlns:m="http://schemas.openxmlformats.org/officeDocument/2006/math">
                      <m:r>
                        <a:rPr lang="en-CA" i="1">
                          <a:latin typeface="Cambria Math"/>
                        </a:rPr>
                        <m:t>𝑌</m:t>
                      </m:r>
                      <m:r>
                        <a:rPr lang="en-CA" i="1">
                          <a:latin typeface="Cambria Math"/>
                        </a:rPr>
                        <m:t>=−</m:t>
                      </m:r>
                      <m:r>
                        <a:rPr lang="en-CA" i="1">
                          <a:latin typeface="Cambria Math"/>
                        </a:rPr>
                        <m:t>6</m:t>
                      </m:r>
                      <m:r>
                        <a:rPr lang="en-CA" i="1">
                          <a:latin typeface="Cambria Math"/>
                        </a:rPr>
                        <m:t>.</m:t>
                      </m:r>
                      <m:r>
                        <a:rPr lang="en-CA" i="1">
                          <a:latin typeface="Cambria Math"/>
                        </a:rPr>
                        <m:t>1546</m:t>
                      </m:r>
                      <m:r>
                        <a:rPr lang="en-CA" i="1">
                          <a:latin typeface="Cambria Math"/>
                        </a:rPr>
                        <m:t>+</m:t>
                      </m:r>
                      <m:r>
                        <a:rPr lang="en-CA" i="1">
                          <a:latin typeface="Cambria Math"/>
                        </a:rPr>
                        <m:t>0</m:t>
                      </m:r>
                      <m:r>
                        <a:rPr lang="en-CA" i="1">
                          <a:latin typeface="Cambria Math"/>
                        </a:rPr>
                        <m:t>.</m:t>
                      </m:r>
                      <m:r>
                        <a:rPr lang="en-CA" i="1">
                          <a:latin typeface="Cambria Math"/>
                        </a:rPr>
                        <m:t>297</m:t>
                      </m:r>
                      <m:sSub>
                        <m:sSubPr>
                          <m:ctrlPr>
                            <a:rPr lang="en-CA" i="1">
                              <a:latin typeface="Cambria Math" panose="02040503050406030204" pitchFamily="18" charset="0"/>
                            </a:rPr>
                          </m:ctrlPr>
                        </m:sSubPr>
                        <m:e>
                          <m:r>
                            <a:rPr lang="en-CA" i="1">
                              <a:latin typeface="Cambria Math"/>
                            </a:rPr>
                            <m:t>𝑋</m:t>
                          </m:r>
                        </m:e>
                        <m:sub>
                          <m:r>
                            <a:rPr lang="en-US" b="0" i="1" smtClean="0">
                              <a:latin typeface="Cambria Math" panose="02040503050406030204" pitchFamily="18" charset="0"/>
                            </a:rPr>
                            <m:t>1</m:t>
                          </m:r>
                        </m:sub>
                      </m:sSub>
                      <m:r>
                        <a:rPr lang="en-CA" i="1">
                          <a:latin typeface="Cambria Math"/>
                        </a:rPr>
                        <m:t>+</m:t>
                      </m:r>
                      <m:r>
                        <a:rPr lang="en-CA" i="1">
                          <a:latin typeface="Cambria Math"/>
                        </a:rPr>
                        <m:t>0</m:t>
                      </m:r>
                      <m:r>
                        <a:rPr lang="en-CA" i="1">
                          <a:latin typeface="Cambria Math"/>
                        </a:rPr>
                        <m:t>.</m:t>
                      </m:r>
                      <m:r>
                        <a:rPr lang="en-CA" i="1">
                          <a:latin typeface="Cambria Math"/>
                        </a:rPr>
                        <m:t>0006</m:t>
                      </m:r>
                      <m:sSub>
                        <m:sSubPr>
                          <m:ctrlPr>
                            <a:rPr lang="en-CA" i="1">
                              <a:latin typeface="Cambria Math" panose="02040503050406030204" pitchFamily="18" charset="0"/>
                            </a:rPr>
                          </m:ctrlPr>
                        </m:sSubPr>
                        <m:e>
                          <m:r>
                            <a:rPr lang="en-CA" i="1">
                              <a:latin typeface="Cambria Math"/>
                            </a:rPr>
                            <m:t>𝑋</m:t>
                          </m:r>
                        </m:e>
                        <m:sub>
                          <m:r>
                            <a:rPr lang="en-CA" i="1">
                              <a:latin typeface="Cambria Math"/>
                            </a:rPr>
                            <m:t>2</m:t>
                          </m:r>
                        </m:sub>
                      </m:sSub>
                      <m:r>
                        <a:rPr lang="en-CA" i="1">
                          <a:latin typeface="Cambria Math"/>
                        </a:rPr>
                        <m:t>−</m:t>
                      </m:r>
                      <m:r>
                        <a:rPr lang="en-CA" i="1">
                          <a:latin typeface="Cambria Math"/>
                        </a:rPr>
                        <m:t>0</m:t>
                      </m:r>
                      <m:r>
                        <a:rPr lang="en-CA" i="1">
                          <a:latin typeface="Cambria Math"/>
                        </a:rPr>
                        <m:t>.</m:t>
                      </m:r>
                      <m:r>
                        <a:rPr lang="en-CA" i="1">
                          <a:latin typeface="Cambria Math"/>
                        </a:rPr>
                        <m:t>0365</m:t>
                      </m:r>
                      <m:sSub>
                        <m:sSubPr>
                          <m:ctrlPr>
                            <a:rPr lang="en-CA" i="1">
                              <a:latin typeface="Cambria Math" panose="02040503050406030204" pitchFamily="18" charset="0"/>
                            </a:rPr>
                          </m:ctrlPr>
                        </m:sSubPr>
                        <m:e>
                          <m:r>
                            <a:rPr lang="en-CA" i="1">
                              <a:latin typeface="Cambria Math"/>
                            </a:rPr>
                            <m:t>𝑋</m:t>
                          </m:r>
                        </m:e>
                        <m:sub>
                          <m:r>
                            <a:rPr lang="en-CA" i="1">
                              <a:latin typeface="Cambria Math"/>
                            </a:rPr>
                            <m:t>3</m:t>
                          </m:r>
                        </m:sub>
                      </m:sSub>
                      <m:r>
                        <a:rPr lang="en-CA" i="1">
                          <a:latin typeface="Cambria Math"/>
                        </a:rPr>
                        <m:t>+</m:t>
                      </m:r>
                      <m:r>
                        <a:rPr lang="en-CA" i="1">
                          <a:latin typeface="Cambria Math"/>
                        </a:rPr>
                        <m:t>0</m:t>
                      </m:r>
                      <m:r>
                        <a:rPr lang="en-CA" i="1">
                          <a:latin typeface="Cambria Math"/>
                        </a:rPr>
                        <m:t>.</m:t>
                      </m:r>
                      <m:r>
                        <a:rPr lang="en-CA" i="1">
                          <a:latin typeface="Cambria Math"/>
                        </a:rPr>
                        <m:t>0115</m:t>
                      </m:r>
                      <m:sSub>
                        <m:sSubPr>
                          <m:ctrlPr>
                            <a:rPr lang="en-CA" i="1">
                              <a:latin typeface="Cambria Math" panose="02040503050406030204" pitchFamily="18" charset="0"/>
                            </a:rPr>
                          </m:ctrlPr>
                        </m:sSubPr>
                        <m:e>
                          <m:r>
                            <a:rPr lang="en-CA" i="1">
                              <a:latin typeface="Cambria Math"/>
                            </a:rPr>
                            <m:t>𝑋</m:t>
                          </m:r>
                        </m:e>
                        <m:sub>
                          <m:r>
                            <a:rPr lang="en-US" b="0" i="1" smtClean="0">
                              <a:latin typeface="Cambria Math" panose="02040503050406030204" pitchFamily="18" charset="0"/>
                            </a:rPr>
                            <m:t>4</m:t>
                          </m:r>
                        </m:sub>
                      </m:sSub>
                    </m:oMath>
                  </m:oMathPara>
                </a14:m>
                <a:endParaRPr lang="en-CA" dirty="0"/>
              </a:p>
              <a:p>
                <a:pPr marL="0" indent="0">
                  <a:buNone/>
                </a:pPr>
                <a:endParaRPr lang="en-CA" dirty="0"/>
              </a:p>
              <a:p>
                <a:pPr marL="0" indent="0">
                  <a:buNone/>
                </a:pPr>
                <a:r>
                  <a:rPr lang="zh-CN" altLang="en-US" sz="2400" dirty="0">
                    <a:latin typeface="+mj-lt"/>
                  </a:rPr>
                  <a:t>违约概率预估 </a:t>
                </a:r>
                <a:r>
                  <a:rPr lang="en-US" dirty="0">
                    <a:latin typeface="+mj-lt"/>
                  </a:rPr>
                  <a:t>=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1</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rPr>
                              <m:t>𝑌</m:t>
                            </m:r>
                          </m:sup>
                        </m:sSup>
                      </m:den>
                    </m:f>
                  </m:oMath>
                </a14:m>
                <a:endParaRPr lang="en-CA" sz="2800" dirty="0">
                  <a:latin typeface="+mj-lt"/>
                </a:endParaRPr>
              </a:p>
              <a:p>
                <a:pPr marL="0" indent="0">
                  <a:buNone/>
                </a:pPr>
                <a:endParaRPr lang="en-CA" dirty="0">
                  <a:latin typeface="+mj-lt"/>
                </a:endParaRPr>
              </a:p>
              <a:p>
                <a:endParaRPr lang="en-CA"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9552" y="2060848"/>
                <a:ext cx="7772400" cy="3086100"/>
              </a:xfrm>
              <a:blipFill>
                <a:blip r:embed="rId2"/>
                <a:stretch>
                  <a:fillRect l="-1255" b="-30040"/>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43</a:t>
            </a:fld>
            <a:endParaRPr lang="en-CA" dirty="0"/>
          </a:p>
        </p:txBody>
      </p:sp>
    </p:spTree>
    <p:extLst>
      <p:ext uri="{BB962C8B-B14F-4D97-AF65-F5344CB8AC3E}">
        <p14:creationId xmlns:p14="http://schemas.microsoft.com/office/powerpoint/2010/main" val="1601163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76148"/>
            <a:ext cx="7772400" cy="1143000"/>
          </a:xfrm>
        </p:spPr>
        <p:txBody>
          <a:bodyPr/>
          <a:lstStyle/>
          <a:p>
            <a:r>
              <a:rPr lang="zh-CN" altLang="en-US" sz="3600" i="0" dirty="0"/>
              <a:t>决策准则</a:t>
            </a:r>
            <a:endParaRPr lang="en-CA" sz="3600" i="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67544" y="1581869"/>
                <a:ext cx="8208912" cy="4345856"/>
              </a:xfrm>
            </p:spPr>
            <p:txBody>
              <a:bodyPr/>
              <a:lstStyle/>
              <a:p>
                <a:pPr marL="0" indent="0">
                  <a:buNone/>
                </a:pPr>
                <a:endParaRPr lang="en-US" dirty="0"/>
              </a:p>
              <a:p>
                <a:r>
                  <a:rPr lang="zh-CN" altLang="en-US" sz="2400" dirty="0"/>
                  <a:t>数据集是不平衡的，好贷款的数量多于违约贷款的数量。</a:t>
                </a:r>
                <a:endParaRPr lang="en-US" altLang="zh-CN" sz="2400" dirty="0"/>
              </a:p>
              <a:p>
                <a:r>
                  <a:rPr lang="zh-CN" altLang="en-US" sz="2400" dirty="0"/>
                  <a:t>有一些方法可以创建平衡的数据集。如用合成观测值的方法来增加少数分类的数据</a:t>
                </a:r>
                <a:endParaRPr lang="en-US" altLang="zh-CN" sz="2400" dirty="0"/>
              </a:p>
              <a:p>
                <a:r>
                  <a:rPr lang="zh-CN" altLang="en-US" sz="2400" dirty="0"/>
                  <a:t>在平衡的数据集中，如果 </a:t>
                </a:r>
                <a14:m>
                  <m:oMath xmlns:m="http://schemas.openxmlformats.org/officeDocument/2006/math">
                    <m:r>
                      <a:rPr lang="zh-CN" altLang="en-US" sz="2400" i="1">
                        <a:latin typeface="Cambria Math" panose="02040503050406030204" pitchFamily="18" charset="0"/>
                      </a:rPr>
                      <m:t>𝑄</m:t>
                    </m:r>
                    <m:r>
                      <a:rPr lang="en-US" altLang="zh-CN" sz="2400">
                        <a:latin typeface="Cambria Math" panose="02040503050406030204" pitchFamily="18" charset="0"/>
                      </a:rPr>
                      <m:t>&gt;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oMath>
                </a14:m>
                <a:r>
                  <a:rPr lang="zh-CN" altLang="en-US" sz="2400" dirty="0"/>
                  <a:t>，我们可以将一条观测分类为正类，否则分类为负类。</a:t>
                </a:r>
                <a:endParaRPr lang="en-US" altLang="zh-CN" sz="2400" dirty="0"/>
              </a:p>
              <a:p>
                <a:r>
                  <a:rPr lang="zh-CN" altLang="en-US" sz="2400" dirty="0"/>
                  <a:t>然而，这种做法没有考虑到将坏贷款误分类为好的成本，以及将好贷款误分类为坏所损失的利润。</a:t>
                </a:r>
                <a:br>
                  <a:rPr lang="zh-CN" altLang="en-US" sz="2400" dirty="0"/>
                </a:br>
                <a:r>
                  <a:rPr lang="zh-CN" altLang="en-US" sz="2400" dirty="0"/>
                  <a:t>更好的方法是研究不同的阈值 </a:t>
                </a:r>
                <a14:m>
                  <m:oMath xmlns:m="http://schemas.openxmlformats.org/officeDocument/2006/math">
                    <m:r>
                      <a:rPr lang="zh-CN" altLang="en-US" sz="2400" i="1">
                        <a:latin typeface="Cambria Math" panose="02040503050406030204" pitchFamily="18" charset="0"/>
                      </a:rPr>
                      <m:t>𝑍</m:t>
                    </m:r>
                  </m:oMath>
                </a14:m>
                <a:r>
                  <a:rPr lang="zh-CN" altLang="en-US" sz="2400" dirty="0"/>
                  <a:t>：</a:t>
                </a:r>
              </a:p>
              <a:p>
                <a:pPr lvl="1"/>
                <a:r>
                  <a:rPr lang="zh-CN" altLang="en-US" sz="2000" dirty="0"/>
                  <a:t>如果 </a:t>
                </a:r>
                <a14:m>
                  <m:oMath xmlns:m="http://schemas.openxmlformats.org/officeDocument/2006/math">
                    <m:r>
                      <a:rPr lang="zh-CN" altLang="en-US" sz="2000" i="1">
                        <a:latin typeface="Cambria Math" panose="02040503050406030204" pitchFamily="18" charset="0"/>
                      </a:rPr>
                      <m:t>𝑄</m:t>
                    </m:r>
                    <m:r>
                      <a:rPr lang="en-US" altLang="zh-CN" sz="2000">
                        <a:latin typeface="Cambria Math" panose="02040503050406030204" pitchFamily="18" charset="0"/>
                      </a:rPr>
                      <m:t>&gt;</m:t>
                    </m:r>
                    <m:r>
                      <a:rPr lang="zh-CN" altLang="en-US" sz="2000" i="1">
                        <a:latin typeface="Cambria Math" panose="02040503050406030204" pitchFamily="18" charset="0"/>
                      </a:rPr>
                      <m:t>𝑍</m:t>
                    </m:r>
                  </m:oMath>
                </a14:m>
                <a:r>
                  <a:rPr lang="zh-CN" altLang="en-US" sz="2000" dirty="0"/>
                  <a:t>，则批准该贷款；</a:t>
                </a:r>
              </a:p>
              <a:p>
                <a:pPr lvl="1"/>
                <a:r>
                  <a:rPr lang="zh-CN" altLang="en-US" sz="2000" dirty="0"/>
                  <a:t>如果 </a:t>
                </a:r>
                <a14:m>
                  <m:oMath xmlns:m="http://schemas.openxmlformats.org/officeDocument/2006/math">
                    <m:r>
                      <a:rPr lang="zh-CN" altLang="en-US" sz="2000" i="1">
                        <a:latin typeface="Cambria Math" panose="02040503050406030204" pitchFamily="18" charset="0"/>
                      </a:rPr>
                      <m:t>𝑄</m:t>
                    </m:r>
                    <m:r>
                      <a:rPr lang="zh-CN" altLang="en-US" sz="2000">
                        <a:latin typeface="Cambria Math" panose="02040503050406030204" pitchFamily="18" charset="0"/>
                      </a:rPr>
                      <m:t>≤</m:t>
                    </m:r>
                    <m:r>
                      <a:rPr lang="zh-CN" altLang="en-US" sz="2000" i="1">
                        <a:latin typeface="Cambria Math" panose="02040503050406030204" pitchFamily="18" charset="0"/>
                      </a:rPr>
                      <m:t>𝑍</m:t>
                    </m:r>
                  </m:oMath>
                </a14:m>
                <a:r>
                  <a:rPr lang="zh-CN" altLang="en-US" sz="2000" dirty="0"/>
                  <a:t>，则拒绝该贷款。</a:t>
                </a:r>
              </a:p>
              <a:p>
                <a:pPr marL="642937" lvl="2" indent="0">
                  <a:buNone/>
                </a:pPr>
                <a:endParaRPr lang="en-CA"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67544" y="1581869"/>
                <a:ext cx="8208912" cy="4345856"/>
              </a:xfrm>
              <a:blipFill>
                <a:blip r:embed="rId2"/>
                <a:stretch>
                  <a:fillRect b="-294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44</a:t>
            </a:fld>
            <a:endParaRPr lang="en-CA"/>
          </a:p>
        </p:txBody>
      </p:sp>
    </p:spTree>
    <p:extLst>
      <p:ext uri="{BB962C8B-B14F-4D97-AF65-F5344CB8AC3E}">
        <p14:creationId xmlns:p14="http://schemas.microsoft.com/office/powerpoint/2010/main" val="3223467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08242"/>
            <a:ext cx="7926337" cy="1143000"/>
          </a:xfrm>
        </p:spPr>
        <p:txBody>
          <a:bodyPr/>
          <a:lstStyle/>
          <a:p>
            <a:r>
              <a:rPr lang="zh-CN" altLang="en-US" sz="3600" i="0" dirty="0"/>
              <a:t>测试集结果</a:t>
            </a:r>
            <a:endParaRPr lang="en-CA" sz="3600" dirty="0"/>
          </a:p>
        </p:txBody>
      </p:sp>
      <p:graphicFrame>
        <p:nvGraphicFramePr>
          <p:cNvPr id="3" name="Table 2"/>
          <p:cNvGraphicFramePr>
            <a:graphicFrameLocks noGrp="1"/>
          </p:cNvGraphicFramePr>
          <p:nvPr>
            <p:extLst>
              <p:ext uri="{D42A27DB-BD31-4B8C-83A1-F6EECF244321}">
                <p14:modId xmlns:p14="http://schemas.microsoft.com/office/powerpoint/2010/main" val="4101246266"/>
              </p:ext>
            </p:extLst>
          </p:nvPr>
        </p:nvGraphicFramePr>
        <p:xfrm>
          <a:off x="2566997" y="1606807"/>
          <a:ext cx="5254352" cy="1221124"/>
        </p:xfrm>
        <a:graphic>
          <a:graphicData uri="http://schemas.openxmlformats.org/drawingml/2006/table">
            <a:tbl>
              <a:tblPr firstRow="1" firstCol="1" bandRow="1">
                <a:tableStyleId>{5940675A-B579-460E-94D1-54222C63F5DA}</a:tableStyleId>
              </a:tblPr>
              <a:tblGrid>
                <a:gridCol w="1989161">
                  <a:extLst>
                    <a:ext uri="{9D8B030D-6E8A-4147-A177-3AD203B41FA5}">
                      <a16:colId xmlns:a16="http://schemas.microsoft.com/office/drawing/2014/main" val="20000"/>
                    </a:ext>
                  </a:extLst>
                </a:gridCol>
                <a:gridCol w="1731239">
                  <a:extLst>
                    <a:ext uri="{9D8B030D-6E8A-4147-A177-3AD203B41FA5}">
                      <a16:colId xmlns:a16="http://schemas.microsoft.com/office/drawing/2014/main" val="20001"/>
                    </a:ext>
                  </a:extLst>
                </a:gridCol>
                <a:gridCol w="1533952">
                  <a:extLst>
                    <a:ext uri="{9D8B030D-6E8A-4147-A177-3AD203B41FA5}">
                      <a16:colId xmlns:a16="http://schemas.microsoft.com/office/drawing/2014/main" val="20002"/>
                    </a:ext>
                  </a:extLst>
                </a:gridCol>
              </a:tblGrid>
              <a:tr h="204095">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469975">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r>
                        <a:rPr lang="en-CA" sz="1800" dirty="0">
                          <a:effectLst/>
                          <a:latin typeface="Arial" panose="020B0604020202020204" pitchFamily="34" charset="0"/>
                          <a:cs typeface="Arial" panose="020B0604020202020204" pitchFamily="34" charset="0"/>
                        </a:rPr>
                        <a:t>)</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60.83%</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18.34%</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9051">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结果为否定</a:t>
                      </a:r>
                      <a:r>
                        <a:rPr lang="en-CA"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sz="1800" dirty="0">
                          <a:effectLst/>
                          <a:latin typeface="Arial" panose="020B0604020202020204" pitchFamily="34" charset="0"/>
                          <a:cs typeface="Arial" panose="020B0604020202020204" pitchFamily="34" charset="0"/>
                        </a:rPr>
                        <a:t>)</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11.70%</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9.13%</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30159717"/>
              </p:ext>
            </p:extLst>
          </p:nvPr>
        </p:nvGraphicFramePr>
        <p:xfrm>
          <a:off x="2552159" y="3429000"/>
          <a:ext cx="5317369" cy="1108374"/>
        </p:xfrm>
        <a:graphic>
          <a:graphicData uri="http://schemas.openxmlformats.org/drawingml/2006/table">
            <a:tbl>
              <a:tblPr firstRow="1" firstCol="1" bandRow="1">
                <a:tableStyleId>{5940675A-B579-460E-94D1-54222C63F5DA}</a:tableStyleId>
              </a:tblPr>
              <a:tblGrid>
                <a:gridCol w="1980980">
                  <a:extLst>
                    <a:ext uri="{9D8B030D-6E8A-4147-A177-3AD203B41FA5}">
                      <a16:colId xmlns:a16="http://schemas.microsoft.com/office/drawing/2014/main" val="20000"/>
                    </a:ext>
                  </a:extLst>
                </a:gridCol>
                <a:gridCol w="1723163">
                  <a:extLst>
                    <a:ext uri="{9D8B030D-6E8A-4147-A177-3AD203B41FA5}">
                      <a16:colId xmlns:a16="http://schemas.microsoft.com/office/drawing/2014/main" val="20001"/>
                    </a:ext>
                  </a:extLst>
                </a:gridCol>
                <a:gridCol w="1613226">
                  <a:extLst>
                    <a:ext uri="{9D8B030D-6E8A-4147-A177-3AD203B41FA5}">
                      <a16:colId xmlns:a16="http://schemas.microsoft.com/office/drawing/2014/main" val="20002"/>
                    </a:ext>
                  </a:extLst>
                </a:gridCol>
              </a:tblGrid>
              <a:tr h="346889">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286858">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altLang="zh-CN"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42.71%</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36.46%</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4627">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结果为否定</a:t>
                      </a:r>
                      <a:r>
                        <a:rPr lang="en-CA" altLang="zh-CN"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6.46%</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14.37%</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870417551"/>
              </p:ext>
            </p:extLst>
          </p:nvPr>
        </p:nvGraphicFramePr>
        <p:xfrm>
          <a:off x="2552159" y="4869161"/>
          <a:ext cx="5486401" cy="1245970"/>
        </p:xfrm>
        <a:graphic>
          <a:graphicData uri="http://schemas.openxmlformats.org/drawingml/2006/table">
            <a:tbl>
              <a:tblPr firstRow="1" firstCol="1" bandRow="1">
                <a:tableStyleId>{5940675A-B579-460E-94D1-54222C63F5DA}</a:tableStyleId>
              </a:tblPr>
              <a:tblGrid>
                <a:gridCol w="2163857">
                  <a:extLst>
                    <a:ext uri="{9D8B030D-6E8A-4147-A177-3AD203B41FA5}">
                      <a16:colId xmlns:a16="http://schemas.microsoft.com/office/drawing/2014/main" val="20000"/>
                    </a:ext>
                  </a:extLst>
                </a:gridCol>
                <a:gridCol w="1765611">
                  <a:extLst>
                    <a:ext uri="{9D8B030D-6E8A-4147-A177-3AD203B41FA5}">
                      <a16:colId xmlns:a16="http://schemas.microsoft.com/office/drawing/2014/main" val="20001"/>
                    </a:ext>
                  </a:extLst>
                </a:gridCol>
                <a:gridCol w="1556933">
                  <a:extLst>
                    <a:ext uri="{9D8B030D-6E8A-4147-A177-3AD203B41FA5}">
                      <a16:colId xmlns:a16="http://schemas.microsoft.com/office/drawing/2014/main" val="20002"/>
                    </a:ext>
                  </a:extLst>
                </a:gridCol>
              </a:tblGrid>
              <a:tr h="385745">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385745">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altLang="zh-CN"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22.75%</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56.42%</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4480">
                <a:tc>
                  <a:txBody>
                    <a:bodyPr/>
                    <a:lstStyle/>
                    <a:p>
                      <a:pPr marL="0" marR="0" lvl="0" indent="0" algn="ctr" defTabSz="685800" rtl="0" eaLnBrk="1" fontAlgn="auto" latinLnBrk="0" hangingPunct="1">
                        <a:lnSpc>
                          <a:spcPct val="106000"/>
                        </a:lnSpc>
                        <a:spcBef>
                          <a:spcPts val="0"/>
                        </a:spcBef>
                        <a:spcAft>
                          <a:spcPts val="0"/>
                        </a:spcAft>
                        <a:buClrTx/>
                        <a:buSzTx/>
                        <a:buFontTx/>
                        <a:buNone/>
                        <a:tabLst>
                          <a:tab pos="3838575" algn="l"/>
                        </a:tabLst>
                        <a:defRPr/>
                      </a:pPr>
                      <a:r>
                        <a:rPr lang="zh-CN" altLang="en-US" sz="1800" dirty="0">
                          <a:effectLst/>
                          <a:latin typeface="Arial" panose="020B0604020202020204" pitchFamily="34" charset="0"/>
                          <a:cs typeface="Arial" panose="020B0604020202020204" pitchFamily="34" charset="0"/>
                        </a:rPr>
                        <a:t>结果为否定</a:t>
                      </a:r>
                      <a:r>
                        <a:rPr lang="en-CA" altLang="zh-CN"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3.01%</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17.82%</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6" name="TextBox 5"/>
          <p:cNvSpPr txBox="1"/>
          <p:nvPr/>
        </p:nvSpPr>
        <p:spPr>
          <a:xfrm>
            <a:off x="683568" y="2025085"/>
            <a:ext cx="1445136" cy="461665"/>
          </a:xfrm>
          <a:prstGeom prst="rect">
            <a:avLst/>
          </a:prstGeom>
          <a:noFill/>
        </p:spPr>
        <p:txBody>
          <a:bodyPr wrap="square" rtlCol="0">
            <a:spAutoFit/>
          </a:bodyPr>
          <a:lstStyle/>
          <a:p>
            <a:r>
              <a:rPr lang="en-US" sz="2400" i="1" dirty="0">
                <a:latin typeface="+mj-lt"/>
              </a:rPr>
              <a:t>Z </a:t>
            </a:r>
            <a:r>
              <a:rPr lang="en-US" sz="2400" dirty="0">
                <a:latin typeface="+mj-lt"/>
              </a:rPr>
              <a:t>= 0.75:</a:t>
            </a:r>
            <a:endParaRPr lang="en-CA" sz="2400" dirty="0">
              <a:latin typeface="+mj-lt"/>
            </a:endParaRPr>
          </a:p>
        </p:txBody>
      </p:sp>
      <p:sp>
        <p:nvSpPr>
          <p:cNvPr id="7" name="TextBox 6"/>
          <p:cNvSpPr txBox="1"/>
          <p:nvPr/>
        </p:nvSpPr>
        <p:spPr>
          <a:xfrm>
            <a:off x="721020" y="3638468"/>
            <a:ext cx="1370231" cy="461665"/>
          </a:xfrm>
          <a:prstGeom prst="rect">
            <a:avLst/>
          </a:prstGeom>
          <a:noFill/>
        </p:spPr>
        <p:txBody>
          <a:bodyPr wrap="square" rtlCol="0">
            <a:spAutoFit/>
          </a:bodyPr>
          <a:lstStyle/>
          <a:p>
            <a:r>
              <a:rPr lang="en-US" sz="2400" i="1" dirty="0">
                <a:latin typeface="+mj-lt"/>
              </a:rPr>
              <a:t>Z</a:t>
            </a:r>
            <a:r>
              <a:rPr lang="en-US" sz="2400" dirty="0">
                <a:latin typeface="+mj-lt"/>
              </a:rPr>
              <a:t>=0.80</a:t>
            </a:r>
            <a:r>
              <a:rPr lang="en-US" sz="2400" dirty="0"/>
              <a:t>:</a:t>
            </a:r>
            <a:endParaRPr lang="en-CA" sz="2400" dirty="0"/>
          </a:p>
        </p:txBody>
      </p:sp>
      <p:sp>
        <p:nvSpPr>
          <p:cNvPr id="8" name="TextBox 7"/>
          <p:cNvSpPr txBox="1"/>
          <p:nvPr/>
        </p:nvSpPr>
        <p:spPr>
          <a:xfrm>
            <a:off x="777253" y="5198559"/>
            <a:ext cx="1445135" cy="461665"/>
          </a:xfrm>
          <a:prstGeom prst="rect">
            <a:avLst/>
          </a:prstGeom>
          <a:noFill/>
        </p:spPr>
        <p:txBody>
          <a:bodyPr wrap="square" rtlCol="0">
            <a:spAutoFit/>
          </a:bodyPr>
          <a:lstStyle/>
          <a:p>
            <a:r>
              <a:rPr lang="en-US" sz="2400" dirty="0">
                <a:latin typeface="+mj-lt"/>
              </a:rPr>
              <a:t>Z=0.85:</a:t>
            </a:r>
            <a:endParaRPr lang="en-CA" sz="2400" dirty="0">
              <a:latin typeface="+mj-lt"/>
            </a:endParaRPr>
          </a:p>
        </p:txBody>
      </p:sp>
      <p:sp>
        <p:nvSpPr>
          <p:cNvPr id="10" name="Slide Number Placeholder 9"/>
          <p:cNvSpPr>
            <a:spLocks noGrp="1"/>
          </p:cNvSpPr>
          <p:nvPr>
            <p:ph type="sldNum" sz="quarter" idx="12"/>
          </p:nvPr>
        </p:nvSpPr>
        <p:spPr/>
        <p:txBody>
          <a:bodyPr/>
          <a:lstStyle/>
          <a:p>
            <a:fld id="{F979D778-5668-409F-BE61-8F31D5437AFC}" type="slidenum">
              <a:rPr lang="en-CA" smtClean="0"/>
              <a:t>45</a:t>
            </a:fld>
            <a:endParaRPr lang="en-CA"/>
          </a:p>
        </p:txBody>
      </p:sp>
    </p:spTree>
    <p:extLst>
      <p:ext uri="{BB962C8B-B14F-4D97-AF65-F5344CB8AC3E}">
        <p14:creationId xmlns:p14="http://schemas.microsoft.com/office/powerpoint/2010/main" val="3374240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37778" y="553233"/>
            <a:ext cx="7772400" cy="1143000"/>
          </a:xfrm>
        </p:spPr>
        <p:txBody>
          <a:bodyPr/>
          <a:lstStyle/>
          <a:p>
            <a:r>
              <a:rPr lang="zh-CN" altLang="en-US" sz="3600" i="0" dirty="0"/>
              <a:t>混淆矩阵与常见比率</a:t>
            </a:r>
            <a:endParaRPr lang="en-CA" sz="3600" dirty="0"/>
          </a:p>
        </p:txBody>
      </p:sp>
      <p:sp>
        <p:nvSpPr>
          <p:cNvPr id="5" name="Content Placeholder 4"/>
          <p:cNvSpPr>
            <a:spLocks noGrp="1"/>
          </p:cNvSpPr>
          <p:nvPr>
            <p:ph idx="1"/>
          </p:nvPr>
        </p:nvSpPr>
        <p:spPr>
          <a:xfrm>
            <a:off x="1007830" y="1474440"/>
            <a:ext cx="7772400" cy="4114800"/>
          </a:xfrm>
        </p:spPr>
        <p:txBody>
          <a:bodyPr/>
          <a:lstStyle/>
          <a:p>
            <a:pPr marL="0" indent="0">
              <a:buNone/>
            </a:pPr>
            <a:r>
              <a:rPr lang="en-CA" dirty="0"/>
              <a:t>  </a:t>
            </a:r>
          </a:p>
        </p:txBody>
      </p:sp>
      <p:sp>
        <p:nvSpPr>
          <p:cNvPr id="3" name="Slide Number Placeholder 2"/>
          <p:cNvSpPr>
            <a:spLocks noGrp="1"/>
          </p:cNvSpPr>
          <p:nvPr>
            <p:ph type="sldNum" sz="quarter" idx="12"/>
          </p:nvPr>
        </p:nvSpPr>
        <p:spPr/>
        <p:txBody>
          <a:bodyPr/>
          <a:lstStyle/>
          <a:p>
            <a:fld id="{2E8C09BE-1715-42CA-A91A-E7B0E09A3015}" type="slidenum">
              <a:rPr lang="en-CA" smtClean="0"/>
              <a:t>46</a:t>
            </a:fld>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115507284"/>
              </p:ext>
            </p:extLst>
          </p:nvPr>
        </p:nvGraphicFramePr>
        <p:xfrm>
          <a:off x="541551" y="1399288"/>
          <a:ext cx="7668627" cy="1099947"/>
        </p:xfrm>
        <a:graphic>
          <a:graphicData uri="http://schemas.openxmlformats.org/drawingml/2006/table">
            <a:tbl>
              <a:tblPr firstRow="1" firstCol="1" bandRow="1">
                <a:tableStyleId>{5940675A-B579-460E-94D1-54222C63F5DA}</a:tableStyleId>
              </a:tblPr>
              <a:tblGrid>
                <a:gridCol w="2556209">
                  <a:extLst>
                    <a:ext uri="{9D8B030D-6E8A-4147-A177-3AD203B41FA5}">
                      <a16:colId xmlns:a16="http://schemas.microsoft.com/office/drawing/2014/main" val="533857190"/>
                    </a:ext>
                  </a:extLst>
                </a:gridCol>
                <a:gridCol w="2556209">
                  <a:extLst>
                    <a:ext uri="{9D8B030D-6E8A-4147-A177-3AD203B41FA5}">
                      <a16:colId xmlns:a16="http://schemas.microsoft.com/office/drawing/2014/main" val="3526610518"/>
                    </a:ext>
                  </a:extLst>
                </a:gridCol>
                <a:gridCol w="2556209">
                  <a:extLst>
                    <a:ext uri="{9D8B030D-6E8A-4147-A177-3AD203B41FA5}">
                      <a16:colId xmlns:a16="http://schemas.microsoft.com/office/drawing/2014/main" val="2260066980"/>
                    </a:ext>
                  </a:extLst>
                </a:gridCol>
              </a:tblGrid>
              <a:tr h="0">
                <a:tc>
                  <a:txBody>
                    <a:bodyPr/>
                    <a:lstStyle/>
                    <a:p>
                      <a:pPr>
                        <a:lnSpc>
                          <a:spcPct val="150000"/>
                        </a:lnSpc>
                        <a:spcAft>
                          <a:spcPts val="0"/>
                        </a:spcAft>
                        <a:tabLst>
                          <a:tab pos="3838575" algn="l"/>
                        </a:tabLst>
                      </a:pP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Calibri" panose="020F0502020204030204" pitchFamily="34" charset="0"/>
                          <a:ea typeface="Calibri" panose="020F0502020204030204" pitchFamily="34" charset="0"/>
                          <a:cs typeface="Times New Roman" panose="02020603050405020304" pitchFamily="18" charset="0"/>
                        </a:rPr>
                        <a:t>预测值为正</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rPr>
                        <a:t>预测值为负</a:t>
                      </a: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0096208"/>
                  </a:ext>
                </a:extLst>
              </a:tr>
              <a:tr h="0">
                <a:tc>
                  <a:txBody>
                    <a:bodyPr/>
                    <a:lstStyle/>
                    <a:p>
                      <a:pPr>
                        <a:lnSpc>
                          <a:spcPct val="150000"/>
                        </a:lnSpc>
                        <a:spcAft>
                          <a:spcPts val="0"/>
                        </a:spcAft>
                        <a:tabLst>
                          <a:tab pos="3838575" algn="l"/>
                        </a:tabLst>
                      </a:pPr>
                      <a:r>
                        <a:rPr lang="zh-CN" altLang="en-US" sz="1800" dirty="0">
                          <a:effectLst/>
                          <a:latin typeface="Calibri" panose="020F0502020204030204" pitchFamily="34" charset="0"/>
                          <a:ea typeface="Calibri" panose="020F0502020204030204" pitchFamily="34" charset="0"/>
                          <a:cs typeface="Times New Roman" panose="02020603050405020304" pitchFamily="18" charset="0"/>
                        </a:rPr>
                        <a:t>真实值为正</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真阳性</a:t>
                      </a:r>
                      <a:r>
                        <a:rPr lang="en-CA" sz="1800" dirty="0">
                          <a:effectLst/>
                        </a:rPr>
                        <a:t>TP</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假阴性</a:t>
                      </a:r>
                      <a:r>
                        <a:rPr lang="en-CA" sz="1800" dirty="0">
                          <a:effectLst/>
                        </a:rPr>
                        <a:t>FN</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1715123"/>
                  </a:ext>
                </a:extLst>
              </a:tr>
              <a:tr h="0">
                <a:tc>
                  <a:txBody>
                    <a:bodyPr/>
                    <a:lstStyle/>
                    <a:p>
                      <a:pPr>
                        <a:lnSpc>
                          <a:spcPct val="150000"/>
                        </a:lnSpc>
                        <a:spcAft>
                          <a:spcPts val="0"/>
                        </a:spcAft>
                        <a:tabLst>
                          <a:tab pos="3838575" algn="l"/>
                        </a:tabLst>
                      </a:pPr>
                      <a:r>
                        <a:rPr lang="zh-CN" altLang="en-US" sz="1800" dirty="0">
                          <a:effectLst/>
                        </a:rPr>
                        <a:t>真实值为负</a:t>
                      </a: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假阳性</a:t>
                      </a:r>
                      <a:r>
                        <a:rPr lang="en-CA" sz="1800" dirty="0">
                          <a:effectLst/>
                        </a:rPr>
                        <a:t>FP</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真阴性</a:t>
                      </a:r>
                      <a:r>
                        <a:rPr lang="en-CA" sz="1800" dirty="0">
                          <a:effectLst/>
                        </a:rPr>
                        <a:t>TN</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925308"/>
                  </a:ext>
                </a:extLst>
              </a:tr>
            </a:tbl>
          </a:graphicData>
        </a:graphic>
      </p:graphicFrame>
      <p:sp>
        <p:nvSpPr>
          <p:cNvPr id="7" name="Rectangle 1"/>
          <p:cNvSpPr>
            <a:spLocks noChangeArrowheads="1"/>
          </p:cNvSpPr>
          <p:nvPr/>
        </p:nvSpPr>
        <p:spPr bwMode="auto">
          <a:xfrm>
            <a:off x="1007830" y="260842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mc:AlternateContent xmlns:mc="http://schemas.openxmlformats.org/markup-compatibility/2006">
        <mc:Choice xmlns:a14="http://schemas.microsoft.com/office/drawing/2010/main" Requires="a14">
          <p:sp>
            <p:nvSpPr>
              <p:cNvPr id="8" name="Rectangle 7"/>
              <p:cNvSpPr/>
              <p:nvPr/>
            </p:nvSpPr>
            <p:spPr>
              <a:xfrm>
                <a:off x="507020" y="2542288"/>
                <a:ext cx="8242262" cy="4130426"/>
              </a:xfrm>
              <a:prstGeom prst="rect">
                <a:avLst/>
              </a:prstGeom>
            </p:spPr>
            <p:txBody>
              <a:bodyPr wrap="square">
                <a:spAutoFit/>
              </a:bodyPr>
              <a:lstStyle/>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准确率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真</m:t>
                      </m:r>
                      <m:r>
                        <a:rPr lang="zh-CN" altLang="en-US" sz="2000" i="1" smtClean="0">
                          <a:latin typeface="Cambria Math" panose="02040503050406030204" pitchFamily="18" charset="0"/>
                          <a:ea typeface="Times New Roman" panose="02020603050405020304" pitchFamily="18" charset="0"/>
                          <a:cs typeface="Times New Roman" panose="02020603050405020304" pitchFamily="18" charset="0"/>
                        </a:rPr>
                        <m:t>阳性率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FN</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i="1" dirty="0">
                          <a:latin typeface="Cambria Math" panose="02040503050406030204" pitchFamily="18" charset="0"/>
                          <a:ea typeface="Times New Roman" panose="02020603050405020304" pitchFamily="18" charset="0"/>
                          <a:cs typeface="Times New Roman" panose="02020603050405020304" pitchFamily="18" charset="0"/>
                        </a:rPr>
                        <m:t>真阴性率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假</m:t>
                      </m:r>
                      <m:r>
                        <a:rPr lang="zh-CN" altLang="en-US" sz="2000" i="1">
                          <a:latin typeface="Cambria Math" panose="02040503050406030204" pitchFamily="18" charset="0"/>
                          <a:ea typeface="Times New Roman" panose="02020603050405020304" pitchFamily="18" charset="0"/>
                          <a:cs typeface="Times New Roman" panose="02020603050405020304" pitchFamily="18" charset="0"/>
                        </a:rPr>
                        <m:t>阳性率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r>
                        <a:rPr lang="en-US" sz="2000" b="0" i="0" smtClean="0">
                          <a:latin typeface="Cambria Math" panose="02040503050406030204" pitchFamily="18" charset="0"/>
                          <a:ea typeface="Times New Roman" panose="02020603050405020304" pitchFamily="18" charset="0"/>
                          <a:cs typeface="Times New Roman" panose="02020603050405020304" pitchFamily="18" charset="0"/>
                        </a:rPr>
                        <m:t>          </m:t>
                      </m:r>
                      <m:r>
                        <a:rPr lang="zh-CN" altLang="en-US" sz="2000" i="1">
                          <a:latin typeface="Cambria Math" panose="02040503050406030204" pitchFamily="18" charset="0"/>
                          <a:ea typeface="Times New Roman" panose="02020603050405020304" pitchFamily="18" charset="0"/>
                          <a:cs typeface="Times New Roman" panose="02020603050405020304" pitchFamily="18" charset="0"/>
                        </a:rPr>
                        <m:t>精度</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50000"/>
                  </a:lnSpc>
                  <a:spcAft>
                    <a:spcPts val="800"/>
                  </a:spcAft>
                  <a:tabLst>
                    <a:tab pos="3838575" algn="l"/>
                  </a:tabLst>
                </a:pPr>
                <a14:m>
                  <m:oMath xmlns:m="http://schemas.openxmlformats.org/officeDocument/2006/math">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F</m:t>
                    </m:r>
                    <m:r>
                      <a:rPr lang="zh-CN" altLang="en-US" sz="2400" i="1">
                        <a:latin typeface="Cambria Math" panose="02040503050406030204" pitchFamily="18" charset="0"/>
                        <a:ea typeface="Times New Roman" panose="02020603050405020304" pitchFamily="18" charset="0"/>
                        <a:cs typeface="Times New Roman" panose="02020603050405020304" pitchFamily="18" charset="0"/>
                      </a:rPr>
                      <m:t>评分</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2</m:t>
                    </m:r>
                    <m:r>
                      <a:rPr lang="en-US" sz="2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P</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TPR</m:t>
                        </m:r>
                      </m:num>
                      <m:den>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P</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TPR</m:t>
                        </m:r>
                      </m:den>
                    </m:f>
                  </m:oMath>
                </a14:m>
                <a:r>
                  <a:rPr lang="en-CA" sz="2400" i="1" dirty="0">
                    <a:latin typeface="Cambria Math" panose="02040503050406030204" pitchFamily="18" charset="0"/>
                    <a:ea typeface="Times New Roman" panose="02020603050405020304" pitchFamily="18" charset="0"/>
                    <a:cs typeface="Times New Roman" panose="02020603050405020304" pitchFamily="18" charset="0"/>
                  </a:rPr>
                  <a:t> </a:t>
                </a:r>
                <a:r>
                  <a:rPr lang="en-CA" sz="2000" i="1" dirty="0">
                    <a:latin typeface="Cambria Math" panose="02040503050406030204" pitchFamily="18" charset="0"/>
                    <a:ea typeface="Times New Roman" panose="02020603050405020304" pitchFamily="18" charset="0"/>
                    <a:cs typeface="Times New Roman" panose="02020603050405020304" pitchFamily="18" charset="0"/>
                  </a:rPr>
                  <a:t>    </a:t>
                </a:r>
              </a:p>
              <a:p>
                <a:pPr>
                  <a:lnSpc>
                    <a:spcPct val="150000"/>
                  </a:lnSpc>
                  <a:spcAft>
                    <a:spcPts val="800"/>
                  </a:spcAft>
                  <a:tabLst>
                    <a:tab pos="3838575" algn="l"/>
                  </a:tabLst>
                </a:pP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其中</a:t>
                </a:r>
                <a:r>
                  <a:rPr lang="en-CA" sz="2000" dirty="0">
                    <a:latin typeface="Cambria Math" panose="02040503050406030204" pitchFamily="18" charset="0"/>
                    <a:ea typeface="Times New Roman" panose="02020603050405020304" pitchFamily="18" charset="0"/>
                    <a:cs typeface="Times New Roman" panose="02020603050405020304" pitchFamily="18" charset="0"/>
                  </a:rPr>
                  <a:t>P</a:t>
                </a: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为精度，</a:t>
                </a:r>
                <a:r>
                  <a:rPr lang="en-US" altLang="zh-CN" sz="2000" dirty="0">
                    <a:latin typeface="Cambria Math" panose="02040503050406030204" pitchFamily="18" charset="0"/>
                    <a:ea typeface="Times New Roman" panose="02020603050405020304" pitchFamily="18" charset="0"/>
                    <a:cs typeface="Times New Roman" panose="02020603050405020304" pitchFamily="18" charset="0"/>
                  </a:rPr>
                  <a:t>TPR</a:t>
                </a: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为真阳性率。</a:t>
                </a:r>
                <a:endParaRPr lang="en-CA" sz="2000"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507020" y="2542288"/>
                <a:ext cx="8242262" cy="4130426"/>
              </a:xfrm>
              <a:prstGeom prst="rect">
                <a:avLst/>
              </a:prstGeom>
              <a:blipFill>
                <a:blip r:embed="rId2"/>
                <a:stretch>
                  <a:fillRect l="-740" b="-16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38424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772401" cy="1143000"/>
          </a:xfrm>
        </p:spPr>
        <p:txBody>
          <a:bodyPr/>
          <a:lstStyle/>
          <a:p>
            <a:r>
              <a:rPr lang="zh-CN" altLang="en-US" sz="3600" i="0" dirty="0"/>
              <a:t>不同 </a:t>
            </a:r>
            <a:r>
              <a:rPr lang="en-US" altLang="zh-CN" sz="3600" dirty="0"/>
              <a:t>Z </a:t>
            </a:r>
            <a:r>
              <a:rPr lang="zh-CN" altLang="en-US" sz="3600" i="0" dirty="0"/>
              <a:t>值下的测试集比率</a:t>
            </a:r>
            <a:endParaRPr lang="en-CA" sz="3600" dirty="0"/>
          </a:p>
        </p:txBody>
      </p:sp>
      <p:sp>
        <p:nvSpPr>
          <p:cNvPr id="3" name="Content Placeholder 2"/>
          <p:cNvSpPr>
            <a:spLocks noGrp="1"/>
          </p:cNvSpPr>
          <p:nvPr>
            <p:ph idx="1"/>
          </p:nvPr>
        </p:nvSpPr>
        <p:spPr>
          <a:xfrm>
            <a:off x="685800" y="2609384"/>
            <a:ext cx="7332663" cy="3653303"/>
          </a:xfrm>
        </p:spPr>
        <p:txBody>
          <a:bodyPr/>
          <a:lstStyle/>
          <a:p>
            <a:pPr marL="0" indent="0">
              <a:buNone/>
            </a:pPr>
            <a:r>
              <a:rPr lang="en-CA" dirty="0"/>
              <a:t> </a:t>
            </a:r>
          </a:p>
        </p:txBody>
      </p:sp>
      <p:sp>
        <p:nvSpPr>
          <p:cNvPr id="5" name="Slide Number Placeholder 4"/>
          <p:cNvSpPr>
            <a:spLocks noGrp="1"/>
          </p:cNvSpPr>
          <p:nvPr>
            <p:ph type="sldNum" sz="quarter" idx="12"/>
          </p:nvPr>
        </p:nvSpPr>
        <p:spPr/>
        <p:txBody>
          <a:bodyPr/>
          <a:lstStyle/>
          <a:p>
            <a:fld id="{2E8C09BE-1715-42CA-A91A-E7B0E09A3015}" type="slidenum">
              <a:rPr lang="en-CA" smtClean="0"/>
              <a:t>47</a:t>
            </a:fld>
            <a:endParaRPr lang="en-CA"/>
          </a:p>
        </p:txBody>
      </p:sp>
      <p:graphicFrame>
        <p:nvGraphicFramePr>
          <p:cNvPr id="7" name="Table 6"/>
          <p:cNvGraphicFramePr>
            <a:graphicFrameLocks noGrp="1"/>
          </p:cNvGraphicFramePr>
          <p:nvPr>
            <p:extLst>
              <p:ext uri="{D42A27DB-BD31-4B8C-83A1-F6EECF244321}">
                <p14:modId xmlns:p14="http://schemas.microsoft.com/office/powerpoint/2010/main" val="1025636675"/>
              </p:ext>
            </p:extLst>
          </p:nvPr>
        </p:nvGraphicFramePr>
        <p:xfrm>
          <a:off x="539552" y="2135188"/>
          <a:ext cx="7992886" cy="3394825"/>
        </p:xfrm>
        <a:graphic>
          <a:graphicData uri="http://schemas.openxmlformats.org/drawingml/2006/table">
            <a:tbl>
              <a:tblPr firstRow="1" firstCol="1" bandRow="1">
                <a:tableStyleId>{5940675A-B579-460E-94D1-54222C63F5DA}</a:tableStyleId>
              </a:tblPr>
              <a:tblGrid>
                <a:gridCol w="1649169">
                  <a:extLst>
                    <a:ext uri="{9D8B030D-6E8A-4147-A177-3AD203B41FA5}">
                      <a16:colId xmlns:a16="http://schemas.microsoft.com/office/drawing/2014/main" val="20000"/>
                    </a:ext>
                  </a:extLst>
                </a:gridCol>
                <a:gridCol w="1244252">
                  <a:extLst>
                    <a:ext uri="{9D8B030D-6E8A-4147-A177-3AD203B41FA5}">
                      <a16:colId xmlns:a16="http://schemas.microsoft.com/office/drawing/2014/main" val="3799051232"/>
                    </a:ext>
                  </a:extLst>
                </a:gridCol>
                <a:gridCol w="1244252">
                  <a:extLst>
                    <a:ext uri="{9D8B030D-6E8A-4147-A177-3AD203B41FA5}">
                      <a16:colId xmlns:a16="http://schemas.microsoft.com/office/drawing/2014/main" val="20001"/>
                    </a:ext>
                  </a:extLst>
                </a:gridCol>
                <a:gridCol w="1196877">
                  <a:extLst>
                    <a:ext uri="{9D8B030D-6E8A-4147-A177-3AD203B41FA5}">
                      <a16:colId xmlns:a16="http://schemas.microsoft.com/office/drawing/2014/main" val="20002"/>
                    </a:ext>
                  </a:extLst>
                </a:gridCol>
                <a:gridCol w="1329168">
                  <a:extLst>
                    <a:ext uri="{9D8B030D-6E8A-4147-A177-3AD203B41FA5}">
                      <a16:colId xmlns:a16="http://schemas.microsoft.com/office/drawing/2014/main" val="20003"/>
                    </a:ext>
                  </a:extLst>
                </a:gridCol>
                <a:gridCol w="1329168">
                  <a:extLst>
                    <a:ext uri="{9D8B030D-6E8A-4147-A177-3AD203B41FA5}">
                      <a16:colId xmlns:a16="http://schemas.microsoft.com/office/drawing/2014/main" val="2721818788"/>
                    </a:ext>
                  </a:extLst>
                </a:gridCol>
              </a:tblGrid>
              <a:tr h="291702">
                <a:tc>
                  <a:txBody>
                    <a:bodyPr/>
                    <a:lstStyle/>
                    <a:p>
                      <a:pPr indent="-156845" algn="ctr">
                        <a:lnSpc>
                          <a:spcPct val="106000"/>
                        </a:lnSpc>
                        <a:spcAft>
                          <a:spcPts val="0"/>
                        </a:spcAft>
                        <a:tabLst>
                          <a:tab pos="3838575" algn="l"/>
                        </a:tabLst>
                      </a:pPr>
                      <a:r>
                        <a:rPr lang="en-CA" sz="2000" dirty="0">
                          <a:effectLst/>
                          <a:latin typeface="+mj-lt"/>
                        </a:rPr>
                        <a:t> </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ea typeface="Calibri"/>
                          <a:cs typeface="Times New Roman"/>
                        </a:rPr>
                        <a:t>Z=0.00</a:t>
                      </a: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0.75</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0.80</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0.85</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ea typeface="Calibri"/>
                          <a:cs typeface="Times New Roman"/>
                        </a:rPr>
                        <a:t>Z=1.00</a:t>
                      </a:r>
                    </a:p>
                  </a:txBody>
                  <a:tcPr marL="68580" marR="68580" marT="0" marB="0"/>
                </a:tc>
                <a:extLst>
                  <a:ext uri="{0D108BD9-81ED-4DB2-BD59-A6C34878D82A}">
                    <a16:rowId xmlns:a16="http://schemas.microsoft.com/office/drawing/2014/main" val="10000"/>
                  </a:ext>
                </a:extLst>
              </a:tr>
              <a:tr h="427119">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准确率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69.96%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57.07%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40.57%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20.83%</a:t>
                      </a:r>
                    </a:p>
                  </a:txBody>
                  <a:tcPr marL="68580" marR="68580" marT="0" marB="0"/>
                </a:tc>
                <a:extLst>
                  <a:ext uri="{0D108BD9-81ED-4DB2-BD59-A6C34878D82A}">
                    <a16:rowId xmlns:a16="http://schemas.microsoft.com/office/drawing/2014/main" val="10001"/>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真阳性率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76.83%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53.94%</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28.74%</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extLst>
                  <a:ext uri="{0D108BD9-81ED-4DB2-BD59-A6C34878D82A}">
                    <a16:rowId xmlns:a16="http://schemas.microsoft.com/office/drawing/2014/main" val="10002"/>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真阴性率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43.82%</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68.97%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85.53%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extLst>
                  <a:ext uri="{0D108BD9-81ED-4DB2-BD59-A6C34878D82A}">
                    <a16:rowId xmlns:a16="http://schemas.microsoft.com/office/drawing/2014/main" val="10003"/>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假阳性率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56.18%</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31.03%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14.47%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extLst>
                  <a:ext uri="{0D108BD9-81ED-4DB2-BD59-A6C34878D82A}">
                    <a16:rowId xmlns:a16="http://schemas.microsoft.com/office/drawing/2014/main" val="10004"/>
                  </a:ext>
                </a:extLst>
              </a:tr>
              <a:tr h="427119">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精度</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83.87%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86.86%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88.31%</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err="1">
                          <a:effectLst/>
                          <a:latin typeface="+mj-lt"/>
                          <a:ea typeface="Calibri"/>
                          <a:cs typeface="Times New Roman"/>
                        </a:rPr>
                        <a:t>n.a.</a:t>
                      </a:r>
                      <a:endParaRPr lang="en-CA" sz="2000" dirty="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427119">
                <a:tc>
                  <a:txBody>
                    <a:bodyPr/>
                    <a:lstStyle/>
                    <a:p>
                      <a:pPr algn="ctr">
                        <a:lnSpc>
                          <a:spcPct val="106000"/>
                        </a:lnSpc>
                        <a:spcAft>
                          <a:spcPts val="0"/>
                        </a:spcAft>
                        <a:tabLst>
                          <a:tab pos="3838575" algn="l"/>
                        </a:tabLst>
                      </a:pPr>
                      <a:r>
                        <a:rPr lang="en-US" sz="2000" dirty="0">
                          <a:effectLst/>
                          <a:latin typeface="+mj-lt"/>
                          <a:ea typeface="Calibri"/>
                          <a:cs typeface="Times New Roman"/>
                        </a:rPr>
                        <a:t>F</a:t>
                      </a:r>
                      <a:r>
                        <a:rPr lang="zh-CN" altLang="en-US" sz="2000" dirty="0">
                          <a:effectLst/>
                          <a:latin typeface="+mj-lt"/>
                          <a:ea typeface="Calibri"/>
                          <a:cs typeface="Times New Roman"/>
                        </a:rPr>
                        <a:t>评分</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88.37%</a:t>
                      </a: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80.20%</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66.55%</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43.36%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err="1">
                          <a:effectLst/>
                          <a:latin typeface="+mj-lt"/>
                          <a:ea typeface="Calibri"/>
                          <a:cs typeface="Times New Roman"/>
                        </a:rPr>
                        <a:t>n.a.</a:t>
                      </a:r>
                      <a:endParaRPr lang="en-CA" sz="2000" dirty="0">
                        <a:effectLst/>
                        <a:latin typeface="+mj-lt"/>
                        <a:ea typeface="Calibri"/>
                        <a:cs typeface="Times New Roman"/>
                      </a:endParaRPr>
                    </a:p>
                  </a:txBody>
                  <a:tcPr marL="68580" marR="68580" marT="0" marB="0"/>
                </a:tc>
                <a:extLst>
                  <a:ext uri="{0D108BD9-81ED-4DB2-BD59-A6C34878D82A}">
                    <a16:rowId xmlns:a16="http://schemas.microsoft.com/office/drawing/2014/main" val="4010082093"/>
                  </a:ext>
                </a:extLst>
              </a:tr>
            </a:tbl>
          </a:graphicData>
        </a:graphic>
      </p:graphicFrame>
    </p:spTree>
    <p:extLst>
      <p:ext uri="{BB962C8B-B14F-4D97-AF65-F5344CB8AC3E}">
        <p14:creationId xmlns:p14="http://schemas.microsoft.com/office/powerpoint/2010/main" val="2881984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646418" cy="1143000"/>
          </a:xfrm>
        </p:spPr>
        <p:txBody>
          <a:bodyPr/>
          <a:lstStyle/>
          <a:p>
            <a:r>
              <a:rPr lang="zh-CN" altLang="en-US" i="0" dirty="0"/>
              <a:t>改变 </a:t>
            </a:r>
            <a:r>
              <a:rPr lang="en-US" altLang="zh-CN" dirty="0"/>
              <a:t>Z </a:t>
            </a:r>
            <a:r>
              <a:rPr lang="zh-CN" altLang="en-US" i="0" dirty="0"/>
              <a:t>准则时得到的接收器操作曲线（</a:t>
            </a:r>
            <a:r>
              <a:rPr lang="en-US" altLang="zh-CN" i="0" dirty="0"/>
              <a:t>ROC</a:t>
            </a:r>
            <a:r>
              <a:rPr lang="zh-CN" altLang="en-US" i="0" dirty="0"/>
              <a:t>）</a:t>
            </a:r>
            <a:endParaRPr lang="en-CA" sz="2700" dirty="0"/>
          </a:p>
        </p:txBody>
      </p:sp>
      <p:sp>
        <p:nvSpPr>
          <p:cNvPr id="5" name="Slide Number Placeholder 4"/>
          <p:cNvSpPr>
            <a:spLocks noGrp="1"/>
          </p:cNvSpPr>
          <p:nvPr>
            <p:ph type="sldNum" sz="quarter" idx="12"/>
          </p:nvPr>
        </p:nvSpPr>
        <p:spPr/>
        <p:txBody>
          <a:bodyPr/>
          <a:lstStyle/>
          <a:p>
            <a:fld id="{2E8C09BE-1715-42CA-A91A-E7B0E09A3015}" type="slidenum">
              <a:rPr lang="en-CA" smtClean="0"/>
              <a:t>48</a:t>
            </a:fld>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pic>
        <p:nvPicPr>
          <p:cNvPr id="7" name="Picture 6">
            <a:extLst>
              <a:ext uri="{FF2B5EF4-FFF2-40B4-BE49-F238E27FC236}">
                <a16:creationId xmlns:a16="http://schemas.microsoft.com/office/drawing/2014/main" id="{CFE964C7-B138-4F1A-9270-EDB135181B82}"/>
              </a:ext>
            </a:extLst>
          </p:cNvPr>
          <p:cNvPicPr>
            <a:picLocks noChangeAspect="1"/>
          </p:cNvPicPr>
          <p:nvPr/>
        </p:nvPicPr>
        <p:blipFill>
          <a:blip r:embed="rId2"/>
          <a:stretch>
            <a:fillRect/>
          </a:stretch>
        </p:blipFill>
        <p:spPr>
          <a:xfrm>
            <a:off x="872448" y="2409824"/>
            <a:ext cx="6651879" cy="3625218"/>
          </a:xfrm>
          <a:prstGeom prst="rect">
            <a:avLst/>
          </a:prstGeom>
        </p:spPr>
      </p:pic>
    </p:spTree>
    <p:extLst>
      <p:ext uri="{BB962C8B-B14F-4D97-AF65-F5344CB8AC3E}">
        <p14:creationId xmlns:p14="http://schemas.microsoft.com/office/powerpoint/2010/main" val="13223566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467" y="692696"/>
            <a:ext cx="7772400" cy="1143000"/>
          </a:xfrm>
        </p:spPr>
        <p:txBody>
          <a:bodyPr/>
          <a:lstStyle/>
          <a:p>
            <a:r>
              <a:rPr lang="zh-CN" altLang="en-US" sz="3600" i="0" dirty="0"/>
              <a:t>曲线下面积</a:t>
            </a:r>
            <a:endParaRPr lang="en-CA" sz="3600" dirty="0"/>
          </a:p>
        </p:txBody>
      </p:sp>
      <p:sp>
        <p:nvSpPr>
          <p:cNvPr id="3" name="Content Placeholder 2"/>
          <p:cNvSpPr>
            <a:spLocks noGrp="1"/>
          </p:cNvSpPr>
          <p:nvPr>
            <p:ph idx="1"/>
          </p:nvPr>
        </p:nvSpPr>
        <p:spPr>
          <a:xfrm>
            <a:off x="280467" y="1772816"/>
            <a:ext cx="8303840" cy="4114800"/>
          </a:xfrm>
        </p:spPr>
        <p:txBody>
          <a:bodyPr/>
          <a:lstStyle/>
          <a:p>
            <a:r>
              <a:rPr lang="zh-CN" altLang="en-US" sz="2400" dirty="0"/>
              <a:t>曲线下面积</a:t>
            </a:r>
            <a:r>
              <a:rPr lang="en-US" altLang="zh-CN" sz="2400" dirty="0"/>
              <a:t>(AUC)</a:t>
            </a:r>
            <a:r>
              <a:rPr lang="zh-CN" altLang="en-US" sz="2400" dirty="0"/>
              <a:t>是一种常用的方法，用于概括模型对二值变量进行预测的能力。</a:t>
            </a:r>
            <a:endParaRPr lang="en-US" altLang="zh-CN" sz="2400" dirty="0"/>
          </a:p>
          <a:p>
            <a:endParaRPr lang="en-US" altLang="zh-CN" sz="2400" dirty="0"/>
          </a:p>
          <a:p>
            <a:r>
              <a:rPr lang="zh-CN" altLang="en-US" sz="2400" dirty="0"/>
              <a:t>当 </a:t>
            </a:r>
            <a:r>
              <a:rPr lang="en-US" altLang="zh-CN" sz="2400" dirty="0"/>
              <a:t>AUC = 1 </a:t>
            </a:r>
            <a:r>
              <a:rPr lang="zh-CN" altLang="en-US" sz="2400" dirty="0"/>
              <a:t>时，模型是完美的。</a:t>
            </a:r>
            <a:endParaRPr lang="en-US" altLang="zh-CN" sz="2400" dirty="0"/>
          </a:p>
          <a:p>
            <a:endParaRPr lang="en-US" altLang="zh-CN" sz="2400" dirty="0"/>
          </a:p>
          <a:p>
            <a:r>
              <a:rPr lang="zh-CN" altLang="en-US" sz="2400" dirty="0"/>
              <a:t>当 </a:t>
            </a:r>
            <a:r>
              <a:rPr lang="en-US" altLang="zh-CN" sz="2400" dirty="0"/>
              <a:t>AUC = 0.5 </a:t>
            </a:r>
            <a:r>
              <a:rPr lang="zh-CN" altLang="en-US" sz="2400" dirty="0"/>
              <a:t>时，模型没有预测能力。</a:t>
            </a:r>
            <a:endParaRPr lang="en-US" altLang="zh-CN" sz="2400" dirty="0"/>
          </a:p>
          <a:p>
            <a:endParaRPr lang="en-US" altLang="zh-CN" sz="2400" dirty="0"/>
          </a:p>
          <a:p>
            <a:r>
              <a:rPr lang="zh-CN" altLang="en-US" sz="2400" dirty="0"/>
              <a:t>当 </a:t>
            </a:r>
            <a:r>
              <a:rPr lang="en-US" altLang="zh-CN" sz="2400" dirty="0"/>
              <a:t>AUC &lt; 0.5 </a:t>
            </a:r>
            <a:r>
              <a:rPr lang="zh-CN" altLang="en-US" sz="2400" dirty="0"/>
              <a:t>时，模型具有负向预测能力。</a:t>
            </a:r>
            <a:endParaRPr lang="en-US" altLang="zh-CN" sz="2400" dirty="0"/>
          </a:p>
          <a:p>
            <a:endParaRPr lang="en-US" altLang="zh-CN" sz="2400" dirty="0"/>
          </a:p>
          <a:p>
            <a:r>
              <a:rPr lang="zh-CN" altLang="en-US" sz="2400" dirty="0"/>
              <a:t>对于使用四个特征的 </a:t>
            </a:r>
            <a:r>
              <a:rPr lang="en-US" altLang="zh-CN" sz="2400" dirty="0" err="1"/>
              <a:t>LendingClub</a:t>
            </a:r>
            <a:r>
              <a:rPr lang="en-US" altLang="zh-CN" sz="2400" dirty="0"/>
              <a:t> </a:t>
            </a:r>
            <a:r>
              <a:rPr lang="zh-CN" altLang="en-US" sz="2400" dirty="0"/>
              <a:t>模型，</a:t>
            </a:r>
            <a:r>
              <a:rPr lang="en-US" altLang="zh-CN" sz="2400" dirty="0"/>
              <a:t>AUC = 0.6578</a:t>
            </a:r>
            <a:r>
              <a:rPr lang="zh-CN" altLang="en-US" sz="2400" dirty="0"/>
              <a:t>。</a:t>
            </a:r>
            <a:endParaRPr lang="en-CA"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t>49</a:t>
            </a:fld>
            <a:endParaRPr lang="en-CA"/>
          </a:p>
        </p:txBody>
      </p:sp>
    </p:spTree>
    <p:extLst>
      <p:ext uri="{BB962C8B-B14F-4D97-AF65-F5344CB8AC3E}">
        <p14:creationId xmlns:p14="http://schemas.microsoft.com/office/powerpoint/2010/main" val="417539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836689"/>
            <a:ext cx="7772400" cy="1143000"/>
          </a:xfrm>
        </p:spPr>
        <p:txBody>
          <a:bodyPr/>
          <a:lstStyle/>
          <a:p>
            <a:r>
              <a:rPr lang="zh-CN" altLang="en-US" sz="3600" i="0" dirty="0"/>
              <a:t>选择</a:t>
            </a:r>
            <a:r>
              <a:rPr lang="en-US" altLang="zh-CN" sz="3600" i="0" dirty="0"/>
              <a:t>Z</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6063" y="1916832"/>
                <a:ext cx="7772400" cy="4114800"/>
              </a:xfrm>
            </p:spPr>
            <p:txBody>
              <a:bodyPr/>
              <a:lstStyle/>
              <a:p>
                <a:r>
                  <a:rPr lang="en-US" altLang="zh-CN" sz="2400" dirty="0"/>
                  <a:t>Z </a:t>
                </a:r>
                <a:r>
                  <a:rPr lang="zh-CN" altLang="en-US" sz="2400" dirty="0"/>
                  <a:t>的取值可以基于以下两点：</a:t>
                </a:r>
              </a:p>
              <a:p>
                <a:pPr lvl="1"/>
                <a:r>
                  <a:rPr lang="zh-CN" altLang="en-US" sz="2400" dirty="0"/>
                  <a:t>一笔好贷款带来的预期利润，记为 </a:t>
                </a:r>
                <a14:m>
                  <m:oMath xmlns:m="http://schemas.openxmlformats.org/officeDocument/2006/math">
                    <m:r>
                      <a:rPr lang="zh-CN" altLang="en-US" sz="2400" i="1">
                        <a:latin typeface="Cambria Math" panose="02040503050406030204" pitchFamily="18" charset="0"/>
                      </a:rPr>
                      <m:t>𝑃</m:t>
                    </m:r>
                  </m:oMath>
                </a14:m>
                <a:endParaRPr lang="zh-CN" altLang="en-US" sz="2400" dirty="0"/>
              </a:p>
              <a:p>
                <a:pPr lvl="1"/>
                <a:r>
                  <a:rPr lang="zh-CN" altLang="en-US" sz="2400" dirty="0"/>
                  <a:t>一笔违约贷款造成的预期损失，记为 </a:t>
                </a:r>
                <a14:m>
                  <m:oMath xmlns:m="http://schemas.openxmlformats.org/officeDocument/2006/math">
                    <m:r>
                      <a:rPr lang="zh-CN" altLang="en-US" sz="2400" i="1">
                        <a:latin typeface="Cambria Math" panose="02040503050406030204" pitchFamily="18" charset="0"/>
                      </a:rPr>
                      <m:t>𝐿</m:t>
                    </m:r>
                  </m:oMath>
                </a14:m>
                <a:endParaRPr lang="en-US" altLang="zh-CN" sz="2400" dirty="0"/>
              </a:p>
              <a:p>
                <a:pPr marL="342900" lvl="1" indent="0">
                  <a:buNone/>
                </a:pPr>
                <a:endParaRPr lang="zh-CN" altLang="en-US" sz="2400" dirty="0"/>
              </a:p>
              <a:p>
                <a:r>
                  <a:rPr lang="zh-CN" altLang="en-US" sz="2400" dirty="0"/>
                  <a:t>我们需要最大化 </a:t>
                </a:r>
                <a14:m>
                  <m:oMath xmlns:m="http://schemas.openxmlformats.org/officeDocument/2006/math">
                    <m:r>
                      <a:rPr lang="zh-CN" altLang="en-US" sz="2400" i="1">
                        <a:latin typeface="Cambria Math" panose="02040503050406030204" pitchFamily="18" charset="0"/>
                      </a:rPr>
                      <m:t>𝑃</m:t>
                    </m:r>
                    <m:r>
                      <a:rPr lang="en-US" altLang="zh-CN" sz="2400">
                        <a:latin typeface="Cambria Math" panose="02040503050406030204" pitchFamily="18" charset="0"/>
                      </a:rPr>
                      <m:t>×</m:t>
                    </m:r>
                    <m:r>
                      <a:rPr lang="zh-CN" altLang="en-US" sz="2400" i="1">
                        <a:latin typeface="Cambria Math" panose="02040503050406030204" pitchFamily="18" charset="0"/>
                      </a:rPr>
                      <m:t>𝑇𝑃</m:t>
                    </m:r>
                    <m:r>
                      <a:rPr lang="zh-CN" altLang="en-US" sz="2400">
                        <a:latin typeface="Cambria Math" panose="02040503050406030204" pitchFamily="18" charset="0"/>
                      </a:rPr>
                      <m:t>−</m:t>
                    </m:r>
                    <m:r>
                      <a:rPr lang="zh-CN" altLang="en-US" sz="2400" i="1">
                        <a:latin typeface="Cambria Math" panose="02040503050406030204" pitchFamily="18" charset="0"/>
                      </a:rPr>
                      <m:t>𝐿</m:t>
                    </m:r>
                    <m:r>
                      <a:rPr lang="en-US" altLang="zh-CN" sz="2400">
                        <a:latin typeface="Cambria Math" panose="02040503050406030204" pitchFamily="18" charset="0"/>
                      </a:rPr>
                      <m:t>×</m:t>
                    </m:r>
                    <m:r>
                      <a:rPr lang="zh-CN" altLang="en-US" sz="2400" i="1">
                        <a:latin typeface="Cambria Math" panose="02040503050406030204" pitchFamily="18" charset="0"/>
                      </a:rPr>
                      <m:t>𝐹𝑃</m:t>
                    </m:r>
                  </m:oMath>
                </a14:m>
                <a:r>
                  <a:rPr lang="zh-CN" altLang="en-US" sz="2400" dirty="0"/>
                  <a:t>。</a:t>
                </a:r>
              </a:p>
              <a:p>
                <a:pPr marL="342900" lvl="1" indent="0">
                  <a:buNone/>
                </a:pPr>
                <a:endParaRPr lang="en-US" i="1"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6063" y="1916832"/>
                <a:ext cx="7772400" cy="4114800"/>
              </a:xfrm>
              <a:blipFill>
                <a:blip r:embed="rId2"/>
                <a:stretch>
                  <a:fillRect t="-118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50</a:t>
            </a:fld>
            <a:endParaRPr lang="en-CA"/>
          </a:p>
        </p:txBody>
      </p:sp>
    </p:spTree>
    <p:extLst>
      <p:ext uri="{BB962C8B-B14F-4D97-AF65-F5344CB8AC3E}">
        <p14:creationId xmlns:p14="http://schemas.microsoft.com/office/powerpoint/2010/main" val="3429762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回归的一种简单替代方法：</a:t>
            </a:r>
            <a:r>
              <a:rPr lang="en-US" altLang="zh-CN" dirty="0"/>
              <a:t>k</a:t>
            </a:r>
            <a:r>
              <a:rPr lang="en-US" altLang="zh-CN" i="0" dirty="0"/>
              <a:t>-</a:t>
            </a:r>
            <a:r>
              <a:rPr lang="zh-CN" altLang="en-US" i="0" dirty="0"/>
              <a:t>近邻算法</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对数据进行标准化处理。</a:t>
                </a:r>
                <a:br>
                  <a:rPr lang="zh-CN" altLang="en-US" sz="1800" dirty="0"/>
                </a:br>
                <a:r>
                  <a:rPr lang="zh-CN" altLang="en-US" dirty="0"/>
                  <a:t>测量新数据与带有标签（即已知结果）的数据在 </a:t>
                </a:r>
                <a:r>
                  <a:rPr lang="en-US" altLang="zh-CN" i="1" dirty="0"/>
                  <a:t>n </a:t>
                </a:r>
                <a:r>
                  <a:rPr lang="zh-CN" altLang="en-US" dirty="0"/>
                  <a:t>维空间中的距离。</a:t>
                </a:r>
                <a:endParaRPr lang="en-US" altLang="zh-CN" dirty="0"/>
              </a:p>
              <a:p>
                <a:r>
                  <a:rPr lang="zh-CN" altLang="en-US" dirty="0"/>
                  <a:t>特征值为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oMath>
                </a14:m>
                <a:r>
                  <a:rPr lang="zh-CN" altLang="en-US" dirty="0"/>
                  <a:t> 的点与特征值为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oMath>
                </a14:m>
                <a:r>
                  <a:rPr lang="zh-CN" altLang="en-US" dirty="0"/>
                  <a:t> 的点之间的距离计算公式为</a:t>
                </a:r>
                <a:endParaRPr lang="en-US" altLang="zh-CN" dirty="0"/>
              </a:p>
              <a:p>
                <a:endParaRPr lang="en-US" sz="1800" dirty="0"/>
              </a:p>
              <a:p>
                <a:endParaRPr lang="en-US" sz="1800" dirty="0"/>
              </a:p>
              <a:p>
                <a:r>
                  <a:rPr lang="zh-CN" altLang="en-US" dirty="0"/>
                  <a:t>选择距离最近的 </a:t>
                </a:r>
                <a:r>
                  <a:rPr lang="en-US" altLang="zh-CN" i="1" dirty="0"/>
                  <a:t>k</a:t>
                </a:r>
                <a:r>
                  <a:rPr lang="en-US" altLang="zh-CN" dirty="0"/>
                  <a:t> </a:t>
                </a:r>
                <a:r>
                  <a:rPr lang="zh-CN" altLang="en-US" dirty="0"/>
                  <a:t>个数据项，将其标签取平均值。</a:t>
                </a:r>
                <a:endParaRPr lang="en-CA"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51</a:t>
            </a:fld>
            <a:endParaRPr lang="en-CA"/>
          </a:p>
        </p:txBody>
      </p:sp>
      <p:graphicFrame>
        <p:nvGraphicFramePr>
          <p:cNvPr id="7" name="Object 6"/>
          <p:cNvGraphicFramePr>
            <a:graphicFrameLocks noChangeAspect="1"/>
          </p:cNvGraphicFramePr>
          <p:nvPr>
            <p:extLst>
              <p:ext uri="{D42A27DB-BD31-4B8C-83A1-F6EECF244321}">
                <p14:modId xmlns:p14="http://schemas.microsoft.com/office/powerpoint/2010/main" val="2028397407"/>
              </p:ext>
            </p:extLst>
          </p:nvPr>
        </p:nvGraphicFramePr>
        <p:xfrm>
          <a:off x="1979712" y="3573016"/>
          <a:ext cx="1512168" cy="710260"/>
        </p:xfrm>
        <a:graphic>
          <a:graphicData uri="http://schemas.openxmlformats.org/presentationml/2006/ole">
            <mc:AlternateContent xmlns:mc="http://schemas.openxmlformats.org/markup-compatibility/2006">
              <mc:Choice xmlns:v="urn:schemas-microsoft-com:vml" Requires="v">
                <p:oleObj name="Equation" r:id="rId3" imgW="838080" imgH="393480" progId="Equation.DSMT4">
                  <p:embed/>
                </p:oleObj>
              </mc:Choice>
              <mc:Fallback>
                <p:oleObj name="Equation" r:id="rId3" imgW="838080" imgH="393480" progId="Equation.DSMT4">
                  <p:embed/>
                  <p:pic>
                    <p:nvPicPr>
                      <p:cNvPr id="7" name="Object 6"/>
                      <p:cNvPicPr/>
                      <p:nvPr/>
                    </p:nvPicPr>
                    <p:blipFill>
                      <a:blip r:embed="rId4"/>
                      <a:stretch>
                        <a:fillRect/>
                      </a:stretch>
                    </p:blipFill>
                    <p:spPr>
                      <a:xfrm>
                        <a:off x="1979712" y="3573016"/>
                        <a:ext cx="1512168" cy="710260"/>
                      </a:xfrm>
                      <a:prstGeom prst="rect">
                        <a:avLst/>
                      </a:prstGeom>
                    </p:spPr>
                  </p:pic>
                </p:oleObj>
              </mc:Fallback>
            </mc:AlternateContent>
          </a:graphicData>
        </a:graphic>
      </p:graphicFrame>
    </p:spTree>
    <p:extLst>
      <p:ext uri="{BB962C8B-B14F-4D97-AF65-F5344CB8AC3E}">
        <p14:creationId xmlns:p14="http://schemas.microsoft.com/office/powerpoint/2010/main" val="1542367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412C3-7C77-108A-E815-49EEB1482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4BAA6-65FB-CAA0-B4B0-E16420C81458}"/>
              </a:ext>
            </a:extLst>
          </p:cNvPr>
          <p:cNvSpPr>
            <a:spLocks noGrp="1"/>
          </p:cNvSpPr>
          <p:nvPr>
            <p:ph type="title"/>
          </p:nvPr>
        </p:nvSpPr>
        <p:spPr/>
        <p:txBody>
          <a:bodyPr/>
          <a:lstStyle/>
          <a:p>
            <a:r>
              <a:rPr lang="zh-CN" altLang="en-US" i="0" dirty="0"/>
              <a:t>回归的一种简单替代方法：</a:t>
            </a:r>
            <a:r>
              <a:rPr lang="en-US" altLang="zh-CN" dirty="0"/>
              <a:t>k</a:t>
            </a:r>
            <a:r>
              <a:rPr lang="en-US" altLang="zh-CN" i="0" dirty="0"/>
              <a:t>-</a:t>
            </a:r>
            <a:r>
              <a:rPr lang="zh-CN" altLang="en-US" i="0" dirty="0"/>
              <a:t>近邻算法</a:t>
            </a:r>
            <a:endParaRPr lang="en-CA" sz="2400" dirty="0"/>
          </a:p>
        </p:txBody>
      </p:sp>
      <p:sp>
        <p:nvSpPr>
          <p:cNvPr id="3" name="Content Placeholder 2">
            <a:extLst>
              <a:ext uri="{FF2B5EF4-FFF2-40B4-BE49-F238E27FC236}">
                <a16:creationId xmlns:a16="http://schemas.microsoft.com/office/drawing/2014/main" id="{C497719F-C53F-C559-D7A8-04E462CFEA38}"/>
              </a:ext>
            </a:extLst>
          </p:cNvPr>
          <p:cNvSpPr>
            <a:spLocks noGrp="1"/>
          </p:cNvSpPr>
          <p:nvPr>
            <p:ph idx="1"/>
          </p:nvPr>
        </p:nvSpPr>
        <p:spPr>
          <a:xfrm>
            <a:off x="395536" y="2054703"/>
            <a:ext cx="8280920" cy="4114800"/>
          </a:xfrm>
        </p:spPr>
        <p:txBody>
          <a:bodyPr/>
          <a:lstStyle/>
          <a:p>
            <a:r>
              <a:rPr lang="zh-CN" altLang="en-US" dirty="0"/>
              <a:t>例如，在估算房价时，你可能会发现训练集中最近的三个邻居的价格分别为 </a:t>
            </a:r>
            <a:r>
              <a:rPr lang="en-US" altLang="zh-CN" dirty="0"/>
              <a:t>45 </a:t>
            </a:r>
            <a:r>
              <a:rPr lang="zh-CN" altLang="en-US" dirty="0"/>
              <a:t>万美元、</a:t>
            </a:r>
            <a:r>
              <a:rPr lang="en-US" altLang="zh-CN" dirty="0"/>
              <a:t>49 </a:t>
            </a:r>
            <a:r>
              <a:rPr lang="zh-CN" altLang="en-US" dirty="0"/>
              <a:t>万美元和 </a:t>
            </a:r>
            <a:r>
              <a:rPr lang="en-US" altLang="zh-CN" dirty="0"/>
              <a:t>44 </a:t>
            </a:r>
            <a:r>
              <a:rPr lang="zh-CN" altLang="en-US" dirty="0"/>
              <a:t>万美元，那么估算值就是这些价格的平均值，即 </a:t>
            </a:r>
            <a:r>
              <a:rPr lang="en-US" altLang="zh-CN" dirty="0"/>
              <a:t>46 </a:t>
            </a:r>
            <a:r>
              <a:rPr lang="zh-CN" altLang="en-US" dirty="0"/>
              <a:t>万美元。</a:t>
            </a:r>
          </a:p>
          <a:p>
            <a:endParaRPr lang="en-US" altLang="zh-CN" dirty="0"/>
          </a:p>
          <a:p>
            <a:r>
              <a:rPr lang="zh-CN" altLang="en-US" dirty="0"/>
              <a:t>又如，在预测一笔贷款是否会违约时，设 </a:t>
            </a:r>
            <a:r>
              <a:rPr lang="en-US" altLang="zh-CN" dirty="0"/>
              <a:t>k = 5</a:t>
            </a:r>
            <a:r>
              <a:rPr lang="zh-CN" altLang="en-US" dirty="0"/>
              <a:t>，且在这五个最近的邻居中，有四个违约、一个好贷款，那么你会估算出该贷款的违约概率为 </a:t>
            </a:r>
            <a:r>
              <a:rPr lang="en-US" altLang="zh-CN" dirty="0"/>
              <a:t>80%</a:t>
            </a:r>
            <a:r>
              <a:rPr lang="zh-CN" altLang="en-US" dirty="0"/>
              <a:t>。</a:t>
            </a:r>
          </a:p>
        </p:txBody>
      </p:sp>
      <p:sp>
        <p:nvSpPr>
          <p:cNvPr id="5" name="Slide Number Placeholder 4">
            <a:extLst>
              <a:ext uri="{FF2B5EF4-FFF2-40B4-BE49-F238E27FC236}">
                <a16:creationId xmlns:a16="http://schemas.microsoft.com/office/drawing/2014/main" id="{E0CD0C18-FC07-23A5-D3F4-B0174E0A269F}"/>
              </a:ext>
            </a:extLst>
          </p:cNvPr>
          <p:cNvSpPr>
            <a:spLocks noGrp="1"/>
          </p:cNvSpPr>
          <p:nvPr>
            <p:ph type="sldNum" sz="quarter" idx="12"/>
          </p:nvPr>
        </p:nvSpPr>
        <p:spPr/>
        <p:txBody>
          <a:bodyPr/>
          <a:lstStyle/>
          <a:p>
            <a:fld id="{2E8C09BE-1715-42CA-A91A-E7B0E09A3015}" type="slidenum">
              <a:rPr lang="en-CA" smtClean="0"/>
              <a:t>52</a:t>
            </a:fld>
            <a:endParaRPr lang="en-CA"/>
          </a:p>
        </p:txBody>
      </p:sp>
    </p:spTree>
    <p:extLst>
      <p:ext uri="{BB962C8B-B14F-4D97-AF65-F5344CB8AC3E}">
        <p14:creationId xmlns:p14="http://schemas.microsoft.com/office/powerpoint/2010/main" val="2711050814"/>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Template>
  <TotalTime>1438</TotalTime>
  <Words>3049</Words>
  <Application>Microsoft Office PowerPoint</Application>
  <PresentationFormat>全屏显示(4:3)</PresentationFormat>
  <Paragraphs>618</Paragraphs>
  <Slides>52</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9" baseType="lpstr">
      <vt:lpstr>Menlo</vt:lpstr>
      <vt:lpstr>var(--ds-font-family-code)</vt:lpstr>
      <vt:lpstr>黑体</vt:lpstr>
      <vt:lpstr>华文楷体</vt:lpstr>
      <vt:lpstr>楷体</vt:lpstr>
      <vt:lpstr>楷体_GB2312</vt:lpstr>
      <vt:lpstr>Arial</vt:lpstr>
      <vt:lpstr>Calibri</vt:lpstr>
      <vt:lpstr>Cambria</vt:lpstr>
      <vt:lpstr>Cambria Math</vt:lpstr>
      <vt:lpstr>Symbol</vt:lpstr>
      <vt:lpstr>Tahoma</vt:lpstr>
      <vt:lpstr>Times New Roman</vt:lpstr>
      <vt:lpstr>Verdana</vt:lpstr>
      <vt:lpstr>Global</vt:lpstr>
      <vt:lpstr>Equation</vt:lpstr>
      <vt:lpstr>MathType 6.0 Equation</vt:lpstr>
      <vt:lpstr>商用机器学习</vt:lpstr>
      <vt:lpstr>线性回归</vt:lpstr>
      <vt:lpstr>一元线性回归模型</vt:lpstr>
      <vt:lpstr>一元线性回归模型</vt:lpstr>
      <vt:lpstr>一元线性回归模型</vt:lpstr>
      <vt:lpstr>多元线性回归模型</vt:lpstr>
      <vt:lpstr>多元线性回归模型</vt:lpstr>
      <vt:lpstr>多元线性回归模型</vt:lpstr>
      <vt:lpstr>多元线性回归模型</vt:lpstr>
      <vt:lpstr>多元线性回归模型</vt:lpstr>
      <vt:lpstr>多元线性回归模型</vt:lpstr>
      <vt:lpstr>梯度下降</vt:lpstr>
      <vt:lpstr>类别特征</vt:lpstr>
      <vt:lpstr>虚拟变量陷阱</vt:lpstr>
      <vt:lpstr>相关性问题</vt:lpstr>
      <vt:lpstr>正则化</vt:lpstr>
      <vt:lpstr>  岭回归（解析解）  </vt:lpstr>
      <vt:lpstr>PowerPoint 演示文稿</vt:lpstr>
      <vt:lpstr>套索回归（必须使用梯度下降算法）</vt:lpstr>
      <vt:lpstr>弹性网络回归</vt:lpstr>
      <vt:lpstr>工资水平预测模型</vt:lpstr>
      <vt:lpstr>工资水平预测模型</vt:lpstr>
      <vt:lpstr>Z-评分标准化后的数据</vt:lpstr>
      <vt:lpstr>岭回归结果（l=0.02与二次模型相似）</vt:lpstr>
      <vt:lpstr>套索回归(l=1与二次模型相似)</vt:lpstr>
      <vt:lpstr>弹性网络回归结果: l1 = 0.02, l2=1</vt:lpstr>
      <vt:lpstr>房价数据模型</vt:lpstr>
      <vt:lpstr>房价模型结果（无正则化）</vt:lpstr>
      <vt:lpstr>PowerPoint 演示文稿</vt:lpstr>
      <vt:lpstr>验证集的岭回归结果</vt:lpstr>
      <vt:lpstr>验证集的套索回归结果</vt:lpstr>
      <vt:lpstr>  当 λ = 0.1时套索模型的结果（共 15 个特征，其中整体质量和总居住面积最为重要）  </vt:lpstr>
      <vt:lpstr>房价模型</vt:lpstr>
      <vt:lpstr>逻辑回归</vt:lpstr>
      <vt:lpstr>Sigmoid函数</vt:lpstr>
      <vt:lpstr>最大似然估计</vt:lpstr>
      <vt:lpstr>取球模型</vt:lpstr>
      <vt:lpstr>产品质量问题</vt:lpstr>
      <vt:lpstr>PowerPoint 演示文稿</vt:lpstr>
      <vt:lpstr>最大似然估计</vt:lpstr>
      <vt:lpstr>信贷决策中的应用</vt:lpstr>
      <vt:lpstr>数据</vt:lpstr>
      <vt:lpstr>训练集的结果（未做标准化处理的数据）</vt:lpstr>
      <vt:lpstr>决策准则</vt:lpstr>
      <vt:lpstr>测试集结果</vt:lpstr>
      <vt:lpstr>混淆矩阵与常见比率</vt:lpstr>
      <vt:lpstr>不同 Z 值下的测试集比率</vt:lpstr>
      <vt:lpstr>改变 Z 准则时得到的接收器操作曲线（ROC）</vt:lpstr>
      <vt:lpstr>曲线下面积</vt:lpstr>
      <vt:lpstr>选择Z</vt:lpstr>
      <vt:lpstr>回归的一种简单替代方法：k-近邻算法</vt:lpstr>
      <vt:lpstr>回归的一种简单替代方法：k-近邻算法</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Linear Regression</dc:title>
  <dc:subject>Machine Learning in Business</dc:subject>
  <dc:creator>hull</dc:creator>
  <cp:keywords>Chapter 3</cp:keywords>
  <dc:description>Copyright 2019 by John C. Hull. All Rights Reserved. Published 2019</dc:description>
  <cp:lastModifiedBy>慧 赵</cp:lastModifiedBy>
  <cp:revision>113</cp:revision>
  <cp:lastPrinted>2021-11-29T18:14:28Z</cp:lastPrinted>
  <dcterms:created xsi:type="dcterms:W3CDTF">2019-07-16T22:03:37Z</dcterms:created>
  <dcterms:modified xsi:type="dcterms:W3CDTF">2026-04-15T03:49:14Z</dcterms:modified>
</cp:coreProperties>
</file>